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4"/>
  </p:notesMasterIdLst>
  <p:sldIdLst>
    <p:sldId id="256" r:id="rId2"/>
    <p:sldId id="265" r:id="rId3"/>
    <p:sldId id="297" r:id="rId4"/>
    <p:sldId id="303" r:id="rId5"/>
    <p:sldId id="261" r:id="rId6"/>
    <p:sldId id="300" r:id="rId7"/>
    <p:sldId id="299" r:id="rId8"/>
    <p:sldId id="298" r:id="rId9"/>
    <p:sldId id="305" r:id="rId10"/>
    <p:sldId id="306" r:id="rId11"/>
    <p:sldId id="301" r:id="rId12"/>
    <p:sldId id="277" r:id="rId13"/>
  </p:sldIdLst>
  <p:sldSz cx="9144000" cy="5143500" type="screen16x9"/>
  <p:notesSz cx="6858000" cy="9144000"/>
  <p:embeddedFontLst>
    <p:embeddedFont>
      <p:font typeface="Barlow" pitchFamily="2" charset="77"/>
      <p:regular r:id="rId15"/>
      <p:bold r:id="rId16"/>
      <p:italic r:id="rId17"/>
      <p:boldItalic r:id="rId18"/>
    </p:embeddedFont>
    <p:embeddedFont>
      <p:font typeface="Barlow Medium" panose="020F0502020204030204" pitchFamily="34" charset="0"/>
      <p:regular r:id="rId19"/>
      <p:bold r:id="rId20"/>
      <p:italic r:id="rId21"/>
      <p:boldItalic r:id="rId22"/>
    </p:embeddedFont>
    <p:embeddedFont>
      <p:font typeface="Nunito Light" panose="020F0302020204030204" pitchFamily="34" charset="0"/>
      <p:regular r:id="rId23"/>
      <p:italic r:id="rId24"/>
    </p:embeddedFont>
    <p:embeddedFont>
      <p:font typeface="Open Sans Medium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362CCE2-FFB9-4F6F-87B8-26C4AA2BAD3F}">
  <a:tblStyle styleId="{F362CCE2-FFB9-4F6F-87B8-26C4AA2BAD3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E62A247-3959-4540-A58A-AC036EDBD7E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74"/>
    <p:restoredTop sz="94688"/>
  </p:normalViewPr>
  <p:slideViewPr>
    <p:cSldViewPr snapToGrid="0">
      <p:cViewPr varScale="1">
        <p:scale>
          <a:sx n="144" d="100"/>
          <a:sy n="144" d="100"/>
        </p:scale>
        <p:origin x="192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4acc9f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4acc9f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2586fede0b9_0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2586fede0b9_0_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2586fede0b9_0_5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2586fede0b9_0_5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2586fede0b9_0_5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2586fede0b9_0_5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5573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g51b1a71d38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8" name="Google Shape;1968;g51b1a71d38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g51b1a71d38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8" name="Google Shape;1968;g51b1a71d38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08342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g51b1a71d38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8" name="Google Shape;1968;g51b1a71d38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7222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g25915ed75ed_0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1" name="Google Shape;1741;g25915ed75ed_0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5050" y="1569775"/>
            <a:ext cx="5319000" cy="18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21800" y="3536650"/>
            <a:ext cx="3692700" cy="409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3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57650" y="170900"/>
            <a:ext cx="8828700" cy="4801800"/>
          </a:xfrm>
          <a:prstGeom prst="plaque">
            <a:avLst>
              <a:gd name="adj" fmla="val 377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157650" y="170900"/>
            <a:ext cx="8828700" cy="4801800"/>
          </a:xfrm>
          <a:prstGeom prst="plaque">
            <a:avLst>
              <a:gd name="adj" fmla="val 377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962988" y="2530888"/>
            <a:ext cx="2816100" cy="13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1826088" y="1280608"/>
            <a:ext cx="1089900" cy="1027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157650" y="170900"/>
            <a:ext cx="8828700" cy="4801800"/>
          </a:xfrm>
          <a:prstGeom prst="plaque">
            <a:avLst>
              <a:gd name="adj" fmla="val 377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1"/>
          </p:nvPr>
        </p:nvSpPr>
        <p:spPr>
          <a:xfrm>
            <a:off x="1290775" y="2098125"/>
            <a:ext cx="2907600" cy="37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2"/>
          </p:nvPr>
        </p:nvSpPr>
        <p:spPr>
          <a:xfrm>
            <a:off x="4945650" y="2098125"/>
            <a:ext cx="2907600" cy="37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ubTitle" idx="3"/>
          </p:nvPr>
        </p:nvSpPr>
        <p:spPr>
          <a:xfrm>
            <a:off x="1290775" y="2477325"/>
            <a:ext cx="2907600" cy="17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ubTitle" idx="4"/>
          </p:nvPr>
        </p:nvSpPr>
        <p:spPr>
          <a:xfrm>
            <a:off x="4945650" y="2477325"/>
            <a:ext cx="2907600" cy="17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2" name="Google Shape;52;p5"/>
          <p:cNvGrpSpPr/>
          <p:nvPr/>
        </p:nvGrpSpPr>
        <p:grpSpPr>
          <a:xfrm>
            <a:off x="8418023" y="1463913"/>
            <a:ext cx="546451" cy="537612"/>
            <a:chOff x="8418023" y="1463913"/>
            <a:chExt cx="546451" cy="537612"/>
          </a:xfrm>
        </p:grpSpPr>
        <p:sp>
          <p:nvSpPr>
            <p:cNvPr id="53" name="Google Shape;53;p5"/>
            <p:cNvSpPr/>
            <p:nvPr/>
          </p:nvSpPr>
          <p:spPr>
            <a:xfrm>
              <a:off x="8418023" y="1463913"/>
              <a:ext cx="546451" cy="537612"/>
            </a:xfrm>
            <a:custGeom>
              <a:avLst/>
              <a:gdLst/>
              <a:ahLst/>
              <a:cxnLst/>
              <a:rect l="l" t="t" r="r" b="b"/>
              <a:pathLst>
                <a:path w="10176" h="10010" extrusionOk="0">
                  <a:moveTo>
                    <a:pt x="6124" y="1"/>
                  </a:moveTo>
                  <a:cubicBezTo>
                    <a:pt x="4140" y="1"/>
                    <a:pt x="2775" y="1679"/>
                    <a:pt x="2945" y="3551"/>
                  </a:cubicBezTo>
                  <a:cubicBezTo>
                    <a:pt x="3172" y="6043"/>
                    <a:pt x="0" y="7285"/>
                    <a:pt x="1586" y="9097"/>
                  </a:cubicBezTo>
                  <a:cubicBezTo>
                    <a:pt x="2146" y="9737"/>
                    <a:pt x="2692" y="10010"/>
                    <a:pt x="3272" y="10010"/>
                  </a:cubicBezTo>
                  <a:cubicBezTo>
                    <a:pt x="4337" y="10010"/>
                    <a:pt x="5520" y="9095"/>
                    <a:pt x="7132" y="7846"/>
                  </a:cubicBezTo>
                  <a:cubicBezTo>
                    <a:pt x="9624" y="5925"/>
                    <a:pt x="10176" y="1670"/>
                    <a:pt x="8265" y="606"/>
                  </a:cubicBezTo>
                  <a:cubicBezTo>
                    <a:pt x="7506" y="185"/>
                    <a:pt x="6781" y="1"/>
                    <a:pt x="61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8481095" y="1503276"/>
              <a:ext cx="420296" cy="458862"/>
            </a:xfrm>
            <a:custGeom>
              <a:avLst/>
              <a:gdLst/>
              <a:ahLst/>
              <a:cxnLst/>
              <a:rect l="l" t="t" r="r" b="b"/>
              <a:pathLst>
                <a:path w="4049" h="4420" extrusionOk="0">
                  <a:moveTo>
                    <a:pt x="1990" y="129"/>
                  </a:moveTo>
                  <a:cubicBezTo>
                    <a:pt x="2049" y="178"/>
                    <a:pt x="2108" y="217"/>
                    <a:pt x="2197" y="286"/>
                  </a:cubicBezTo>
                  <a:cubicBezTo>
                    <a:pt x="2044" y="328"/>
                    <a:pt x="1925" y="429"/>
                    <a:pt x="1778" y="429"/>
                  </a:cubicBezTo>
                  <a:cubicBezTo>
                    <a:pt x="1717" y="429"/>
                    <a:pt x="1651" y="411"/>
                    <a:pt x="1576" y="365"/>
                  </a:cubicBezTo>
                  <a:cubicBezTo>
                    <a:pt x="1606" y="345"/>
                    <a:pt x="1635" y="335"/>
                    <a:pt x="1665" y="326"/>
                  </a:cubicBezTo>
                  <a:cubicBezTo>
                    <a:pt x="1773" y="266"/>
                    <a:pt x="1872" y="198"/>
                    <a:pt x="1990" y="129"/>
                  </a:cubicBezTo>
                  <a:close/>
                  <a:moveTo>
                    <a:pt x="2768" y="385"/>
                  </a:moveTo>
                  <a:lnTo>
                    <a:pt x="2768" y="385"/>
                  </a:lnTo>
                  <a:cubicBezTo>
                    <a:pt x="2778" y="572"/>
                    <a:pt x="2739" y="700"/>
                    <a:pt x="2660" y="798"/>
                  </a:cubicBezTo>
                  <a:cubicBezTo>
                    <a:pt x="2512" y="789"/>
                    <a:pt x="2384" y="789"/>
                    <a:pt x="2256" y="769"/>
                  </a:cubicBezTo>
                  <a:cubicBezTo>
                    <a:pt x="2217" y="769"/>
                    <a:pt x="2167" y="739"/>
                    <a:pt x="2138" y="710"/>
                  </a:cubicBezTo>
                  <a:cubicBezTo>
                    <a:pt x="2079" y="641"/>
                    <a:pt x="2029" y="562"/>
                    <a:pt x="1970" y="473"/>
                  </a:cubicBezTo>
                  <a:cubicBezTo>
                    <a:pt x="2106" y="405"/>
                    <a:pt x="2248" y="396"/>
                    <a:pt x="2391" y="396"/>
                  </a:cubicBezTo>
                  <a:cubicBezTo>
                    <a:pt x="2447" y="396"/>
                    <a:pt x="2504" y="397"/>
                    <a:pt x="2560" y="397"/>
                  </a:cubicBezTo>
                  <a:cubicBezTo>
                    <a:pt x="2630" y="397"/>
                    <a:pt x="2699" y="395"/>
                    <a:pt x="2768" y="385"/>
                  </a:cubicBezTo>
                  <a:close/>
                  <a:moveTo>
                    <a:pt x="775" y="627"/>
                  </a:moveTo>
                  <a:cubicBezTo>
                    <a:pt x="866" y="627"/>
                    <a:pt x="954" y="644"/>
                    <a:pt x="1034" y="700"/>
                  </a:cubicBezTo>
                  <a:cubicBezTo>
                    <a:pt x="985" y="838"/>
                    <a:pt x="857" y="769"/>
                    <a:pt x="768" y="808"/>
                  </a:cubicBezTo>
                  <a:cubicBezTo>
                    <a:pt x="690" y="848"/>
                    <a:pt x="601" y="877"/>
                    <a:pt x="483" y="926"/>
                  </a:cubicBezTo>
                  <a:cubicBezTo>
                    <a:pt x="532" y="818"/>
                    <a:pt x="571" y="739"/>
                    <a:pt x="611" y="641"/>
                  </a:cubicBezTo>
                  <a:cubicBezTo>
                    <a:pt x="666" y="633"/>
                    <a:pt x="721" y="627"/>
                    <a:pt x="775" y="627"/>
                  </a:cubicBezTo>
                  <a:close/>
                  <a:moveTo>
                    <a:pt x="1222" y="463"/>
                  </a:moveTo>
                  <a:cubicBezTo>
                    <a:pt x="1409" y="493"/>
                    <a:pt x="1586" y="513"/>
                    <a:pt x="1754" y="552"/>
                  </a:cubicBezTo>
                  <a:cubicBezTo>
                    <a:pt x="1852" y="572"/>
                    <a:pt x="1960" y="592"/>
                    <a:pt x="2010" y="729"/>
                  </a:cubicBezTo>
                  <a:cubicBezTo>
                    <a:pt x="1852" y="769"/>
                    <a:pt x="1685" y="798"/>
                    <a:pt x="1537" y="848"/>
                  </a:cubicBezTo>
                  <a:cubicBezTo>
                    <a:pt x="1450" y="877"/>
                    <a:pt x="1363" y="944"/>
                    <a:pt x="1275" y="993"/>
                  </a:cubicBezTo>
                  <a:lnTo>
                    <a:pt x="1275" y="993"/>
                  </a:lnTo>
                  <a:cubicBezTo>
                    <a:pt x="1277" y="990"/>
                    <a:pt x="1279" y="988"/>
                    <a:pt x="1281" y="986"/>
                  </a:cubicBezTo>
                  <a:lnTo>
                    <a:pt x="1281" y="986"/>
                  </a:lnTo>
                  <a:cubicBezTo>
                    <a:pt x="1222" y="995"/>
                    <a:pt x="1153" y="1005"/>
                    <a:pt x="1103" y="1025"/>
                  </a:cubicBezTo>
                  <a:cubicBezTo>
                    <a:pt x="1044" y="1045"/>
                    <a:pt x="1005" y="1084"/>
                    <a:pt x="916" y="1143"/>
                  </a:cubicBezTo>
                  <a:cubicBezTo>
                    <a:pt x="965" y="858"/>
                    <a:pt x="1222" y="700"/>
                    <a:pt x="1222" y="463"/>
                  </a:cubicBezTo>
                  <a:close/>
                  <a:moveTo>
                    <a:pt x="867" y="887"/>
                  </a:moveTo>
                  <a:cubicBezTo>
                    <a:pt x="847" y="1025"/>
                    <a:pt x="857" y="1153"/>
                    <a:pt x="808" y="1252"/>
                  </a:cubicBezTo>
                  <a:cubicBezTo>
                    <a:pt x="759" y="1350"/>
                    <a:pt x="660" y="1429"/>
                    <a:pt x="571" y="1537"/>
                  </a:cubicBezTo>
                  <a:cubicBezTo>
                    <a:pt x="434" y="1518"/>
                    <a:pt x="315" y="1439"/>
                    <a:pt x="207" y="1321"/>
                  </a:cubicBezTo>
                  <a:cubicBezTo>
                    <a:pt x="414" y="1153"/>
                    <a:pt x="552" y="907"/>
                    <a:pt x="867" y="887"/>
                  </a:cubicBezTo>
                  <a:close/>
                  <a:moveTo>
                    <a:pt x="2203" y="826"/>
                  </a:moveTo>
                  <a:cubicBezTo>
                    <a:pt x="2346" y="826"/>
                    <a:pt x="2482" y="853"/>
                    <a:pt x="2611" y="887"/>
                  </a:cubicBezTo>
                  <a:cubicBezTo>
                    <a:pt x="3162" y="1045"/>
                    <a:pt x="3576" y="1389"/>
                    <a:pt x="3852" y="1892"/>
                  </a:cubicBezTo>
                  <a:cubicBezTo>
                    <a:pt x="3881" y="1941"/>
                    <a:pt x="3901" y="2010"/>
                    <a:pt x="3911" y="2069"/>
                  </a:cubicBezTo>
                  <a:cubicBezTo>
                    <a:pt x="3980" y="2434"/>
                    <a:pt x="3950" y="2798"/>
                    <a:pt x="3852" y="3153"/>
                  </a:cubicBezTo>
                  <a:cubicBezTo>
                    <a:pt x="3832" y="3212"/>
                    <a:pt x="3822" y="3261"/>
                    <a:pt x="3802" y="3320"/>
                  </a:cubicBezTo>
                  <a:cubicBezTo>
                    <a:pt x="3665" y="3754"/>
                    <a:pt x="3369" y="4039"/>
                    <a:pt x="2955" y="4197"/>
                  </a:cubicBezTo>
                  <a:cubicBezTo>
                    <a:pt x="2730" y="4283"/>
                    <a:pt x="2505" y="4325"/>
                    <a:pt x="2282" y="4325"/>
                  </a:cubicBezTo>
                  <a:cubicBezTo>
                    <a:pt x="2047" y="4325"/>
                    <a:pt x="1814" y="4278"/>
                    <a:pt x="1586" y="4187"/>
                  </a:cubicBezTo>
                  <a:cubicBezTo>
                    <a:pt x="1231" y="4059"/>
                    <a:pt x="916" y="3862"/>
                    <a:pt x="719" y="3527"/>
                  </a:cubicBezTo>
                  <a:cubicBezTo>
                    <a:pt x="680" y="3458"/>
                    <a:pt x="640" y="3379"/>
                    <a:pt x="611" y="3300"/>
                  </a:cubicBezTo>
                  <a:cubicBezTo>
                    <a:pt x="552" y="3094"/>
                    <a:pt x="473" y="2887"/>
                    <a:pt x="434" y="2680"/>
                  </a:cubicBezTo>
                  <a:cubicBezTo>
                    <a:pt x="374" y="2325"/>
                    <a:pt x="493" y="2000"/>
                    <a:pt x="660" y="1695"/>
                  </a:cubicBezTo>
                  <a:cubicBezTo>
                    <a:pt x="719" y="1606"/>
                    <a:pt x="768" y="1518"/>
                    <a:pt x="828" y="1429"/>
                  </a:cubicBezTo>
                  <a:cubicBezTo>
                    <a:pt x="867" y="1360"/>
                    <a:pt x="916" y="1301"/>
                    <a:pt x="1005" y="1271"/>
                  </a:cubicBezTo>
                  <a:cubicBezTo>
                    <a:pt x="1139" y="1233"/>
                    <a:pt x="1199" y="1101"/>
                    <a:pt x="1274" y="994"/>
                  </a:cubicBezTo>
                  <a:lnTo>
                    <a:pt x="1274" y="994"/>
                  </a:lnTo>
                  <a:cubicBezTo>
                    <a:pt x="1559" y="916"/>
                    <a:pt x="1843" y="848"/>
                    <a:pt x="2138" y="828"/>
                  </a:cubicBezTo>
                  <a:cubicBezTo>
                    <a:pt x="2160" y="827"/>
                    <a:pt x="2182" y="826"/>
                    <a:pt x="2203" y="826"/>
                  </a:cubicBezTo>
                  <a:close/>
                  <a:moveTo>
                    <a:pt x="2000" y="1"/>
                  </a:moveTo>
                  <a:cubicBezTo>
                    <a:pt x="1832" y="119"/>
                    <a:pt x="1685" y="207"/>
                    <a:pt x="1547" y="326"/>
                  </a:cubicBezTo>
                  <a:cubicBezTo>
                    <a:pt x="1502" y="365"/>
                    <a:pt x="1467" y="382"/>
                    <a:pt x="1430" y="382"/>
                  </a:cubicBezTo>
                  <a:cubicBezTo>
                    <a:pt x="1402" y="382"/>
                    <a:pt x="1374" y="372"/>
                    <a:pt x="1340" y="355"/>
                  </a:cubicBezTo>
                  <a:cubicBezTo>
                    <a:pt x="1281" y="316"/>
                    <a:pt x="1222" y="286"/>
                    <a:pt x="1143" y="247"/>
                  </a:cubicBezTo>
                  <a:cubicBezTo>
                    <a:pt x="1133" y="375"/>
                    <a:pt x="1123" y="463"/>
                    <a:pt x="1113" y="572"/>
                  </a:cubicBezTo>
                  <a:cubicBezTo>
                    <a:pt x="956" y="552"/>
                    <a:pt x="808" y="542"/>
                    <a:pt x="670" y="532"/>
                  </a:cubicBezTo>
                  <a:cubicBezTo>
                    <a:pt x="658" y="531"/>
                    <a:pt x="647" y="530"/>
                    <a:pt x="636" y="530"/>
                  </a:cubicBezTo>
                  <a:cubicBezTo>
                    <a:pt x="579" y="530"/>
                    <a:pt x="547" y="554"/>
                    <a:pt x="522" y="621"/>
                  </a:cubicBezTo>
                  <a:cubicBezTo>
                    <a:pt x="483" y="739"/>
                    <a:pt x="424" y="848"/>
                    <a:pt x="384" y="966"/>
                  </a:cubicBezTo>
                  <a:cubicBezTo>
                    <a:pt x="345" y="1084"/>
                    <a:pt x="286" y="1173"/>
                    <a:pt x="168" y="1222"/>
                  </a:cubicBezTo>
                  <a:cubicBezTo>
                    <a:pt x="118" y="1242"/>
                    <a:pt x="79" y="1271"/>
                    <a:pt x="0" y="1311"/>
                  </a:cubicBezTo>
                  <a:cubicBezTo>
                    <a:pt x="197" y="1439"/>
                    <a:pt x="355" y="1547"/>
                    <a:pt x="532" y="1655"/>
                  </a:cubicBezTo>
                  <a:cubicBezTo>
                    <a:pt x="483" y="1813"/>
                    <a:pt x="424" y="1961"/>
                    <a:pt x="394" y="2118"/>
                  </a:cubicBezTo>
                  <a:cubicBezTo>
                    <a:pt x="355" y="2315"/>
                    <a:pt x="296" y="2512"/>
                    <a:pt x="355" y="2709"/>
                  </a:cubicBezTo>
                  <a:cubicBezTo>
                    <a:pt x="404" y="2916"/>
                    <a:pt x="473" y="3123"/>
                    <a:pt x="542" y="3330"/>
                  </a:cubicBezTo>
                  <a:cubicBezTo>
                    <a:pt x="581" y="3438"/>
                    <a:pt x="640" y="3537"/>
                    <a:pt x="700" y="3635"/>
                  </a:cubicBezTo>
                  <a:cubicBezTo>
                    <a:pt x="808" y="3823"/>
                    <a:pt x="985" y="3941"/>
                    <a:pt x="1163" y="4069"/>
                  </a:cubicBezTo>
                  <a:cubicBezTo>
                    <a:pt x="1504" y="4304"/>
                    <a:pt x="1871" y="4419"/>
                    <a:pt x="2272" y="4419"/>
                  </a:cubicBezTo>
                  <a:cubicBezTo>
                    <a:pt x="2357" y="4419"/>
                    <a:pt x="2444" y="4414"/>
                    <a:pt x="2532" y="4404"/>
                  </a:cubicBezTo>
                  <a:cubicBezTo>
                    <a:pt x="2788" y="4364"/>
                    <a:pt x="3014" y="4295"/>
                    <a:pt x="3241" y="4158"/>
                  </a:cubicBezTo>
                  <a:cubicBezTo>
                    <a:pt x="3537" y="3970"/>
                    <a:pt x="3763" y="3724"/>
                    <a:pt x="3871" y="3399"/>
                  </a:cubicBezTo>
                  <a:cubicBezTo>
                    <a:pt x="3990" y="3025"/>
                    <a:pt x="4049" y="2641"/>
                    <a:pt x="4019" y="2246"/>
                  </a:cubicBezTo>
                  <a:cubicBezTo>
                    <a:pt x="4009" y="2089"/>
                    <a:pt x="3980" y="1931"/>
                    <a:pt x="3891" y="1803"/>
                  </a:cubicBezTo>
                  <a:cubicBezTo>
                    <a:pt x="3694" y="1488"/>
                    <a:pt x="3458" y="1202"/>
                    <a:pt x="3123" y="1025"/>
                  </a:cubicBezTo>
                  <a:cubicBezTo>
                    <a:pt x="3024" y="966"/>
                    <a:pt x="2916" y="917"/>
                    <a:pt x="2817" y="858"/>
                  </a:cubicBezTo>
                  <a:cubicBezTo>
                    <a:pt x="2817" y="818"/>
                    <a:pt x="2817" y="779"/>
                    <a:pt x="2827" y="749"/>
                  </a:cubicBezTo>
                  <a:cubicBezTo>
                    <a:pt x="2837" y="710"/>
                    <a:pt x="2847" y="661"/>
                    <a:pt x="2847" y="621"/>
                  </a:cubicBezTo>
                  <a:cubicBezTo>
                    <a:pt x="2867" y="542"/>
                    <a:pt x="2886" y="463"/>
                    <a:pt x="2886" y="385"/>
                  </a:cubicBezTo>
                  <a:cubicBezTo>
                    <a:pt x="2886" y="282"/>
                    <a:pt x="2864" y="245"/>
                    <a:pt x="2800" y="245"/>
                  </a:cubicBezTo>
                  <a:cubicBezTo>
                    <a:pt x="2778" y="245"/>
                    <a:pt x="2752" y="249"/>
                    <a:pt x="2719" y="257"/>
                  </a:cubicBezTo>
                  <a:cubicBezTo>
                    <a:pt x="2591" y="286"/>
                    <a:pt x="2473" y="306"/>
                    <a:pt x="2374" y="326"/>
                  </a:cubicBezTo>
                  <a:cubicBezTo>
                    <a:pt x="2226" y="198"/>
                    <a:pt x="2108" y="99"/>
                    <a:pt x="20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/>
          <p:nvPr/>
        </p:nvSpPr>
        <p:spPr>
          <a:xfrm>
            <a:off x="157650" y="170900"/>
            <a:ext cx="8828700" cy="4801800"/>
          </a:xfrm>
          <a:prstGeom prst="plaque">
            <a:avLst>
              <a:gd name="adj" fmla="val 377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06" name="Google Shape;106;p8"/>
          <p:cNvGrpSpPr/>
          <p:nvPr/>
        </p:nvGrpSpPr>
        <p:grpSpPr>
          <a:xfrm>
            <a:off x="540868" y="641488"/>
            <a:ext cx="1428752" cy="1314277"/>
            <a:chOff x="337012" y="981233"/>
            <a:chExt cx="663333" cy="610185"/>
          </a:xfrm>
        </p:grpSpPr>
        <p:sp>
          <p:nvSpPr>
            <p:cNvPr id="107" name="Google Shape;107;p8"/>
            <p:cNvSpPr/>
            <p:nvPr/>
          </p:nvSpPr>
          <p:spPr>
            <a:xfrm>
              <a:off x="380118" y="981233"/>
              <a:ext cx="620227" cy="610185"/>
            </a:xfrm>
            <a:custGeom>
              <a:avLst/>
              <a:gdLst/>
              <a:ahLst/>
              <a:cxnLst/>
              <a:rect l="l" t="t" r="r" b="b"/>
              <a:pathLst>
                <a:path w="10176" h="10010" extrusionOk="0">
                  <a:moveTo>
                    <a:pt x="6124" y="1"/>
                  </a:moveTo>
                  <a:cubicBezTo>
                    <a:pt x="4140" y="1"/>
                    <a:pt x="2775" y="1679"/>
                    <a:pt x="2945" y="3551"/>
                  </a:cubicBezTo>
                  <a:cubicBezTo>
                    <a:pt x="3172" y="6043"/>
                    <a:pt x="0" y="7285"/>
                    <a:pt x="1586" y="9097"/>
                  </a:cubicBezTo>
                  <a:cubicBezTo>
                    <a:pt x="2146" y="9737"/>
                    <a:pt x="2692" y="10010"/>
                    <a:pt x="3272" y="10010"/>
                  </a:cubicBezTo>
                  <a:cubicBezTo>
                    <a:pt x="4337" y="10010"/>
                    <a:pt x="5520" y="9095"/>
                    <a:pt x="7132" y="7846"/>
                  </a:cubicBezTo>
                  <a:cubicBezTo>
                    <a:pt x="9624" y="5925"/>
                    <a:pt x="10176" y="1670"/>
                    <a:pt x="8265" y="606"/>
                  </a:cubicBezTo>
                  <a:cubicBezTo>
                    <a:pt x="7506" y="185"/>
                    <a:pt x="6781" y="1"/>
                    <a:pt x="61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8" name="Google Shape;108;p8"/>
            <p:cNvGrpSpPr/>
            <p:nvPr/>
          </p:nvGrpSpPr>
          <p:grpSpPr>
            <a:xfrm>
              <a:off x="337012" y="992301"/>
              <a:ext cx="420282" cy="414017"/>
              <a:chOff x="2768285" y="1830460"/>
              <a:chExt cx="936666" cy="922702"/>
            </a:xfrm>
          </p:grpSpPr>
          <p:sp>
            <p:nvSpPr>
              <p:cNvPr id="109" name="Google Shape;109;p8"/>
              <p:cNvSpPr/>
              <p:nvPr/>
            </p:nvSpPr>
            <p:spPr>
              <a:xfrm>
                <a:off x="3076522" y="2137039"/>
                <a:ext cx="363566" cy="207624"/>
              </a:xfrm>
              <a:custGeom>
                <a:avLst/>
                <a:gdLst/>
                <a:ahLst/>
                <a:cxnLst/>
                <a:rect l="l" t="t" r="r" b="b"/>
                <a:pathLst>
                  <a:path w="18642" h="10646" extrusionOk="0">
                    <a:moveTo>
                      <a:pt x="8881" y="710"/>
                    </a:moveTo>
                    <a:cubicBezTo>
                      <a:pt x="9270" y="710"/>
                      <a:pt x="9659" y="726"/>
                      <a:pt x="10043" y="753"/>
                    </a:cubicBezTo>
                    <a:cubicBezTo>
                      <a:pt x="10082" y="792"/>
                      <a:pt x="10134" y="844"/>
                      <a:pt x="10212" y="857"/>
                    </a:cubicBezTo>
                    <a:cubicBezTo>
                      <a:pt x="13217" y="1859"/>
                      <a:pt x="18642" y="4083"/>
                      <a:pt x="15546" y="8194"/>
                    </a:cubicBezTo>
                    <a:cubicBezTo>
                      <a:pt x="14559" y="9496"/>
                      <a:pt x="12680" y="9866"/>
                      <a:pt x="10808" y="9866"/>
                    </a:cubicBezTo>
                    <a:cubicBezTo>
                      <a:pt x="9445" y="9866"/>
                      <a:pt x="8086" y="9670"/>
                      <a:pt x="7077" y="9495"/>
                    </a:cubicBezTo>
                    <a:cubicBezTo>
                      <a:pt x="3916" y="8948"/>
                      <a:pt x="300" y="7114"/>
                      <a:pt x="2758" y="3407"/>
                    </a:cubicBezTo>
                    <a:cubicBezTo>
                      <a:pt x="4155" y="1296"/>
                      <a:pt x="6519" y="710"/>
                      <a:pt x="8881" y="710"/>
                    </a:cubicBezTo>
                    <a:close/>
                    <a:moveTo>
                      <a:pt x="8335" y="0"/>
                    </a:moveTo>
                    <a:cubicBezTo>
                      <a:pt x="5307" y="0"/>
                      <a:pt x="2276" y="1344"/>
                      <a:pt x="1276" y="4474"/>
                    </a:cubicBezTo>
                    <a:cubicBezTo>
                      <a:pt x="1" y="8506"/>
                      <a:pt x="4098" y="9911"/>
                      <a:pt x="7285" y="10392"/>
                    </a:cubicBezTo>
                    <a:cubicBezTo>
                      <a:pt x="8199" y="10529"/>
                      <a:pt x="9311" y="10645"/>
                      <a:pt x="10459" y="10645"/>
                    </a:cubicBezTo>
                    <a:cubicBezTo>
                      <a:pt x="13347" y="10645"/>
                      <a:pt x="16458" y="9911"/>
                      <a:pt x="17185" y="6932"/>
                    </a:cubicBezTo>
                    <a:cubicBezTo>
                      <a:pt x="18147" y="2926"/>
                      <a:pt x="13542" y="766"/>
                      <a:pt x="10394" y="194"/>
                    </a:cubicBezTo>
                    <a:cubicBezTo>
                      <a:pt x="10386" y="190"/>
                      <a:pt x="10378" y="188"/>
                      <a:pt x="10372" y="188"/>
                    </a:cubicBezTo>
                    <a:cubicBezTo>
                      <a:pt x="10358" y="188"/>
                      <a:pt x="10347" y="194"/>
                      <a:pt x="10329" y="194"/>
                    </a:cubicBezTo>
                    <a:cubicBezTo>
                      <a:pt x="9679" y="66"/>
                      <a:pt x="9007" y="0"/>
                      <a:pt x="83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8"/>
              <p:cNvSpPr/>
              <p:nvPr/>
            </p:nvSpPr>
            <p:spPr>
              <a:xfrm>
                <a:off x="2768285" y="1830460"/>
                <a:ext cx="936666" cy="922702"/>
              </a:xfrm>
              <a:custGeom>
                <a:avLst/>
                <a:gdLst/>
                <a:ahLst/>
                <a:cxnLst/>
                <a:rect l="l" t="t" r="r" b="b"/>
                <a:pathLst>
                  <a:path w="48028" h="47312" extrusionOk="0">
                    <a:moveTo>
                      <a:pt x="37477" y="5364"/>
                    </a:moveTo>
                    <a:lnTo>
                      <a:pt x="37477" y="5364"/>
                    </a:lnTo>
                    <a:cubicBezTo>
                      <a:pt x="40860" y="7341"/>
                      <a:pt x="43253" y="10034"/>
                      <a:pt x="45360" y="13247"/>
                    </a:cubicBezTo>
                    <a:cubicBezTo>
                      <a:pt x="44593" y="12558"/>
                      <a:pt x="43669" y="11985"/>
                      <a:pt x="42720" y="11452"/>
                    </a:cubicBezTo>
                    <a:cubicBezTo>
                      <a:pt x="41510" y="10763"/>
                      <a:pt x="40183" y="10112"/>
                      <a:pt x="39260" y="9033"/>
                    </a:cubicBezTo>
                    <a:cubicBezTo>
                      <a:pt x="38336" y="7953"/>
                      <a:pt x="38011" y="6626"/>
                      <a:pt x="37477" y="5364"/>
                    </a:cubicBezTo>
                    <a:close/>
                    <a:moveTo>
                      <a:pt x="13698" y="3179"/>
                    </a:moveTo>
                    <a:lnTo>
                      <a:pt x="13698" y="3179"/>
                    </a:lnTo>
                    <a:cubicBezTo>
                      <a:pt x="12749" y="4311"/>
                      <a:pt x="11968" y="5572"/>
                      <a:pt x="10563" y="6431"/>
                    </a:cubicBezTo>
                    <a:cubicBezTo>
                      <a:pt x="8859" y="7459"/>
                      <a:pt x="7207" y="8031"/>
                      <a:pt x="6206" y="9904"/>
                    </a:cubicBezTo>
                    <a:cubicBezTo>
                      <a:pt x="5347" y="11504"/>
                      <a:pt x="5815" y="13468"/>
                      <a:pt x="4996" y="15029"/>
                    </a:cubicBezTo>
                    <a:cubicBezTo>
                      <a:pt x="4437" y="16096"/>
                      <a:pt x="3331" y="16785"/>
                      <a:pt x="2459" y="17579"/>
                    </a:cubicBezTo>
                    <a:cubicBezTo>
                      <a:pt x="1835" y="18151"/>
                      <a:pt x="1315" y="18776"/>
                      <a:pt x="898" y="19452"/>
                    </a:cubicBezTo>
                    <a:cubicBezTo>
                      <a:pt x="1887" y="11868"/>
                      <a:pt x="6752" y="6106"/>
                      <a:pt x="13698" y="3179"/>
                    </a:cubicBezTo>
                    <a:close/>
                    <a:moveTo>
                      <a:pt x="25569" y="886"/>
                    </a:moveTo>
                    <a:cubicBezTo>
                      <a:pt x="30172" y="886"/>
                      <a:pt x="34997" y="1661"/>
                      <a:pt x="36931" y="6327"/>
                    </a:cubicBezTo>
                    <a:cubicBezTo>
                      <a:pt x="37595" y="7940"/>
                      <a:pt x="38180" y="9332"/>
                      <a:pt x="39559" y="10450"/>
                    </a:cubicBezTo>
                    <a:cubicBezTo>
                      <a:pt x="40730" y="11400"/>
                      <a:pt x="42134" y="11985"/>
                      <a:pt x="43409" y="12779"/>
                    </a:cubicBezTo>
                    <a:cubicBezTo>
                      <a:pt x="46557" y="14743"/>
                      <a:pt x="46765" y="17384"/>
                      <a:pt x="46297" y="20831"/>
                    </a:cubicBezTo>
                    <a:cubicBezTo>
                      <a:pt x="46102" y="22236"/>
                      <a:pt x="45946" y="23602"/>
                      <a:pt x="46076" y="25007"/>
                    </a:cubicBezTo>
                    <a:cubicBezTo>
                      <a:pt x="45972" y="25085"/>
                      <a:pt x="45920" y="25228"/>
                      <a:pt x="45998" y="25371"/>
                    </a:cubicBezTo>
                    <a:cubicBezTo>
                      <a:pt x="46050" y="25475"/>
                      <a:pt x="46102" y="25579"/>
                      <a:pt x="46154" y="25683"/>
                    </a:cubicBezTo>
                    <a:cubicBezTo>
                      <a:pt x="46154" y="25748"/>
                      <a:pt x="46167" y="25800"/>
                      <a:pt x="46167" y="25852"/>
                    </a:cubicBezTo>
                    <a:cubicBezTo>
                      <a:pt x="46193" y="25956"/>
                      <a:pt x="46245" y="26021"/>
                      <a:pt x="46310" y="26060"/>
                    </a:cubicBezTo>
                    <a:cubicBezTo>
                      <a:pt x="47039" y="27908"/>
                      <a:pt x="46856" y="29911"/>
                      <a:pt x="45517" y="31511"/>
                    </a:cubicBezTo>
                    <a:cubicBezTo>
                      <a:pt x="44385" y="32864"/>
                      <a:pt x="43019" y="33163"/>
                      <a:pt x="41406" y="33592"/>
                    </a:cubicBezTo>
                    <a:cubicBezTo>
                      <a:pt x="39611" y="34060"/>
                      <a:pt x="38388" y="34763"/>
                      <a:pt x="37347" y="36337"/>
                    </a:cubicBezTo>
                    <a:cubicBezTo>
                      <a:pt x="35825" y="38665"/>
                      <a:pt x="34954" y="41059"/>
                      <a:pt x="32092" y="42074"/>
                    </a:cubicBezTo>
                    <a:cubicBezTo>
                      <a:pt x="31261" y="42364"/>
                      <a:pt x="30465" y="42497"/>
                      <a:pt x="29699" y="42497"/>
                    </a:cubicBezTo>
                    <a:cubicBezTo>
                      <a:pt x="27718" y="42497"/>
                      <a:pt x="25938" y="41605"/>
                      <a:pt x="24287" y="40226"/>
                    </a:cubicBezTo>
                    <a:cubicBezTo>
                      <a:pt x="22921" y="39082"/>
                      <a:pt x="21685" y="38015"/>
                      <a:pt x="19864" y="37742"/>
                    </a:cubicBezTo>
                    <a:cubicBezTo>
                      <a:pt x="19486" y="37685"/>
                      <a:pt x="19108" y="37661"/>
                      <a:pt x="18731" y="37661"/>
                    </a:cubicBezTo>
                    <a:cubicBezTo>
                      <a:pt x="17471" y="37661"/>
                      <a:pt x="16214" y="37926"/>
                      <a:pt x="14973" y="38106"/>
                    </a:cubicBezTo>
                    <a:cubicBezTo>
                      <a:pt x="14270" y="38208"/>
                      <a:pt x="13559" y="38269"/>
                      <a:pt x="12861" y="38269"/>
                    </a:cubicBezTo>
                    <a:cubicBezTo>
                      <a:pt x="10434" y="38269"/>
                      <a:pt x="8153" y="37527"/>
                      <a:pt x="6830" y="35153"/>
                    </a:cubicBezTo>
                    <a:cubicBezTo>
                      <a:pt x="5711" y="33163"/>
                      <a:pt x="5789" y="30873"/>
                      <a:pt x="4398" y="28987"/>
                    </a:cubicBezTo>
                    <a:cubicBezTo>
                      <a:pt x="2902" y="26958"/>
                      <a:pt x="768" y="25462"/>
                      <a:pt x="794" y="22665"/>
                    </a:cubicBezTo>
                    <a:cubicBezTo>
                      <a:pt x="807" y="19868"/>
                      <a:pt x="2680" y="18646"/>
                      <a:pt x="4489" y="16929"/>
                    </a:cubicBezTo>
                    <a:cubicBezTo>
                      <a:pt x="6024" y="15459"/>
                      <a:pt x="5972" y="14210"/>
                      <a:pt x="6336" y="12220"/>
                    </a:cubicBezTo>
                    <a:cubicBezTo>
                      <a:pt x="6934" y="8928"/>
                      <a:pt x="9107" y="8408"/>
                      <a:pt x="11552" y="6808"/>
                    </a:cubicBezTo>
                    <a:cubicBezTo>
                      <a:pt x="13269" y="5689"/>
                      <a:pt x="13763" y="3582"/>
                      <a:pt x="15481" y="2476"/>
                    </a:cubicBezTo>
                    <a:cubicBezTo>
                      <a:pt x="17497" y="1176"/>
                      <a:pt x="20216" y="1072"/>
                      <a:pt x="22544" y="967"/>
                    </a:cubicBezTo>
                    <a:cubicBezTo>
                      <a:pt x="23518" y="925"/>
                      <a:pt x="24538" y="886"/>
                      <a:pt x="25569" y="886"/>
                    </a:cubicBezTo>
                    <a:close/>
                    <a:moveTo>
                      <a:pt x="1041" y="26073"/>
                    </a:moveTo>
                    <a:cubicBezTo>
                      <a:pt x="1432" y="26698"/>
                      <a:pt x="1913" y="27296"/>
                      <a:pt x="2433" y="27895"/>
                    </a:cubicBezTo>
                    <a:cubicBezTo>
                      <a:pt x="3760" y="29416"/>
                      <a:pt x="4593" y="30665"/>
                      <a:pt x="5152" y="32643"/>
                    </a:cubicBezTo>
                    <a:cubicBezTo>
                      <a:pt x="5438" y="33631"/>
                      <a:pt x="5646" y="34633"/>
                      <a:pt x="6154" y="35543"/>
                    </a:cubicBezTo>
                    <a:cubicBezTo>
                      <a:pt x="7168" y="37339"/>
                      <a:pt x="8989" y="38626"/>
                      <a:pt x="11019" y="39004"/>
                    </a:cubicBezTo>
                    <a:cubicBezTo>
                      <a:pt x="11493" y="39093"/>
                      <a:pt x="11967" y="39130"/>
                      <a:pt x="12439" y="39130"/>
                    </a:cubicBezTo>
                    <a:cubicBezTo>
                      <a:pt x="14488" y="39130"/>
                      <a:pt x="16520" y="38444"/>
                      <a:pt x="18569" y="38444"/>
                    </a:cubicBezTo>
                    <a:cubicBezTo>
                      <a:pt x="18584" y="38444"/>
                      <a:pt x="18600" y="38444"/>
                      <a:pt x="18616" y="38444"/>
                    </a:cubicBezTo>
                    <a:cubicBezTo>
                      <a:pt x="22167" y="38444"/>
                      <a:pt x="23598" y="41423"/>
                      <a:pt x="26538" y="42672"/>
                    </a:cubicBezTo>
                    <a:cubicBezTo>
                      <a:pt x="27502" y="43076"/>
                      <a:pt x="28554" y="43271"/>
                      <a:pt x="29605" y="43271"/>
                    </a:cubicBezTo>
                    <a:cubicBezTo>
                      <a:pt x="30314" y="43271"/>
                      <a:pt x="31021" y="43183"/>
                      <a:pt x="31702" y="43010"/>
                    </a:cubicBezTo>
                    <a:cubicBezTo>
                      <a:pt x="33536" y="42542"/>
                      <a:pt x="35136" y="41475"/>
                      <a:pt x="36229" y="39927"/>
                    </a:cubicBezTo>
                    <a:cubicBezTo>
                      <a:pt x="36931" y="38926"/>
                      <a:pt x="37399" y="37781"/>
                      <a:pt x="38076" y="36766"/>
                    </a:cubicBezTo>
                    <a:cubicBezTo>
                      <a:pt x="39221" y="35101"/>
                      <a:pt x="40534" y="34750"/>
                      <a:pt x="42356" y="34269"/>
                    </a:cubicBezTo>
                    <a:cubicBezTo>
                      <a:pt x="43552" y="33956"/>
                      <a:pt x="44593" y="33397"/>
                      <a:pt x="45426" y="32669"/>
                    </a:cubicBezTo>
                    <a:lnTo>
                      <a:pt x="45426" y="32669"/>
                    </a:lnTo>
                    <a:cubicBezTo>
                      <a:pt x="43331" y="36974"/>
                      <a:pt x="40834" y="40669"/>
                      <a:pt x="36671" y="43283"/>
                    </a:cubicBezTo>
                    <a:cubicBezTo>
                      <a:pt x="33143" y="45503"/>
                      <a:pt x="29044" y="46567"/>
                      <a:pt x="24918" y="46567"/>
                    </a:cubicBezTo>
                    <a:cubicBezTo>
                      <a:pt x="23507" y="46567"/>
                      <a:pt x="22093" y="46443"/>
                      <a:pt x="20697" y="46197"/>
                    </a:cubicBezTo>
                    <a:cubicBezTo>
                      <a:pt x="15533" y="45287"/>
                      <a:pt x="10824" y="42568"/>
                      <a:pt x="7220" y="38808"/>
                    </a:cubicBezTo>
                    <a:cubicBezTo>
                      <a:pt x="3721" y="35140"/>
                      <a:pt x="1536" y="30990"/>
                      <a:pt x="1041" y="26073"/>
                    </a:cubicBezTo>
                    <a:close/>
                    <a:moveTo>
                      <a:pt x="25055" y="0"/>
                    </a:moveTo>
                    <a:cubicBezTo>
                      <a:pt x="24522" y="0"/>
                      <a:pt x="23992" y="8"/>
                      <a:pt x="23468" y="18"/>
                    </a:cubicBezTo>
                    <a:cubicBezTo>
                      <a:pt x="21100" y="83"/>
                      <a:pt x="18498" y="161"/>
                      <a:pt x="16287" y="1111"/>
                    </a:cubicBezTo>
                    <a:cubicBezTo>
                      <a:pt x="15481" y="1449"/>
                      <a:pt x="14869" y="1930"/>
                      <a:pt x="14336" y="2463"/>
                    </a:cubicBezTo>
                    <a:cubicBezTo>
                      <a:pt x="6271" y="4727"/>
                      <a:pt x="820" y="12194"/>
                      <a:pt x="235" y="20415"/>
                    </a:cubicBezTo>
                    <a:cubicBezTo>
                      <a:pt x="222" y="20532"/>
                      <a:pt x="274" y="20610"/>
                      <a:pt x="339" y="20649"/>
                    </a:cubicBezTo>
                    <a:cubicBezTo>
                      <a:pt x="131" y="21273"/>
                      <a:pt x="1" y="21950"/>
                      <a:pt x="1" y="22665"/>
                    </a:cubicBezTo>
                    <a:cubicBezTo>
                      <a:pt x="1" y="23251"/>
                      <a:pt x="92" y="23784"/>
                      <a:pt x="235" y="24304"/>
                    </a:cubicBezTo>
                    <a:cubicBezTo>
                      <a:pt x="222" y="24343"/>
                      <a:pt x="209" y="24382"/>
                      <a:pt x="209" y="24421"/>
                    </a:cubicBezTo>
                    <a:cubicBezTo>
                      <a:pt x="300" y="30275"/>
                      <a:pt x="2628" y="35140"/>
                      <a:pt x="6674" y="39355"/>
                    </a:cubicBezTo>
                    <a:cubicBezTo>
                      <a:pt x="10472" y="43335"/>
                      <a:pt x="15455" y="46106"/>
                      <a:pt x="20905" y="47017"/>
                    </a:cubicBezTo>
                    <a:cubicBezTo>
                      <a:pt x="22095" y="47214"/>
                      <a:pt x="23320" y="47311"/>
                      <a:pt x="24560" y="47311"/>
                    </a:cubicBezTo>
                    <a:cubicBezTo>
                      <a:pt x="33773" y="47311"/>
                      <a:pt x="43790" y="41945"/>
                      <a:pt x="45946" y="32486"/>
                    </a:cubicBezTo>
                    <a:cubicBezTo>
                      <a:pt x="45972" y="32395"/>
                      <a:pt x="45920" y="32317"/>
                      <a:pt x="45855" y="32265"/>
                    </a:cubicBezTo>
                    <a:cubicBezTo>
                      <a:pt x="47494" y="30548"/>
                      <a:pt x="48027" y="28077"/>
                      <a:pt x="46778" y="25579"/>
                    </a:cubicBezTo>
                    <a:cubicBezTo>
                      <a:pt x="46362" y="22418"/>
                      <a:pt x="47936" y="19218"/>
                      <a:pt x="47143" y="16109"/>
                    </a:cubicBezTo>
                    <a:cubicBezTo>
                      <a:pt x="46934" y="15316"/>
                      <a:pt x="46583" y="14652"/>
                      <a:pt x="46141" y="14080"/>
                    </a:cubicBezTo>
                    <a:cubicBezTo>
                      <a:pt x="46141" y="14080"/>
                      <a:pt x="46141" y="14067"/>
                      <a:pt x="46141" y="14067"/>
                    </a:cubicBezTo>
                    <a:cubicBezTo>
                      <a:pt x="44541" y="10008"/>
                      <a:pt x="41120" y="6756"/>
                      <a:pt x="37386" y="4649"/>
                    </a:cubicBezTo>
                    <a:cubicBezTo>
                      <a:pt x="37341" y="4623"/>
                      <a:pt x="37299" y="4613"/>
                      <a:pt x="37258" y="4613"/>
                    </a:cubicBezTo>
                    <a:cubicBezTo>
                      <a:pt x="37217" y="4613"/>
                      <a:pt x="37178" y="4623"/>
                      <a:pt x="37139" y="4636"/>
                    </a:cubicBezTo>
                    <a:cubicBezTo>
                      <a:pt x="35982" y="2450"/>
                      <a:pt x="33939" y="1267"/>
                      <a:pt x="31585" y="655"/>
                    </a:cubicBezTo>
                    <a:cubicBezTo>
                      <a:pt x="29472" y="122"/>
                      <a:pt x="27241" y="0"/>
                      <a:pt x="250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8"/>
              <p:cNvSpPr/>
              <p:nvPr/>
            </p:nvSpPr>
            <p:spPr>
              <a:xfrm>
                <a:off x="3363969" y="2544466"/>
                <a:ext cx="71048" cy="57571"/>
              </a:xfrm>
              <a:custGeom>
                <a:avLst/>
                <a:gdLst/>
                <a:ahLst/>
                <a:cxnLst/>
                <a:rect l="l" t="t" r="r" b="b"/>
                <a:pathLst>
                  <a:path w="3643" h="2952" extrusionOk="0">
                    <a:moveTo>
                      <a:pt x="3174" y="610"/>
                    </a:moveTo>
                    <a:cubicBezTo>
                      <a:pt x="3096" y="910"/>
                      <a:pt x="2992" y="1196"/>
                      <a:pt x="2836" y="1456"/>
                    </a:cubicBezTo>
                    <a:cubicBezTo>
                      <a:pt x="2680" y="1729"/>
                      <a:pt x="2316" y="2315"/>
                      <a:pt x="1951" y="2367"/>
                    </a:cubicBezTo>
                    <a:cubicBezTo>
                      <a:pt x="1902" y="2399"/>
                      <a:pt x="1859" y="2416"/>
                      <a:pt x="1821" y="2416"/>
                    </a:cubicBezTo>
                    <a:cubicBezTo>
                      <a:pt x="1710" y="2416"/>
                      <a:pt x="1649" y="2272"/>
                      <a:pt x="1639" y="1989"/>
                    </a:cubicBezTo>
                    <a:cubicBezTo>
                      <a:pt x="1717" y="1911"/>
                      <a:pt x="1795" y="1820"/>
                      <a:pt x="1873" y="1742"/>
                    </a:cubicBezTo>
                    <a:cubicBezTo>
                      <a:pt x="2029" y="1573"/>
                      <a:pt x="2198" y="1417"/>
                      <a:pt x="2368" y="1261"/>
                    </a:cubicBezTo>
                    <a:cubicBezTo>
                      <a:pt x="2628" y="1040"/>
                      <a:pt x="2901" y="832"/>
                      <a:pt x="3174" y="610"/>
                    </a:cubicBezTo>
                    <a:close/>
                    <a:moveTo>
                      <a:pt x="3443" y="1"/>
                    </a:moveTo>
                    <a:cubicBezTo>
                      <a:pt x="3355" y="1"/>
                      <a:pt x="3265" y="63"/>
                      <a:pt x="3252" y="181"/>
                    </a:cubicBezTo>
                    <a:cubicBezTo>
                      <a:pt x="3252" y="194"/>
                      <a:pt x="3239" y="220"/>
                      <a:pt x="3239" y="246"/>
                    </a:cubicBezTo>
                    <a:cubicBezTo>
                      <a:pt x="3211" y="232"/>
                      <a:pt x="3182" y="222"/>
                      <a:pt x="3151" y="222"/>
                    </a:cubicBezTo>
                    <a:cubicBezTo>
                      <a:pt x="3126" y="222"/>
                      <a:pt x="3099" y="229"/>
                      <a:pt x="3070" y="246"/>
                    </a:cubicBezTo>
                    <a:cubicBezTo>
                      <a:pt x="2511" y="545"/>
                      <a:pt x="0" y="2328"/>
                      <a:pt x="1509" y="2900"/>
                    </a:cubicBezTo>
                    <a:cubicBezTo>
                      <a:pt x="1606" y="2936"/>
                      <a:pt x="1701" y="2952"/>
                      <a:pt x="1794" y="2952"/>
                    </a:cubicBezTo>
                    <a:cubicBezTo>
                      <a:pt x="2278" y="2952"/>
                      <a:pt x="2708" y="2518"/>
                      <a:pt x="2992" y="2158"/>
                    </a:cubicBezTo>
                    <a:cubicBezTo>
                      <a:pt x="3434" y="1586"/>
                      <a:pt x="3642" y="897"/>
                      <a:pt x="3616" y="181"/>
                    </a:cubicBezTo>
                    <a:cubicBezTo>
                      <a:pt x="3610" y="59"/>
                      <a:pt x="3528" y="1"/>
                      <a:pt x="34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8"/>
              <p:cNvSpPr/>
              <p:nvPr/>
            </p:nvSpPr>
            <p:spPr>
              <a:xfrm>
                <a:off x="3314491" y="2531984"/>
                <a:ext cx="41111" cy="44056"/>
              </a:xfrm>
              <a:custGeom>
                <a:avLst/>
                <a:gdLst/>
                <a:ahLst/>
                <a:cxnLst/>
                <a:rect l="l" t="t" r="r" b="b"/>
                <a:pathLst>
                  <a:path w="2108" h="2259" extrusionOk="0">
                    <a:moveTo>
                      <a:pt x="603" y="0"/>
                    </a:moveTo>
                    <a:cubicBezTo>
                      <a:pt x="427" y="0"/>
                      <a:pt x="398" y="303"/>
                      <a:pt x="573" y="353"/>
                    </a:cubicBezTo>
                    <a:cubicBezTo>
                      <a:pt x="898" y="418"/>
                      <a:pt x="1158" y="613"/>
                      <a:pt x="1327" y="899"/>
                    </a:cubicBezTo>
                    <a:cubicBezTo>
                      <a:pt x="1431" y="1081"/>
                      <a:pt x="1627" y="1602"/>
                      <a:pt x="1353" y="1680"/>
                    </a:cubicBezTo>
                    <a:cubicBezTo>
                      <a:pt x="1334" y="1686"/>
                      <a:pt x="1315" y="1689"/>
                      <a:pt x="1295" y="1689"/>
                    </a:cubicBezTo>
                    <a:cubicBezTo>
                      <a:pt x="1059" y="1689"/>
                      <a:pt x="785" y="1287"/>
                      <a:pt x="677" y="1107"/>
                    </a:cubicBezTo>
                    <a:cubicBezTo>
                      <a:pt x="521" y="834"/>
                      <a:pt x="508" y="561"/>
                      <a:pt x="456" y="262"/>
                    </a:cubicBezTo>
                    <a:cubicBezTo>
                      <a:pt x="443" y="179"/>
                      <a:pt x="371" y="140"/>
                      <a:pt x="296" y="140"/>
                    </a:cubicBezTo>
                    <a:cubicBezTo>
                      <a:pt x="218" y="140"/>
                      <a:pt x="137" y="182"/>
                      <a:pt x="118" y="262"/>
                    </a:cubicBezTo>
                    <a:cubicBezTo>
                      <a:pt x="0" y="769"/>
                      <a:pt x="222" y="1368"/>
                      <a:pt x="547" y="1758"/>
                    </a:cubicBezTo>
                    <a:cubicBezTo>
                      <a:pt x="745" y="1984"/>
                      <a:pt x="1073" y="2258"/>
                      <a:pt x="1387" y="2258"/>
                    </a:cubicBezTo>
                    <a:cubicBezTo>
                      <a:pt x="1506" y="2258"/>
                      <a:pt x="1623" y="2219"/>
                      <a:pt x="1731" y="2122"/>
                    </a:cubicBezTo>
                    <a:cubicBezTo>
                      <a:pt x="2108" y="1797"/>
                      <a:pt x="2017" y="1185"/>
                      <a:pt x="1809" y="795"/>
                    </a:cubicBezTo>
                    <a:cubicBezTo>
                      <a:pt x="1574" y="340"/>
                      <a:pt x="1119" y="67"/>
                      <a:pt x="625" y="2"/>
                    </a:cubicBezTo>
                    <a:cubicBezTo>
                      <a:pt x="617" y="1"/>
                      <a:pt x="610" y="0"/>
                      <a:pt x="6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8"/>
              <p:cNvSpPr/>
              <p:nvPr/>
            </p:nvSpPr>
            <p:spPr>
              <a:xfrm>
                <a:off x="3390083" y="2449586"/>
                <a:ext cx="39356" cy="53222"/>
              </a:xfrm>
              <a:custGeom>
                <a:avLst/>
                <a:gdLst/>
                <a:ahLst/>
                <a:cxnLst/>
                <a:rect l="l" t="t" r="r" b="b"/>
                <a:pathLst>
                  <a:path w="2018" h="2729" extrusionOk="0">
                    <a:moveTo>
                      <a:pt x="1471" y="545"/>
                    </a:moveTo>
                    <a:lnTo>
                      <a:pt x="1471" y="545"/>
                    </a:lnTo>
                    <a:cubicBezTo>
                      <a:pt x="1562" y="845"/>
                      <a:pt x="1562" y="1183"/>
                      <a:pt x="1445" y="1482"/>
                    </a:cubicBezTo>
                    <a:cubicBezTo>
                      <a:pt x="1380" y="1656"/>
                      <a:pt x="1077" y="2186"/>
                      <a:pt x="805" y="2186"/>
                    </a:cubicBezTo>
                    <a:cubicBezTo>
                      <a:pt x="752" y="2186"/>
                      <a:pt x="700" y="2166"/>
                      <a:pt x="651" y="2119"/>
                    </a:cubicBezTo>
                    <a:cubicBezTo>
                      <a:pt x="469" y="1937"/>
                      <a:pt x="703" y="1352"/>
                      <a:pt x="794" y="1170"/>
                    </a:cubicBezTo>
                    <a:cubicBezTo>
                      <a:pt x="951" y="884"/>
                      <a:pt x="1185" y="675"/>
                      <a:pt x="1471" y="545"/>
                    </a:cubicBezTo>
                    <a:close/>
                    <a:moveTo>
                      <a:pt x="1583" y="1"/>
                    </a:moveTo>
                    <a:cubicBezTo>
                      <a:pt x="1560" y="1"/>
                      <a:pt x="1536" y="4"/>
                      <a:pt x="1510" y="12"/>
                    </a:cubicBezTo>
                    <a:cubicBezTo>
                      <a:pt x="925" y="194"/>
                      <a:pt x="456" y="623"/>
                      <a:pt x="235" y="1196"/>
                    </a:cubicBezTo>
                    <a:cubicBezTo>
                      <a:pt x="79" y="1612"/>
                      <a:pt x="1" y="2419"/>
                      <a:pt x="495" y="2666"/>
                    </a:cubicBezTo>
                    <a:cubicBezTo>
                      <a:pt x="579" y="2709"/>
                      <a:pt x="664" y="2729"/>
                      <a:pt x="748" y="2729"/>
                    </a:cubicBezTo>
                    <a:cubicBezTo>
                      <a:pt x="1193" y="2729"/>
                      <a:pt x="1632" y="2196"/>
                      <a:pt x="1796" y="1846"/>
                    </a:cubicBezTo>
                    <a:cubicBezTo>
                      <a:pt x="2017" y="1365"/>
                      <a:pt x="2004" y="818"/>
                      <a:pt x="1783" y="350"/>
                    </a:cubicBezTo>
                    <a:cubicBezTo>
                      <a:pt x="1840" y="201"/>
                      <a:pt x="1756" y="1"/>
                      <a:pt x="15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8"/>
              <p:cNvSpPr/>
              <p:nvPr/>
            </p:nvSpPr>
            <p:spPr>
              <a:xfrm>
                <a:off x="2914651" y="2232367"/>
                <a:ext cx="43920" cy="55875"/>
              </a:xfrm>
              <a:custGeom>
                <a:avLst/>
                <a:gdLst/>
                <a:ahLst/>
                <a:cxnLst/>
                <a:rect l="l" t="t" r="r" b="b"/>
                <a:pathLst>
                  <a:path w="2252" h="2865" extrusionOk="0">
                    <a:moveTo>
                      <a:pt x="1263" y="548"/>
                    </a:moveTo>
                    <a:cubicBezTo>
                      <a:pt x="1588" y="1030"/>
                      <a:pt x="1602" y="1732"/>
                      <a:pt x="1159" y="2148"/>
                    </a:cubicBezTo>
                    <a:cubicBezTo>
                      <a:pt x="1046" y="2247"/>
                      <a:pt x="883" y="2339"/>
                      <a:pt x="751" y="2339"/>
                    </a:cubicBezTo>
                    <a:cubicBezTo>
                      <a:pt x="641" y="2339"/>
                      <a:pt x="553" y="2274"/>
                      <a:pt x="535" y="2096"/>
                    </a:cubicBezTo>
                    <a:cubicBezTo>
                      <a:pt x="522" y="1901"/>
                      <a:pt x="639" y="1641"/>
                      <a:pt x="704" y="1459"/>
                    </a:cubicBezTo>
                    <a:cubicBezTo>
                      <a:pt x="834" y="1121"/>
                      <a:pt x="1016" y="821"/>
                      <a:pt x="1263" y="548"/>
                    </a:cubicBezTo>
                    <a:close/>
                    <a:moveTo>
                      <a:pt x="1285" y="0"/>
                    </a:moveTo>
                    <a:cubicBezTo>
                      <a:pt x="1239" y="0"/>
                      <a:pt x="1191" y="16"/>
                      <a:pt x="1146" y="54"/>
                    </a:cubicBezTo>
                    <a:cubicBezTo>
                      <a:pt x="587" y="561"/>
                      <a:pt x="93" y="1290"/>
                      <a:pt x="41" y="2057"/>
                    </a:cubicBezTo>
                    <a:cubicBezTo>
                      <a:pt x="1" y="2563"/>
                      <a:pt x="324" y="2864"/>
                      <a:pt x="738" y="2864"/>
                    </a:cubicBezTo>
                    <a:cubicBezTo>
                      <a:pt x="868" y="2864"/>
                      <a:pt x="1007" y="2835"/>
                      <a:pt x="1146" y="2773"/>
                    </a:cubicBezTo>
                    <a:cubicBezTo>
                      <a:pt x="2096" y="2343"/>
                      <a:pt x="2252" y="912"/>
                      <a:pt x="1497" y="249"/>
                    </a:cubicBezTo>
                    <a:cubicBezTo>
                      <a:pt x="1526" y="125"/>
                      <a:pt x="1414" y="0"/>
                      <a:pt x="12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8"/>
              <p:cNvSpPr/>
              <p:nvPr/>
            </p:nvSpPr>
            <p:spPr>
              <a:xfrm>
                <a:off x="2872565" y="2192992"/>
                <a:ext cx="68512" cy="35690"/>
              </a:xfrm>
              <a:custGeom>
                <a:avLst/>
                <a:gdLst/>
                <a:ahLst/>
                <a:cxnLst/>
                <a:rect l="l" t="t" r="r" b="b"/>
                <a:pathLst>
                  <a:path w="3513" h="1830" extrusionOk="0">
                    <a:moveTo>
                      <a:pt x="2569" y="504"/>
                    </a:moveTo>
                    <a:cubicBezTo>
                      <a:pt x="2725" y="504"/>
                      <a:pt x="2882" y="516"/>
                      <a:pt x="3044" y="538"/>
                    </a:cubicBezTo>
                    <a:cubicBezTo>
                      <a:pt x="2797" y="759"/>
                      <a:pt x="2524" y="954"/>
                      <a:pt x="2199" y="1084"/>
                    </a:cubicBezTo>
                    <a:cubicBezTo>
                      <a:pt x="1995" y="1176"/>
                      <a:pt x="1553" y="1371"/>
                      <a:pt x="1240" y="1371"/>
                    </a:cubicBezTo>
                    <a:cubicBezTo>
                      <a:pt x="1152" y="1371"/>
                      <a:pt x="1074" y="1355"/>
                      <a:pt x="1015" y="1318"/>
                    </a:cubicBezTo>
                    <a:cubicBezTo>
                      <a:pt x="807" y="1305"/>
                      <a:pt x="807" y="1201"/>
                      <a:pt x="1015" y="1006"/>
                    </a:cubicBezTo>
                    <a:cubicBezTo>
                      <a:pt x="1119" y="941"/>
                      <a:pt x="1210" y="876"/>
                      <a:pt x="1314" y="824"/>
                    </a:cubicBezTo>
                    <a:cubicBezTo>
                      <a:pt x="1496" y="720"/>
                      <a:pt x="1691" y="642"/>
                      <a:pt x="1899" y="590"/>
                    </a:cubicBezTo>
                    <a:cubicBezTo>
                      <a:pt x="2128" y="529"/>
                      <a:pt x="2348" y="504"/>
                      <a:pt x="2569" y="504"/>
                    </a:cubicBezTo>
                    <a:close/>
                    <a:moveTo>
                      <a:pt x="2534" y="1"/>
                    </a:moveTo>
                    <a:cubicBezTo>
                      <a:pt x="2078" y="1"/>
                      <a:pt x="1625" y="96"/>
                      <a:pt x="1210" y="291"/>
                    </a:cubicBezTo>
                    <a:cubicBezTo>
                      <a:pt x="807" y="473"/>
                      <a:pt x="0" y="928"/>
                      <a:pt x="351" y="1488"/>
                    </a:cubicBezTo>
                    <a:cubicBezTo>
                      <a:pt x="507" y="1745"/>
                      <a:pt x="786" y="1829"/>
                      <a:pt x="1080" y="1829"/>
                    </a:cubicBezTo>
                    <a:cubicBezTo>
                      <a:pt x="1351" y="1829"/>
                      <a:pt x="1635" y="1758"/>
                      <a:pt x="1847" y="1683"/>
                    </a:cubicBezTo>
                    <a:cubicBezTo>
                      <a:pt x="2498" y="1449"/>
                      <a:pt x="3057" y="1032"/>
                      <a:pt x="3473" y="486"/>
                    </a:cubicBezTo>
                    <a:cubicBezTo>
                      <a:pt x="3512" y="421"/>
                      <a:pt x="3486" y="356"/>
                      <a:pt x="3421" y="330"/>
                    </a:cubicBezTo>
                    <a:cubicBezTo>
                      <a:pt x="3447" y="226"/>
                      <a:pt x="3395" y="122"/>
                      <a:pt x="3265" y="83"/>
                    </a:cubicBezTo>
                    <a:cubicBezTo>
                      <a:pt x="3024" y="28"/>
                      <a:pt x="2779" y="1"/>
                      <a:pt x="25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>
                <a:off x="2820551" y="2245044"/>
                <a:ext cx="66484" cy="40019"/>
              </a:xfrm>
              <a:custGeom>
                <a:avLst/>
                <a:gdLst/>
                <a:ahLst/>
                <a:cxnLst/>
                <a:rect l="l" t="t" r="r" b="b"/>
                <a:pathLst>
                  <a:path w="3409" h="2052" extrusionOk="0">
                    <a:moveTo>
                      <a:pt x="3018" y="458"/>
                    </a:moveTo>
                    <a:lnTo>
                      <a:pt x="3018" y="458"/>
                    </a:lnTo>
                    <a:cubicBezTo>
                      <a:pt x="2914" y="731"/>
                      <a:pt x="2771" y="978"/>
                      <a:pt x="2563" y="1186"/>
                    </a:cubicBezTo>
                    <a:cubicBezTo>
                      <a:pt x="2387" y="1353"/>
                      <a:pt x="2073" y="1572"/>
                      <a:pt x="1794" y="1572"/>
                    </a:cubicBezTo>
                    <a:cubicBezTo>
                      <a:pt x="1681" y="1572"/>
                      <a:pt x="1573" y="1536"/>
                      <a:pt x="1483" y="1446"/>
                    </a:cubicBezTo>
                    <a:cubicBezTo>
                      <a:pt x="976" y="939"/>
                      <a:pt x="2537" y="588"/>
                      <a:pt x="3018" y="458"/>
                    </a:cubicBezTo>
                    <a:close/>
                    <a:moveTo>
                      <a:pt x="3083" y="1"/>
                    </a:moveTo>
                    <a:cubicBezTo>
                      <a:pt x="3075" y="1"/>
                      <a:pt x="3066" y="1"/>
                      <a:pt x="3057" y="2"/>
                    </a:cubicBezTo>
                    <a:cubicBezTo>
                      <a:pt x="2355" y="67"/>
                      <a:pt x="0" y="718"/>
                      <a:pt x="1132" y="1810"/>
                    </a:cubicBezTo>
                    <a:cubicBezTo>
                      <a:pt x="1313" y="1980"/>
                      <a:pt x="1532" y="2051"/>
                      <a:pt x="1757" y="2051"/>
                    </a:cubicBezTo>
                    <a:cubicBezTo>
                      <a:pt x="2051" y="2051"/>
                      <a:pt x="2353" y="1930"/>
                      <a:pt x="2589" y="1745"/>
                    </a:cubicBezTo>
                    <a:cubicBezTo>
                      <a:pt x="3057" y="1381"/>
                      <a:pt x="3331" y="848"/>
                      <a:pt x="3409" y="275"/>
                    </a:cubicBezTo>
                    <a:cubicBezTo>
                      <a:pt x="3409" y="182"/>
                      <a:pt x="3346" y="130"/>
                      <a:pt x="3276" y="130"/>
                    </a:cubicBezTo>
                    <a:cubicBezTo>
                      <a:pt x="3268" y="130"/>
                      <a:pt x="3260" y="131"/>
                      <a:pt x="3252" y="132"/>
                    </a:cubicBezTo>
                    <a:cubicBezTo>
                      <a:pt x="3229" y="61"/>
                      <a:pt x="3172" y="1"/>
                      <a:pt x="30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>
                <a:off x="3061817" y="1969571"/>
                <a:ext cx="61160" cy="40487"/>
              </a:xfrm>
              <a:custGeom>
                <a:avLst/>
                <a:gdLst/>
                <a:ahLst/>
                <a:cxnLst/>
                <a:rect l="l" t="t" r="r" b="b"/>
                <a:pathLst>
                  <a:path w="3136" h="2076" extrusionOk="0">
                    <a:moveTo>
                      <a:pt x="586" y="430"/>
                    </a:moveTo>
                    <a:lnTo>
                      <a:pt x="586" y="430"/>
                    </a:lnTo>
                    <a:cubicBezTo>
                      <a:pt x="1301" y="534"/>
                      <a:pt x="1925" y="898"/>
                      <a:pt x="2368" y="1457"/>
                    </a:cubicBezTo>
                    <a:cubicBezTo>
                      <a:pt x="2286" y="1476"/>
                      <a:pt x="2205" y="1485"/>
                      <a:pt x="2124" y="1485"/>
                    </a:cubicBezTo>
                    <a:cubicBezTo>
                      <a:pt x="1766" y="1485"/>
                      <a:pt x="1421" y="1309"/>
                      <a:pt x="1145" y="1054"/>
                    </a:cubicBezTo>
                    <a:cubicBezTo>
                      <a:pt x="937" y="872"/>
                      <a:pt x="781" y="638"/>
                      <a:pt x="586" y="430"/>
                    </a:cubicBezTo>
                    <a:close/>
                    <a:moveTo>
                      <a:pt x="391" y="0"/>
                    </a:moveTo>
                    <a:cubicBezTo>
                      <a:pt x="247" y="0"/>
                      <a:pt x="182" y="104"/>
                      <a:pt x="182" y="208"/>
                    </a:cubicBezTo>
                    <a:cubicBezTo>
                      <a:pt x="78" y="235"/>
                      <a:pt x="0" y="352"/>
                      <a:pt x="26" y="469"/>
                    </a:cubicBezTo>
                    <a:cubicBezTo>
                      <a:pt x="169" y="1002"/>
                      <a:pt x="755" y="1561"/>
                      <a:pt x="1236" y="1835"/>
                    </a:cubicBezTo>
                    <a:cubicBezTo>
                      <a:pt x="1521" y="1990"/>
                      <a:pt x="1826" y="2076"/>
                      <a:pt x="2131" y="2076"/>
                    </a:cubicBezTo>
                    <a:cubicBezTo>
                      <a:pt x="2412" y="2076"/>
                      <a:pt x="2691" y="2003"/>
                      <a:pt x="2953" y="1848"/>
                    </a:cubicBezTo>
                    <a:cubicBezTo>
                      <a:pt x="3083" y="1769"/>
                      <a:pt x="3135" y="1587"/>
                      <a:pt x="3057" y="1457"/>
                    </a:cubicBezTo>
                    <a:cubicBezTo>
                      <a:pt x="2459" y="534"/>
                      <a:pt x="1470" y="0"/>
                      <a:pt x="3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8"/>
              <p:cNvSpPr/>
              <p:nvPr/>
            </p:nvSpPr>
            <p:spPr>
              <a:xfrm>
                <a:off x="3012339" y="1968206"/>
                <a:ext cx="42652" cy="60750"/>
              </a:xfrm>
              <a:custGeom>
                <a:avLst/>
                <a:gdLst/>
                <a:ahLst/>
                <a:cxnLst/>
                <a:rect l="l" t="t" r="r" b="b"/>
                <a:pathLst>
                  <a:path w="2187" h="3115" extrusionOk="0">
                    <a:moveTo>
                      <a:pt x="1549" y="994"/>
                    </a:moveTo>
                    <a:cubicBezTo>
                      <a:pt x="1562" y="1150"/>
                      <a:pt x="1575" y="1306"/>
                      <a:pt x="1562" y="1462"/>
                    </a:cubicBezTo>
                    <a:cubicBezTo>
                      <a:pt x="1536" y="1748"/>
                      <a:pt x="1367" y="2399"/>
                      <a:pt x="989" y="2477"/>
                    </a:cubicBezTo>
                    <a:cubicBezTo>
                      <a:pt x="947" y="2486"/>
                      <a:pt x="911" y="2490"/>
                      <a:pt x="879" y="2490"/>
                    </a:cubicBezTo>
                    <a:cubicBezTo>
                      <a:pt x="414" y="2490"/>
                      <a:pt x="1047" y="1560"/>
                      <a:pt x="1132" y="1462"/>
                    </a:cubicBezTo>
                    <a:cubicBezTo>
                      <a:pt x="1249" y="1293"/>
                      <a:pt x="1393" y="1137"/>
                      <a:pt x="1549" y="994"/>
                    </a:cubicBezTo>
                    <a:close/>
                    <a:moveTo>
                      <a:pt x="1662" y="1"/>
                    </a:moveTo>
                    <a:cubicBezTo>
                      <a:pt x="1559" y="1"/>
                      <a:pt x="1449" y="81"/>
                      <a:pt x="1458" y="187"/>
                    </a:cubicBezTo>
                    <a:cubicBezTo>
                      <a:pt x="1458" y="252"/>
                      <a:pt x="1471" y="318"/>
                      <a:pt x="1471" y="370"/>
                    </a:cubicBezTo>
                    <a:cubicBezTo>
                      <a:pt x="950" y="747"/>
                      <a:pt x="508" y="1228"/>
                      <a:pt x="248" y="1826"/>
                    </a:cubicBezTo>
                    <a:cubicBezTo>
                      <a:pt x="53" y="2269"/>
                      <a:pt x="1" y="2893"/>
                      <a:pt x="560" y="3075"/>
                    </a:cubicBezTo>
                    <a:cubicBezTo>
                      <a:pt x="642" y="3102"/>
                      <a:pt x="724" y="3114"/>
                      <a:pt x="804" y="3114"/>
                    </a:cubicBezTo>
                    <a:cubicBezTo>
                      <a:pt x="1306" y="3114"/>
                      <a:pt x="1746" y="2630"/>
                      <a:pt x="1926" y="2204"/>
                    </a:cubicBezTo>
                    <a:cubicBezTo>
                      <a:pt x="2134" y="1722"/>
                      <a:pt x="2121" y="1150"/>
                      <a:pt x="1991" y="630"/>
                    </a:cubicBezTo>
                    <a:cubicBezTo>
                      <a:pt x="2186" y="461"/>
                      <a:pt x="2043" y="161"/>
                      <a:pt x="1835" y="161"/>
                    </a:cubicBezTo>
                    <a:cubicBezTo>
                      <a:pt x="1822" y="148"/>
                      <a:pt x="1822" y="122"/>
                      <a:pt x="1809" y="96"/>
                    </a:cubicBezTo>
                    <a:cubicBezTo>
                      <a:pt x="1780" y="29"/>
                      <a:pt x="1722" y="1"/>
                      <a:pt x="16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8"/>
              <p:cNvSpPr/>
              <p:nvPr/>
            </p:nvSpPr>
            <p:spPr>
              <a:xfrm>
                <a:off x="3057507" y="2037440"/>
                <a:ext cx="51760" cy="58859"/>
              </a:xfrm>
              <a:custGeom>
                <a:avLst/>
                <a:gdLst/>
                <a:ahLst/>
                <a:cxnLst/>
                <a:rect l="l" t="t" r="r" b="b"/>
                <a:pathLst>
                  <a:path w="2654" h="3018" extrusionOk="0">
                    <a:moveTo>
                      <a:pt x="794" y="475"/>
                    </a:moveTo>
                    <a:cubicBezTo>
                      <a:pt x="1145" y="930"/>
                      <a:pt x="1522" y="1594"/>
                      <a:pt x="1366" y="2127"/>
                    </a:cubicBezTo>
                    <a:cubicBezTo>
                      <a:pt x="1307" y="2309"/>
                      <a:pt x="1201" y="2385"/>
                      <a:pt x="1092" y="2385"/>
                    </a:cubicBezTo>
                    <a:cubicBezTo>
                      <a:pt x="960" y="2385"/>
                      <a:pt x="825" y="2272"/>
                      <a:pt x="768" y="2101"/>
                    </a:cubicBezTo>
                    <a:cubicBezTo>
                      <a:pt x="716" y="1919"/>
                      <a:pt x="677" y="1711"/>
                      <a:pt x="651" y="1516"/>
                    </a:cubicBezTo>
                    <a:cubicBezTo>
                      <a:pt x="638" y="1151"/>
                      <a:pt x="690" y="813"/>
                      <a:pt x="794" y="475"/>
                    </a:cubicBezTo>
                    <a:close/>
                    <a:moveTo>
                      <a:pt x="677" y="1"/>
                    </a:moveTo>
                    <a:cubicBezTo>
                      <a:pt x="616" y="1"/>
                      <a:pt x="569" y="52"/>
                      <a:pt x="559" y="111"/>
                    </a:cubicBezTo>
                    <a:cubicBezTo>
                      <a:pt x="549" y="109"/>
                      <a:pt x="539" y="109"/>
                      <a:pt x="528" y="109"/>
                    </a:cubicBezTo>
                    <a:cubicBezTo>
                      <a:pt x="433" y="109"/>
                      <a:pt x="334" y="163"/>
                      <a:pt x="299" y="280"/>
                    </a:cubicBezTo>
                    <a:cubicBezTo>
                      <a:pt x="26" y="969"/>
                      <a:pt x="0" y="1750"/>
                      <a:pt x="286" y="2452"/>
                    </a:cubicBezTo>
                    <a:cubicBezTo>
                      <a:pt x="429" y="2794"/>
                      <a:pt x="703" y="3018"/>
                      <a:pt x="1028" y="3018"/>
                    </a:cubicBezTo>
                    <a:cubicBezTo>
                      <a:pt x="1148" y="3018"/>
                      <a:pt x="1275" y="2987"/>
                      <a:pt x="1405" y="2920"/>
                    </a:cubicBezTo>
                    <a:cubicBezTo>
                      <a:pt x="2654" y="2296"/>
                      <a:pt x="1561" y="462"/>
                      <a:pt x="742" y="20"/>
                    </a:cubicBezTo>
                    <a:cubicBezTo>
                      <a:pt x="719" y="7"/>
                      <a:pt x="697" y="1"/>
                      <a:pt x="6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>
                <a:off x="3337075" y="1905115"/>
                <a:ext cx="55056" cy="49400"/>
              </a:xfrm>
              <a:custGeom>
                <a:avLst/>
                <a:gdLst/>
                <a:ahLst/>
                <a:cxnLst/>
                <a:rect l="l" t="t" r="r" b="b"/>
                <a:pathLst>
                  <a:path w="2823" h="2533" extrusionOk="0">
                    <a:moveTo>
                      <a:pt x="664" y="535"/>
                    </a:moveTo>
                    <a:lnTo>
                      <a:pt x="664" y="535"/>
                    </a:lnTo>
                    <a:cubicBezTo>
                      <a:pt x="937" y="600"/>
                      <a:pt x="1184" y="730"/>
                      <a:pt x="1418" y="925"/>
                    </a:cubicBezTo>
                    <a:cubicBezTo>
                      <a:pt x="1600" y="1094"/>
                      <a:pt x="2095" y="1536"/>
                      <a:pt x="2016" y="1822"/>
                    </a:cubicBezTo>
                    <a:cubicBezTo>
                      <a:pt x="1992" y="1920"/>
                      <a:pt x="1943" y="1960"/>
                      <a:pt x="1879" y="1960"/>
                    </a:cubicBezTo>
                    <a:cubicBezTo>
                      <a:pt x="1638" y="1960"/>
                      <a:pt x="1194" y="1395"/>
                      <a:pt x="1132" y="1302"/>
                    </a:cubicBezTo>
                    <a:cubicBezTo>
                      <a:pt x="950" y="1055"/>
                      <a:pt x="807" y="795"/>
                      <a:pt x="664" y="535"/>
                    </a:cubicBezTo>
                    <a:close/>
                    <a:moveTo>
                      <a:pt x="566" y="0"/>
                    </a:moveTo>
                    <a:cubicBezTo>
                      <a:pt x="461" y="0"/>
                      <a:pt x="354" y="13"/>
                      <a:pt x="247" y="40"/>
                    </a:cubicBezTo>
                    <a:cubicBezTo>
                      <a:pt x="156" y="66"/>
                      <a:pt x="104" y="131"/>
                      <a:pt x="91" y="222"/>
                    </a:cubicBezTo>
                    <a:cubicBezTo>
                      <a:pt x="39" y="274"/>
                      <a:pt x="0" y="352"/>
                      <a:pt x="39" y="444"/>
                    </a:cubicBezTo>
                    <a:cubicBezTo>
                      <a:pt x="299" y="1081"/>
                      <a:pt x="677" y="1848"/>
                      <a:pt x="1236" y="2278"/>
                    </a:cubicBezTo>
                    <a:cubicBezTo>
                      <a:pt x="1433" y="2428"/>
                      <a:pt x="1689" y="2533"/>
                      <a:pt x="1931" y="2533"/>
                    </a:cubicBezTo>
                    <a:cubicBezTo>
                      <a:pt x="2170" y="2533"/>
                      <a:pt x="2395" y="2432"/>
                      <a:pt x="2537" y="2174"/>
                    </a:cubicBezTo>
                    <a:cubicBezTo>
                      <a:pt x="2823" y="1601"/>
                      <a:pt x="2290" y="977"/>
                      <a:pt x="1899" y="613"/>
                    </a:cubicBezTo>
                    <a:cubicBezTo>
                      <a:pt x="1535" y="280"/>
                      <a:pt x="1063" y="0"/>
                      <a:pt x="5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>
                <a:off x="3291654" y="1950127"/>
                <a:ext cx="44680" cy="45538"/>
              </a:xfrm>
              <a:custGeom>
                <a:avLst/>
                <a:gdLst/>
                <a:ahLst/>
                <a:cxnLst/>
                <a:rect l="l" t="t" r="r" b="b"/>
                <a:pathLst>
                  <a:path w="2291" h="2335" extrusionOk="0">
                    <a:moveTo>
                      <a:pt x="1783" y="672"/>
                    </a:moveTo>
                    <a:lnTo>
                      <a:pt x="1783" y="672"/>
                    </a:lnTo>
                    <a:cubicBezTo>
                      <a:pt x="1757" y="1023"/>
                      <a:pt x="1679" y="1375"/>
                      <a:pt x="1419" y="1622"/>
                    </a:cubicBezTo>
                    <a:cubicBezTo>
                      <a:pt x="1312" y="1719"/>
                      <a:pt x="1170" y="1792"/>
                      <a:pt x="1028" y="1792"/>
                    </a:cubicBezTo>
                    <a:cubicBezTo>
                      <a:pt x="962" y="1792"/>
                      <a:pt x="896" y="1776"/>
                      <a:pt x="833" y="1739"/>
                    </a:cubicBezTo>
                    <a:cubicBezTo>
                      <a:pt x="677" y="1648"/>
                      <a:pt x="612" y="1479"/>
                      <a:pt x="716" y="1323"/>
                    </a:cubicBezTo>
                    <a:cubicBezTo>
                      <a:pt x="859" y="1101"/>
                      <a:pt x="1237" y="997"/>
                      <a:pt x="1471" y="880"/>
                    </a:cubicBezTo>
                    <a:cubicBezTo>
                      <a:pt x="1575" y="815"/>
                      <a:pt x="1692" y="750"/>
                      <a:pt x="1783" y="672"/>
                    </a:cubicBezTo>
                    <a:close/>
                    <a:moveTo>
                      <a:pt x="1862" y="1"/>
                    </a:moveTo>
                    <a:cubicBezTo>
                      <a:pt x="1789" y="1"/>
                      <a:pt x="1716" y="30"/>
                      <a:pt x="1666" y="100"/>
                    </a:cubicBezTo>
                    <a:cubicBezTo>
                      <a:pt x="1380" y="490"/>
                      <a:pt x="781" y="542"/>
                      <a:pt x="430" y="854"/>
                    </a:cubicBezTo>
                    <a:cubicBezTo>
                      <a:pt x="79" y="1153"/>
                      <a:pt x="1" y="1661"/>
                      <a:pt x="326" y="2025"/>
                    </a:cubicBezTo>
                    <a:cubicBezTo>
                      <a:pt x="518" y="2236"/>
                      <a:pt x="770" y="2334"/>
                      <a:pt x="1024" y="2334"/>
                    </a:cubicBezTo>
                    <a:cubicBezTo>
                      <a:pt x="1287" y="2334"/>
                      <a:pt x="1552" y="2230"/>
                      <a:pt x="1757" y="2038"/>
                    </a:cubicBezTo>
                    <a:cubicBezTo>
                      <a:pt x="2238" y="1583"/>
                      <a:pt x="2290" y="893"/>
                      <a:pt x="2225" y="269"/>
                    </a:cubicBezTo>
                    <a:cubicBezTo>
                      <a:pt x="2225" y="165"/>
                      <a:pt x="2147" y="100"/>
                      <a:pt x="2069" y="87"/>
                    </a:cubicBezTo>
                    <a:cubicBezTo>
                      <a:pt x="2016" y="33"/>
                      <a:pt x="1938" y="1"/>
                      <a:pt x="1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8"/>
              <p:cNvSpPr/>
              <p:nvPr/>
            </p:nvSpPr>
            <p:spPr>
              <a:xfrm>
                <a:off x="3537990" y="2134036"/>
                <a:ext cx="35026" cy="59210"/>
              </a:xfrm>
              <a:custGeom>
                <a:avLst/>
                <a:gdLst/>
                <a:ahLst/>
                <a:cxnLst/>
                <a:rect l="l" t="t" r="r" b="b"/>
                <a:pathLst>
                  <a:path w="1796" h="3036" extrusionOk="0">
                    <a:moveTo>
                      <a:pt x="1015" y="517"/>
                    </a:moveTo>
                    <a:lnTo>
                      <a:pt x="1015" y="517"/>
                    </a:lnTo>
                    <a:cubicBezTo>
                      <a:pt x="1315" y="1037"/>
                      <a:pt x="1432" y="1870"/>
                      <a:pt x="963" y="2273"/>
                    </a:cubicBezTo>
                    <a:cubicBezTo>
                      <a:pt x="884" y="2346"/>
                      <a:pt x="820" y="2377"/>
                      <a:pt x="769" y="2377"/>
                    </a:cubicBezTo>
                    <a:cubicBezTo>
                      <a:pt x="516" y="2377"/>
                      <a:pt x="567" y="1633"/>
                      <a:pt x="599" y="1428"/>
                    </a:cubicBezTo>
                    <a:cubicBezTo>
                      <a:pt x="664" y="1089"/>
                      <a:pt x="820" y="790"/>
                      <a:pt x="1015" y="517"/>
                    </a:cubicBezTo>
                    <a:close/>
                    <a:moveTo>
                      <a:pt x="999" y="1"/>
                    </a:moveTo>
                    <a:cubicBezTo>
                      <a:pt x="948" y="1"/>
                      <a:pt x="902" y="25"/>
                      <a:pt x="872" y="62"/>
                    </a:cubicBezTo>
                    <a:cubicBezTo>
                      <a:pt x="833" y="75"/>
                      <a:pt x="794" y="88"/>
                      <a:pt x="768" y="114"/>
                    </a:cubicBezTo>
                    <a:cubicBezTo>
                      <a:pt x="274" y="595"/>
                      <a:pt x="1" y="1298"/>
                      <a:pt x="53" y="1974"/>
                    </a:cubicBezTo>
                    <a:cubicBezTo>
                      <a:pt x="76" y="2365"/>
                      <a:pt x="229" y="3035"/>
                      <a:pt x="708" y="3035"/>
                    </a:cubicBezTo>
                    <a:cubicBezTo>
                      <a:pt x="755" y="3035"/>
                      <a:pt x="805" y="3029"/>
                      <a:pt x="859" y="3015"/>
                    </a:cubicBezTo>
                    <a:cubicBezTo>
                      <a:pt x="1380" y="2872"/>
                      <a:pt x="1666" y="2169"/>
                      <a:pt x="1718" y="1688"/>
                    </a:cubicBezTo>
                    <a:cubicBezTo>
                      <a:pt x="1796" y="1063"/>
                      <a:pt x="1575" y="465"/>
                      <a:pt x="1119" y="49"/>
                    </a:cubicBezTo>
                    <a:cubicBezTo>
                      <a:pt x="1080" y="15"/>
                      <a:pt x="1038" y="1"/>
                      <a:pt x="9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>
                <a:off x="3466962" y="2089121"/>
                <a:ext cx="67401" cy="37523"/>
              </a:xfrm>
              <a:custGeom>
                <a:avLst/>
                <a:gdLst/>
                <a:ahLst/>
                <a:cxnLst/>
                <a:rect l="l" t="t" r="r" b="b"/>
                <a:pathLst>
                  <a:path w="3456" h="1924" extrusionOk="0">
                    <a:moveTo>
                      <a:pt x="1749" y="0"/>
                    </a:moveTo>
                    <a:cubicBezTo>
                      <a:pt x="1356" y="0"/>
                      <a:pt x="974" y="48"/>
                      <a:pt x="651" y="283"/>
                    </a:cubicBezTo>
                    <a:cubicBezTo>
                      <a:pt x="248" y="557"/>
                      <a:pt x="0" y="1077"/>
                      <a:pt x="300" y="1506"/>
                    </a:cubicBezTo>
                    <a:cubicBezTo>
                      <a:pt x="506" y="1805"/>
                      <a:pt x="780" y="1924"/>
                      <a:pt x="1081" y="1924"/>
                    </a:cubicBezTo>
                    <a:cubicBezTo>
                      <a:pt x="1917" y="1924"/>
                      <a:pt x="2964" y="1009"/>
                      <a:pt x="3357" y="531"/>
                    </a:cubicBezTo>
                    <a:cubicBezTo>
                      <a:pt x="3456" y="411"/>
                      <a:pt x="3365" y="262"/>
                      <a:pt x="3253" y="262"/>
                    </a:cubicBezTo>
                    <a:cubicBezTo>
                      <a:pt x="3219" y="262"/>
                      <a:pt x="3182" y="276"/>
                      <a:pt x="3148" y="309"/>
                    </a:cubicBezTo>
                    <a:cubicBezTo>
                      <a:pt x="2800" y="647"/>
                      <a:pt x="1907" y="1411"/>
                      <a:pt x="1252" y="1411"/>
                    </a:cubicBezTo>
                    <a:cubicBezTo>
                      <a:pt x="1149" y="1411"/>
                      <a:pt x="1051" y="1393"/>
                      <a:pt x="963" y="1350"/>
                    </a:cubicBezTo>
                    <a:cubicBezTo>
                      <a:pt x="508" y="1142"/>
                      <a:pt x="820" y="817"/>
                      <a:pt x="1054" y="674"/>
                    </a:cubicBezTo>
                    <a:cubicBezTo>
                      <a:pt x="1238" y="565"/>
                      <a:pt x="1450" y="556"/>
                      <a:pt x="1666" y="556"/>
                    </a:cubicBezTo>
                    <a:cubicBezTo>
                      <a:pt x="1709" y="556"/>
                      <a:pt x="1752" y="557"/>
                      <a:pt x="1796" y="557"/>
                    </a:cubicBezTo>
                    <a:cubicBezTo>
                      <a:pt x="1927" y="561"/>
                      <a:pt x="2057" y="567"/>
                      <a:pt x="2185" y="567"/>
                    </a:cubicBezTo>
                    <a:cubicBezTo>
                      <a:pt x="2426" y="567"/>
                      <a:pt x="2664" y="546"/>
                      <a:pt x="2901" y="453"/>
                    </a:cubicBezTo>
                    <a:cubicBezTo>
                      <a:pt x="3100" y="366"/>
                      <a:pt x="3121" y="8"/>
                      <a:pt x="2875" y="8"/>
                    </a:cubicBezTo>
                    <a:cubicBezTo>
                      <a:pt x="2863" y="8"/>
                      <a:pt x="2850" y="8"/>
                      <a:pt x="2836" y="10"/>
                    </a:cubicBezTo>
                    <a:cubicBezTo>
                      <a:pt x="2741" y="19"/>
                      <a:pt x="2644" y="22"/>
                      <a:pt x="2545" y="22"/>
                    </a:cubicBezTo>
                    <a:cubicBezTo>
                      <a:pt x="2285" y="22"/>
                      <a:pt x="2015" y="0"/>
                      <a:pt x="17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>
                <a:off x="3454285" y="2151490"/>
                <a:ext cx="52598" cy="44388"/>
              </a:xfrm>
              <a:custGeom>
                <a:avLst/>
                <a:gdLst/>
                <a:ahLst/>
                <a:cxnLst/>
                <a:rect l="l" t="t" r="r" b="b"/>
                <a:pathLst>
                  <a:path w="2697" h="2276" extrusionOk="0">
                    <a:moveTo>
                      <a:pt x="2250" y="403"/>
                    </a:moveTo>
                    <a:cubicBezTo>
                      <a:pt x="2029" y="988"/>
                      <a:pt x="1535" y="1677"/>
                      <a:pt x="872" y="1742"/>
                    </a:cubicBezTo>
                    <a:cubicBezTo>
                      <a:pt x="848" y="1745"/>
                      <a:pt x="826" y="1746"/>
                      <a:pt x="805" y="1746"/>
                    </a:cubicBezTo>
                    <a:cubicBezTo>
                      <a:pt x="481" y="1746"/>
                      <a:pt x="481" y="1470"/>
                      <a:pt x="676" y="1274"/>
                    </a:cubicBezTo>
                    <a:cubicBezTo>
                      <a:pt x="807" y="1131"/>
                      <a:pt x="989" y="1053"/>
                      <a:pt x="1145" y="962"/>
                    </a:cubicBezTo>
                    <a:cubicBezTo>
                      <a:pt x="1509" y="780"/>
                      <a:pt x="1886" y="598"/>
                      <a:pt x="2250" y="403"/>
                    </a:cubicBezTo>
                    <a:close/>
                    <a:moveTo>
                      <a:pt x="2158" y="0"/>
                    </a:moveTo>
                    <a:cubicBezTo>
                      <a:pt x="2125" y="0"/>
                      <a:pt x="2090" y="8"/>
                      <a:pt x="2055" y="25"/>
                    </a:cubicBezTo>
                    <a:cubicBezTo>
                      <a:pt x="1678" y="207"/>
                      <a:pt x="1301" y="390"/>
                      <a:pt x="924" y="585"/>
                    </a:cubicBezTo>
                    <a:cubicBezTo>
                      <a:pt x="676" y="715"/>
                      <a:pt x="429" y="845"/>
                      <a:pt x="260" y="1066"/>
                    </a:cubicBezTo>
                    <a:cubicBezTo>
                      <a:pt x="13" y="1391"/>
                      <a:pt x="0" y="1911"/>
                      <a:pt x="377" y="2172"/>
                    </a:cubicBezTo>
                    <a:cubicBezTo>
                      <a:pt x="485" y="2245"/>
                      <a:pt x="609" y="2276"/>
                      <a:pt x="741" y="2276"/>
                    </a:cubicBezTo>
                    <a:cubicBezTo>
                      <a:pt x="1121" y="2276"/>
                      <a:pt x="1561" y="2023"/>
                      <a:pt x="1821" y="1820"/>
                    </a:cubicBezTo>
                    <a:cubicBezTo>
                      <a:pt x="2263" y="1469"/>
                      <a:pt x="2589" y="962"/>
                      <a:pt x="2667" y="403"/>
                    </a:cubicBezTo>
                    <a:cubicBezTo>
                      <a:pt x="2697" y="252"/>
                      <a:pt x="2587" y="155"/>
                      <a:pt x="2476" y="155"/>
                    </a:cubicBezTo>
                    <a:cubicBezTo>
                      <a:pt x="2443" y="155"/>
                      <a:pt x="2410" y="164"/>
                      <a:pt x="2381" y="181"/>
                    </a:cubicBezTo>
                    <a:cubicBezTo>
                      <a:pt x="2360" y="91"/>
                      <a:pt x="2270" y="0"/>
                      <a:pt x="21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8"/>
              <p:cNvSpPr/>
              <p:nvPr/>
            </p:nvSpPr>
            <p:spPr>
              <a:xfrm>
                <a:off x="3532919" y="2348446"/>
                <a:ext cx="54822" cy="40156"/>
              </a:xfrm>
              <a:custGeom>
                <a:avLst/>
                <a:gdLst/>
                <a:ahLst/>
                <a:cxnLst/>
                <a:rect l="l" t="t" r="r" b="b"/>
                <a:pathLst>
                  <a:path w="2811" h="2059" extrusionOk="0">
                    <a:moveTo>
                      <a:pt x="469" y="359"/>
                    </a:moveTo>
                    <a:lnTo>
                      <a:pt x="469" y="359"/>
                    </a:lnTo>
                    <a:cubicBezTo>
                      <a:pt x="1223" y="437"/>
                      <a:pt x="1874" y="853"/>
                      <a:pt x="2186" y="1543"/>
                    </a:cubicBezTo>
                    <a:cubicBezTo>
                      <a:pt x="2130" y="1551"/>
                      <a:pt x="2074" y="1556"/>
                      <a:pt x="2020" y="1556"/>
                    </a:cubicBezTo>
                    <a:cubicBezTo>
                      <a:pt x="1347" y="1556"/>
                      <a:pt x="830" y="913"/>
                      <a:pt x="469" y="359"/>
                    </a:cubicBezTo>
                    <a:close/>
                    <a:moveTo>
                      <a:pt x="589" y="0"/>
                    </a:moveTo>
                    <a:cubicBezTo>
                      <a:pt x="445" y="0"/>
                      <a:pt x="301" y="15"/>
                      <a:pt x="157" y="47"/>
                    </a:cubicBezTo>
                    <a:cubicBezTo>
                      <a:pt x="79" y="73"/>
                      <a:pt x="53" y="151"/>
                      <a:pt x="66" y="229"/>
                    </a:cubicBezTo>
                    <a:cubicBezTo>
                      <a:pt x="27" y="268"/>
                      <a:pt x="1" y="320"/>
                      <a:pt x="27" y="398"/>
                    </a:cubicBezTo>
                    <a:cubicBezTo>
                      <a:pt x="244" y="1246"/>
                      <a:pt x="1153" y="2058"/>
                      <a:pt x="2061" y="2058"/>
                    </a:cubicBezTo>
                    <a:cubicBezTo>
                      <a:pt x="2239" y="2058"/>
                      <a:pt x="2417" y="2027"/>
                      <a:pt x="2589" y="1959"/>
                    </a:cubicBezTo>
                    <a:cubicBezTo>
                      <a:pt x="2719" y="1907"/>
                      <a:pt x="2810" y="1790"/>
                      <a:pt x="2771" y="1647"/>
                    </a:cubicBezTo>
                    <a:cubicBezTo>
                      <a:pt x="2488" y="705"/>
                      <a:pt x="1570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8"/>
              <p:cNvSpPr/>
              <p:nvPr/>
            </p:nvSpPr>
            <p:spPr>
              <a:xfrm>
                <a:off x="3334286" y="2332493"/>
                <a:ext cx="49907" cy="18196"/>
              </a:xfrm>
              <a:custGeom>
                <a:avLst/>
                <a:gdLst/>
                <a:ahLst/>
                <a:cxnLst/>
                <a:rect l="l" t="t" r="r" b="b"/>
                <a:pathLst>
                  <a:path w="2559" h="933" extrusionOk="0">
                    <a:moveTo>
                      <a:pt x="2383" y="0"/>
                    </a:moveTo>
                    <a:cubicBezTo>
                      <a:pt x="2365" y="0"/>
                      <a:pt x="2346" y="6"/>
                      <a:pt x="2329" y="19"/>
                    </a:cubicBezTo>
                    <a:cubicBezTo>
                      <a:pt x="1665" y="500"/>
                      <a:pt x="1002" y="605"/>
                      <a:pt x="208" y="618"/>
                    </a:cubicBezTo>
                    <a:cubicBezTo>
                      <a:pt x="52" y="618"/>
                      <a:pt x="0" y="878"/>
                      <a:pt x="169" y="904"/>
                    </a:cubicBezTo>
                    <a:cubicBezTo>
                      <a:pt x="292" y="923"/>
                      <a:pt x="416" y="933"/>
                      <a:pt x="539" y="933"/>
                    </a:cubicBezTo>
                    <a:cubicBezTo>
                      <a:pt x="1238" y="933"/>
                      <a:pt x="1930" y="635"/>
                      <a:pt x="2472" y="214"/>
                    </a:cubicBezTo>
                    <a:cubicBezTo>
                      <a:pt x="2558" y="139"/>
                      <a:pt x="2474" y="0"/>
                      <a:pt x="23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8"/>
              <p:cNvSpPr/>
              <p:nvPr/>
            </p:nvSpPr>
            <p:spPr>
              <a:xfrm>
                <a:off x="3314998" y="2346944"/>
                <a:ext cx="58703" cy="23715"/>
              </a:xfrm>
              <a:custGeom>
                <a:avLst/>
                <a:gdLst/>
                <a:ahLst/>
                <a:cxnLst/>
                <a:rect l="l" t="t" r="r" b="b"/>
                <a:pathLst>
                  <a:path w="3010" h="1216" extrusionOk="0">
                    <a:moveTo>
                      <a:pt x="2791" y="1"/>
                    </a:moveTo>
                    <a:cubicBezTo>
                      <a:pt x="2768" y="1"/>
                      <a:pt x="2743" y="7"/>
                      <a:pt x="2719" y="20"/>
                    </a:cubicBezTo>
                    <a:cubicBezTo>
                      <a:pt x="2316" y="215"/>
                      <a:pt x="1939" y="436"/>
                      <a:pt x="1509" y="553"/>
                    </a:cubicBezTo>
                    <a:cubicBezTo>
                      <a:pt x="1106" y="670"/>
                      <a:pt x="703" y="670"/>
                      <a:pt x="287" y="735"/>
                    </a:cubicBezTo>
                    <a:cubicBezTo>
                      <a:pt x="0" y="774"/>
                      <a:pt x="118" y="1177"/>
                      <a:pt x="352" y="1203"/>
                    </a:cubicBezTo>
                    <a:cubicBezTo>
                      <a:pt x="427" y="1211"/>
                      <a:pt x="505" y="1215"/>
                      <a:pt x="584" y="1215"/>
                    </a:cubicBezTo>
                    <a:cubicBezTo>
                      <a:pt x="1399" y="1215"/>
                      <a:pt x="2356" y="799"/>
                      <a:pt x="2901" y="254"/>
                    </a:cubicBezTo>
                    <a:cubicBezTo>
                      <a:pt x="3010" y="145"/>
                      <a:pt x="2910" y="1"/>
                      <a:pt x="27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8"/>
              <p:cNvSpPr/>
              <p:nvPr/>
            </p:nvSpPr>
            <p:spPr>
              <a:xfrm>
                <a:off x="3073986" y="1873385"/>
                <a:ext cx="60887" cy="29137"/>
              </a:xfrm>
              <a:custGeom>
                <a:avLst/>
                <a:gdLst/>
                <a:ahLst/>
                <a:cxnLst/>
                <a:rect l="l" t="t" r="r" b="b"/>
                <a:pathLst>
                  <a:path w="3122" h="1494" extrusionOk="0">
                    <a:moveTo>
                      <a:pt x="2925" y="1"/>
                    </a:moveTo>
                    <a:cubicBezTo>
                      <a:pt x="2918" y="1"/>
                      <a:pt x="2910" y="1"/>
                      <a:pt x="2902" y="2"/>
                    </a:cubicBezTo>
                    <a:cubicBezTo>
                      <a:pt x="1913" y="93"/>
                      <a:pt x="846" y="445"/>
                      <a:pt x="118" y="1160"/>
                    </a:cubicBezTo>
                    <a:cubicBezTo>
                      <a:pt x="1" y="1288"/>
                      <a:pt x="110" y="1493"/>
                      <a:pt x="253" y="1493"/>
                    </a:cubicBezTo>
                    <a:cubicBezTo>
                      <a:pt x="285" y="1493"/>
                      <a:pt x="319" y="1483"/>
                      <a:pt x="352" y="1459"/>
                    </a:cubicBezTo>
                    <a:cubicBezTo>
                      <a:pt x="1158" y="887"/>
                      <a:pt x="1913" y="458"/>
                      <a:pt x="2902" y="340"/>
                    </a:cubicBezTo>
                    <a:cubicBezTo>
                      <a:pt x="3102" y="315"/>
                      <a:pt x="3121" y="1"/>
                      <a:pt x="29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8"/>
              <p:cNvSpPr/>
              <p:nvPr/>
            </p:nvSpPr>
            <p:spPr>
              <a:xfrm>
                <a:off x="3073947" y="1893277"/>
                <a:ext cx="41072" cy="27382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1404" extrusionOk="0">
                    <a:moveTo>
                      <a:pt x="1923" y="1"/>
                    </a:moveTo>
                    <a:cubicBezTo>
                      <a:pt x="1907" y="1"/>
                      <a:pt x="1892" y="4"/>
                      <a:pt x="1876" y="10"/>
                    </a:cubicBezTo>
                    <a:cubicBezTo>
                      <a:pt x="1264" y="270"/>
                      <a:pt x="588" y="621"/>
                      <a:pt x="133" y="1116"/>
                    </a:cubicBezTo>
                    <a:cubicBezTo>
                      <a:pt x="1" y="1248"/>
                      <a:pt x="115" y="1403"/>
                      <a:pt x="258" y="1403"/>
                    </a:cubicBezTo>
                    <a:cubicBezTo>
                      <a:pt x="298" y="1403"/>
                      <a:pt x="340" y="1391"/>
                      <a:pt x="380" y="1363"/>
                    </a:cubicBezTo>
                    <a:cubicBezTo>
                      <a:pt x="913" y="946"/>
                      <a:pt x="1382" y="517"/>
                      <a:pt x="1980" y="205"/>
                    </a:cubicBezTo>
                    <a:cubicBezTo>
                      <a:pt x="2106" y="148"/>
                      <a:pt x="2031" y="1"/>
                      <a:pt x="19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8"/>
              <p:cNvSpPr/>
              <p:nvPr/>
            </p:nvSpPr>
            <p:spPr>
              <a:xfrm>
                <a:off x="3319562" y="1975675"/>
                <a:ext cx="34012" cy="25704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1318" extrusionOk="0">
                    <a:moveTo>
                      <a:pt x="1563" y="1"/>
                    </a:moveTo>
                    <a:cubicBezTo>
                      <a:pt x="1517" y="1"/>
                      <a:pt x="1471" y="24"/>
                      <a:pt x="1445" y="78"/>
                    </a:cubicBezTo>
                    <a:cubicBezTo>
                      <a:pt x="1301" y="312"/>
                      <a:pt x="1145" y="520"/>
                      <a:pt x="911" y="676"/>
                    </a:cubicBezTo>
                    <a:cubicBezTo>
                      <a:pt x="690" y="832"/>
                      <a:pt x="443" y="845"/>
                      <a:pt x="196" y="936"/>
                    </a:cubicBezTo>
                    <a:cubicBezTo>
                      <a:pt x="40" y="988"/>
                      <a:pt x="1" y="1248"/>
                      <a:pt x="196" y="1300"/>
                    </a:cubicBezTo>
                    <a:cubicBezTo>
                      <a:pt x="253" y="1312"/>
                      <a:pt x="310" y="1317"/>
                      <a:pt x="368" y="1317"/>
                    </a:cubicBezTo>
                    <a:cubicBezTo>
                      <a:pt x="967" y="1317"/>
                      <a:pt x="1575" y="729"/>
                      <a:pt x="1718" y="195"/>
                    </a:cubicBezTo>
                    <a:cubicBezTo>
                      <a:pt x="1743" y="84"/>
                      <a:pt x="1652" y="1"/>
                      <a:pt x="15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8"/>
              <p:cNvSpPr/>
              <p:nvPr/>
            </p:nvSpPr>
            <p:spPr>
              <a:xfrm>
                <a:off x="3323189" y="1994476"/>
                <a:ext cx="31906" cy="25607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313" extrusionOk="0">
                    <a:moveTo>
                      <a:pt x="1437" y="0"/>
                    </a:moveTo>
                    <a:cubicBezTo>
                      <a:pt x="1368" y="0"/>
                      <a:pt x="1295" y="37"/>
                      <a:pt x="1259" y="115"/>
                    </a:cubicBezTo>
                    <a:cubicBezTo>
                      <a:pt x="1089" y="571"/>
                      <a:pt x="699" y="818"/>
                      <a:pt x="244" y="883"/>
                    </a:cubicBezTo>
                    <a:cubicBezTo>
                      <a:pt x="1" y="921"/>
                      <a:pt x="60" y="1312"/>
                      <a:pt x="285" y="1312"/>
                    </a:cubicBezTo>
                    <a:cubicBezTo>
                      <a:pt x="289" y="1312"/>
                      <a:pt x="292" y="1312"/>
                      <a:pt x="296" y="1312"/>
                    </a:cubicBezTo>
                    <a:cubicBezTo>
                      <a:pt x="907" y="1273"/>
                      <a:pt x="1454" y="805"/>
                      <a:pt x="1597" y="219"/>
                    </a:cubicBezTo>
                    <a:cubicBezTo>
                      <a:pt x="1636" y="80"/>
                      <a:pt x="1540" y="0"/>
                      <a:pt x="14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>
                <a:off x="3598955" y="2089043"/>
                <a:ext cx="40331" cy="33193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1702" extrusionOk="0">
                    <a:moveTo>
                      <a:pt x="193" y="1"/>
                    </a:moveTo>
                    <a:cubicBezTo>
                      <a:pt x="34" y="1"/>
                      <a:pt x="1" y="262"/>
                      <a:pt x="166" y="287"/>
                    </a:cubicBezTo>
                    <a:cubicBezTo>
                      <a:pt x="933" y="418"/>
                      <a:pt x="1545" y="886"/>
                      <a:pt x="1818" y="1627"/>
                    </a:cubicBezTo>
                    <a:cubicBezTo>
                      <a:pt x="1838" y="1679"/>
                      <a:pt x="1884" y="1702"/>
                      <a:pt x="1929" y="1702"/>
                    </a:cubicBezTo>
                    <a:cubicBezTo>
                      <a:pt x="1998" y="1702"/>
                      <a:pt x="2068" y="1649"/>
                      <a:pt x="2052" y="1562"/>
                    </a:cubicBezTo>
                    <a:cubicBezTo>
                      <a:pt x="1844" y="704"/>
                      <a:pt x="1063" y="66"/>
                      <a:pt x="205" y="1"/>
                    </a:cubicBezTo>
                    <a:cubicBezTo>
                      <a:pt x="201" y="1"/>
                      <a:pt x="197" y="1"/>
                      <a:pt x="1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8"/>
              <p:cNvSpPr/>
              <p:nvPr/>
            </p:nvSpPr>
            <p:spPr>
              <a:xfrm>
                <a:off x="3579628" y="2085435"/>
                <a:ext cx="43296" cy="32667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675" extrusionOk="0">
                    <a:moveTo>
                      <a:pt x="252" y="1"/>
                    </a:moveTo>
                    <a:cubicBezTo>
                      <a:pt x="119" y="1"/>
                      <a:pt x="1" y="196"/>
                      <a:pt x="129" y="303"/>
                    </a:cubicBezTo>
                    <a:cubicBezTo>
                      <a:pt x="728" y="772"/>
                      <a:pt x="1352" y="1214"/>
                      <a:pt x="1976" y="1656"/>
                    </a:cubicBezTo>
                    <a:cubicBezTo>
                      <a:pt x="1995" y="1669"/>
                      <a:pt x="2015" y="1674"/>
                      <a:pt x="2034" y="1674"/>
                    </a:cubicBezTo>
                    <a:cubicBezTo>
                      <a:pt x="2133" y="1674"/>
                      <a:pt x="2220" y="1524"/>
                      <a:pt x="2132" y="1448"/>
                    </a:cubicBezTo>
                    <a:cubicBezTo>
                      <a:pt x="1547" y="967"/>
                      <a:pt x="949" y="472"/>
                      <a:pt x="337" y="30"/>
                    </a:cubicBezTo>
                    <a:cubicBezTo>
                      <a:pt x="310" y="10"/>
                      <a:pt x="281" y="1"/>
                      <a:pt x="2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8"/>
              <p:cNvSpPr/>
              <p:nvPr/>
            </p:nvSpPr>
            <p:spPr>
              <a:xfrm>
                <a:off x="3102753" y="2150476"/>
                <a:ext cx="39941" cy="39317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2016" extrusionOk="0">
                    <a:moveTo>
                      <a:pt x="1880" y="0"/>
                    </a:moveTo>
                    <a:cubicBezTo>
                      <a:pt x="1863" y="0"/>
                      <a:pt x="1846" y="4"/>
                      <a:pt x="1830" y="12"/>
                    </a:cubicBezTo>
                    <a:cubicBezTo>
                      <a:pt x="1127" y="376"/>
                      <a:pt x="464" y="1053"/>
                      <a:pt x="74" y="1755"/>
                    </a:cubicBezTo>
                    <a:cubicBezTo>
                      <a:pt x="1" y="1892"/>
                      <a:pt x="119" y="2015"/>
                      <a:pt x="241" y="2015"/>
                    </a:cubicBezTo>
                    <a:cubicBezTo>
                      <a:pt x="293" y="2015"/>
                      <a:pt x="347" y="1992"/>
                      <a:pt x="386" y="1937"/>
                    </a:cubicBezTo>
                    <a:cubicBezTo>
                      <a:pt x="828" y="1235"/>
                      <a:pt x="1335" y="702"/>
                      <a:pt x="1960" y="181"/>
                    </a:cubicBezTo>
                    <a:cubicBezTo>
                      <a:pt x="2047" y="105"/>
                      <a:pt x="1969" y="0"/>
                      <a:pt x="18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8"/>
              <p:cNvSpPr/>
              <p:nvPr/>
            </p:nvSpPr>
            <p:spPr>
              <a:xfrm>
                <a:off x="3073362" y="2161437"/>
                <a:ext cx="34812" cy="34266"/>
              </a:xfrm>
              <a:custGeom>
                <a:avLst/>
                <a:gdLst/>
                <a:ahLst/>
                <a:cxnLst/>
                <a:rect l="l" t="t" r="r" b="b"/>
                <a:pathLst>
                  <a:path w="1785" h="1757" extrusionOk="0">
                    <a:moveTo>
                      <a:pt x="1570" y="1"/>
                    </a:moveTo>
                    <a:cubicBezTo>
                      <a:pt x="1535" y="1"/>
                      <a:pt x="1497" y="15"/>
                      <a:pt x="1464" y="49"/>
                    </a:cubicBezTo>
                    <a:cubicBezTo>
                      <a:pt x="1021" y="491"/>
                      <a:pt x="566" y="933"/>
                      <a:pt x="150" y="1388"/>
                    </a:cubicBezTo>
                    <a:cubicBezTo>
                      <a:pt x="0" y="1538"/>
                      <a:pt x="141" y="1756"/>
                      <a:pt x="303" y="1756"/>
                    </a:cubicBezTo>
                    <a:cubicBezTo>
                      <a:pt x="352" y="1756"/>
                      <a:pt x="403" y="1736"/>
                      <a:pt x="449" y="1688"/>
                    </a:cubicBezTo>
                    <a:cubicBezTo>
                      <a:pt x="865" y="1219"/>
                      <a:pt x="1268" y="738"/>
                      <a:pt x="1685" y="270"/>
                    </a:cubicBezTo>
                    <a:cubicBezTo>
                      <a:pt x="1784" y="150"/>
                      <a:pt x="1686" y="1"/>
                      <a:pt x="15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8"/>
              <p:cNvSpPr/>
              <p:nvPr/>
            </p:nvSpPr>
            <p:spPr>
              <a:xfrm>
                <a:off x="2791376" y="2279544"/>
                <a:ext cx="29195" cy="37991"/>
              </a:xfrm>
              <a:custGeom>
                <a:avLst/>
                <a:gdLst/>
                <a:ahLst/>
                <a:cxnLst/>
                <a:rect l="l" t="t" r="r" b="b"/>
                <a:pathLst>
                  <a:path w="1497" h="1948" extrusionOk="0">
                    <a:moveTo>
                      <a:pt x="382" y="1"/>
                    </a:moveTo>
                    <a:cubicBezTo>
                      <a:pt x="299" y="1"/>
                      <a:pt x="215" y="46"/>
                      <a:pt x="196" y="133"/>
                    </a:cubicBezTo>
                    <a:cubicBezTo>
                      <a:pt x="0" y="835"/>
                      <a:pt x="599" y="1654"/>
                      <a:pt x="1197" y="1928"/>
                    </a:cubicBezTo>
                    <a:cubicBezTo>
                      <a:pt x="1225" y="1941"/>
                      <a:pt x="1251" y="1947"/>
                      <a:pt x="1276" y="1947"/>
                    </a:cubicBezTo>
                    <a:cubicBezTo>
                      <a:pt x="1415" y="1947"/>
                      <a:pt x="1497" y="1756"/>
                      <a:pt x="1353" y="1667"/>
                    </a:cubicBezTo>
                    <a:cubicBezTo>
                      <a:pt x="1093" y="1485"/>
                      <a:pt x="885" y="1264"/>
                      <a:pt x="742" y="978"/>
                    </a:cubicBezTo>
                    <a:cubicBezTo>
                      <a:pt x="612" y="705"/>
                      <a:pt x="612" y="432"/>
                      <a:pt x="560" y="133"/>
                    </a:cubicBezTo>
                    <a:cubicBezTo>
                      <a:pt x="541" y="43"/>
                      <a:pt x="462" y="1"/>
                      <a:pt x="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8"/>
              <p:cNvSpPr/>
              <p:nvPr/>
            </p:nvSpPr>
            <p:spPr>
              <a:xfrm>
                <a:off x="2805574" y="2262947"/>
                <a:ext cx="22213" cy="32569"/>
              </a:xfrm>
              <a:custGeom>
                <a:avLst/>
                <a:gdLst/>
                <a:ahLst/>
                <a:cxnLst/>
                <a:rect l="l" t="t" r="r" b="b"/>
                <a:pathLst>
                  <a:path w="1139" h="1670" extrusionOk="0">
                    <a:moveTo>
                      <a:pt x="236" y="0"/>
                    </a:moveTo>
                    <a:cubicBezTo>
                      <a:pt x="138" y="0"/>
                      <a:pt x="34" y="72"/>
                      <a:pt x="27" y="190"/>
                    </a:cubicBezTo>
                    <a:cubicBezTo>
                      <a:pt x="1" y="762"/>
                      <a:pt x="404" y="1348"/>
                      <a:pt x="859" y="1647"/>
                    </a:cubicBezTo>
                    <a:cubicBezTo>
                      <a:pt x="884" y="1663"/>
                      <a:pt x="909" y="1669"/>
                      <a:pt x="933" y="1669"/>
                    </a:cubicBezTo>
                    <a:cubicBezTo>
                      <a:pt x="1048" y="1669"/>
                      <a:pt x="1139" y="1510"/>
                      <a:pt x="1042" y="1413"/>
                    </a:cubicBezTo>
                    <a:cubicBezTo>
                      <a:pt x="859" y="1257"/>
                      <a:pt x="690" y="1062"/>
                      <a:pt x="586" y="840"/>
                    </a:cubicBezTo>
                    <a:cubicBezTo>
                      <a:pt x="469" y="619"/>
                      <a:pt x="456" y="385"/>
                      <a:pt x="404" y="138"/>
                    </a:cubicBezTo>
                    <a:cubicBezTo>
                      <a:pt x="382" y="42"/>
                      <a:pt x="310" y="0"/>
                      <a:pt x="2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8"/>
              <p:cNvSpPr/>
              <p:nvPr/>
            </p:nvSpPr>
            <p:spPr>
              <a:xfrm>
                <a:off x="2956523" y="2455554"/>
                <a:ext cx="39356" cy="60399"/>
              </a:xfrm>
              <a:custGeom>
                <a:avLst/>
                <a:gdLst/>
                <a:ahLst/>
                <a:cxnLst/>
                <a:rect l="l" t="t" r="r" b="b"/>
                <a:pathLst>
                  <a:path w="2018" h="3097" extrusionOk="0">
                    <a:moveTo>
                      <a:pt x="1380" y="643"/>
                    </a:moveTo>
                    <a:cubicBezTo>
                      <a:pt x="1471" y="929"/>
                      <a:pt x="1497" y="1228"/>
                      <a:pt x="1432" y="1527"/>
                    </a:cubicBezTo>
                    <a:cubicBezTo>
                      <a:pt x="1381" y="1820"/>
                      <a:pt x="1167" y="2451"/>
                      <a:pt x="803" y="2451"/>
                    </a:cubicBezTo>
                    <a:cubicBezTo>
                      <a:pt x="796" y="2451"/>
                      <a:pt x="789" y="2451"/>
                      <a:pt x="781" y="2451"/>
                    </a:cubicBezTo>
                    <a:cubicBezTo>
                      <a:pt x="521" y="2438"/>
                      <a:pt x="534" y="2230"/>
                      <a:pt x="547" y="1982"/>
                    </a:cubicBezTo>
                    <a:cubicBezTo>
                      <a:pt x="547" y="1748"/>
                      <a:pt x="599" y="1527"/>
                      <a:pt x="703" y="1319"/>
                    </a:cubicBezTo>
                    <a:cubicBezTo>
                      <a:pt x="859" y="994"/>
                      <a:pt x="1107" y="812"/>
                      <a:pt x="1380" y="643"/>
                    </a:cubicBezTo>
                    <a:close/>
                    <a:moveTo>
                      <a:pt x="1402" y="1"/>
                    </a:moveTo>
                    <a:cubicBezTo>
                      <a:pt x="1307" y="1"/>
                      <a:pt x="1218" y="110"/>
                      <a:pt x="1237" y="213"/>
                    </a:cubicBezTo>
                    <a:cubicBezTo>
                      <a:pt x="651" y="395"/>
                      <a:pt x="235" y="1007"/>
                      <a:pt x="105" y="1579"/>
                    </a:cubicBezTo>
                    <a:cubicBezTo>
                      <a:pt x="1" y="2034"/>
                      <a:pt x="14" y="2932"/>
                      <a:pt x="573" y="3075"/>
                    </a:cubicBezTo>
                    <a:cubicBezTo>
                      <a:pt x="627" y="3089"/>
                      <a:pt x="679" y="3096"/>
                      <a:pt x="731" y="3096"/>
                    </a:cubicBezTo>
                    <a:cubicBezTo>
                      <a:pt x="1291" y="3096"/>
                      <a:pt x="1717" y="2305"/>
                      <a:pt x="1848" y="1852"/>
                    </a:cubicBezTo>
                    <a:cubicBezTo>
                      <a:pt x="2017" y="1228"/>
                      <a:pt x="1913" y="578"/>
                      <a:pt x="1510" y="57"/>
                    </a:cubicBezTo>
                    <a:cubicBezTo>
                      <a:pt x="1477" y="17"/>
                      <a:pt x="1439" y="1"/>
                      <a:pt x="14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8"/>
              <p:cNvSpPr/>
              <p:nvPr/>
            </p:nvSpPr>
            <p:spPr>
              <a:xfrm>
                <a:off x="3003290" y="2431020"/>
                <a:ext cx="60575" cy="51331"/>
              </a:xfrm>
              <a:custGeom>
                <a:avLst/>
                <a:gdLst/>
                <a:ahLst/>
                <a:cxnLst/>
                <a:rect l="l" t="t" r="r" b="b"/>
                <a:pathLst>
                  <a:path w="3106" h="2632" extrusionOk="0">
                    <a:moveTo>
                      <a:pt x="712" y="496"/>
                    </a:moveTo>
                    <a:cubicBezTo>
                      <a:pt x="907" y="574"/>
                      <a:pt x="1102" y="665"/>
                      <a:pt x="1271" y="782"/>
                    </a:cubicBezTo>
                    <a:cubicBezTo>
                      <a:pt x="1557" y="964"/>
                      <a:pt x="2026" y="1328"/>
                      <a:pt x="2143" y="1666"/>
                    </a:cubicBezTo>
                    <a:cubicBezTo>
                      <a:pt x="2228" y="1949"/>
                      <a:pt x="2128" y="2068"/>
                      <a:pt x="1953" y="2068"/>
                    </a:cubicBezTo>
                    <a:cubicBezTo>
                      <a:pt x="1862" y="2068"/>
                      <a:pt x="1751" y="2036"/>
                      <a:pt x="1635" y="1979"/>
                    </a:cubicBezTo>
                    <a:cubicBezTo>
                      <a:pt x="1414" y="1862"/>
                      <a:pt x="1232" y="1679"/>
                      <a:pt x="1102" y="1458"/>
                    </a:cubicBezTo>
                    <a:cubicBezTo>
                      <a:pt x="920" y="1159"/>
                      <a:pt x="829" y="821"/>
                      <a:pt x="712" y="496"/>
                    </a:cubicBezTo>
                    <a:close/>
                    <a:moveTo>
                      <a:pt x="219" y="1"/>
                    </a:moveTo>
                    <a:cubicBezTo>
                      <a:pt x="34" y="1"/>
                      <a:pt x="0" y="301"/>
                      <a:pt x="191" y="340"/>
                    </a:cubicBezTo>
                    <a:cubicBezTo>
                      <a:pt x="191" y="340"/>
                      <a:pt x="204" y="353"/>
                      <a:pt x="204" y="353"/>
                    </a:cubicBezTo>
                    <a:cubicBezTo>
                      <a:pt x="204" y="366"/>
                      <a:pt x="204" y="379"/>
                      <a:pt x="204" y="392"/>
                    </a:cubicBezTo>
                    <a:cubicBezTo>
                      <a:pt x="283" y="1068"/>
                      <a:pt x="582" y="1836"/>
                      <a:pt x="1141" y="2265"/>
                    </a:cubicBezTo>
                    <a:cubicBezTo>
                      <a:pt x="1372" y="2457"/>
                      <a:pt x="1766" y="2631"/>
                      <a:pt x="2125" y="2631"/>
                    </a:cubicBezTo>
                    <a:cubicBezTo>
                      <a:pt x="2374" y="2631"/>
                      <a:pt x="2605" y="2548"/>
                      <a:pt x="2754" y="2330"/>
                    </a:cubicBezTo>
                    <a:cubicBezTo>
                      <a:pt x="3105" y="1797"/>
                      <a:pt x="2377" y="1055"/>
                      <a:pt x="2000" y="743"/>
                    </a:cubicBezTo>
                    <a:cubicBezTo>
                      <a:pt x="1492" y="314"/>
                      <a:pt x="894" y="66"/>
                      <a:pt x="231" y="1"/>
                    </a:cubicBezTo>
                    <a:cubicBezTo>
                      <a:pt x="227" y="1"/>
                      <a:pt x="223" y="1"/>
                      <a:pt x="2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8"/>
              <p:cNvSpPr/>
              <p:nvPr/>
            </p:nvSpPr>
            <p:spPr>
              <a:xfrm>
                <a:off x="2943203" y="2504096"/>
                <a:ext cx="21394" cy="31965"/>
              </a:xfrm>
              <a:custGeom>
                <a:avLst/>
                <a:gdLst/>
                <a:ahLst/>
                <a:cxnLst/>
                <a:rect l="l" t="t" r="r" b="b"/>
                <a:pathLst>
                  <a:path w="1097" h="1639" extrusionOk="0">
                    <a:moveTo>
                      <a:pt x="186" y="0"/>
                    </a:moveTo>
                    <a:cubicBezTo>
                      <a:pt x="95" y="0"/>
                      <a:pt x="0" y="61"/>
                      <a:pt x="7" y="170"/>
                    </a:cubicBezTo>
                    <a:cubicBezTo>
                      <a:pt x="46" y="729"/>
                      <a:pt x="372" y="1250"/>
                      <a:pt x="801" y="1601"/>
                    </a:cubicBezTo>
                    <a:cubicBezTo>
                      <a:pt x="830" y="1627"/>
                      <a:pt x="863" y="1638"/>
                      <a:pt x="894" y="1638"/>
                    </a:cubicBezTo>
                    <a:cubicBezTo>
                      <a:pt x="1002" y="1638"/>
                      <a:pt x="1097" y="1506"/>
                      <a:pt x="996" y="1406"/>
                    </a:cubicBezTo>
                    <a:cubicBezTo>
                      <a:pt x="606" y="1054"/>
                      <a:pt x="450" y="625"/>
                      <a:pt x="346" y="118"/>
                    </a:cubicBezTo>
                    <a:cubicBezTo>
                      <a:pt x="328" y="38"/>
                      <a:pt x="258" y="0"/>
                      <a:pt x="1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8"/>
              <p:cNvSpPr/>
              <p:nvPr/>
            </p:nvSpPr>
            <p:spPr>
              <a:xfrm>
                <a:off x="2917011" y="2511292"/>
                <a:ext cx="31575" cy="26094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1338" extrusionOk="0">
                    <a:moveTo>
                      <a:pt x="278" y="1"/>
                    </a:moveTo>
                    <a:cubicBezTo>
                      <a:pt x="137" y="1"/>
                      <a:pt x="1" y="194"/>
                      <a:pt x="141" y="334"/>
                    </a:cubicBezTo>
                    <a:cubicBezTo>
                      <a:pt x="492" y="698"/>
                      <a:pt x="908" y="1089"/>
                      <a:pt x="1363" y="1323"/>
                    </a:cubicBezTo>
                    <a:cubicBezTo>
                      <a:pt x="1383" y="1333"/>
                      <a:pt x="1404" y="1337"/>
                      <a:pt x="1423" y="1337"/>
                    </a:cubicBezTo>
                    <a:cubicBezTo>
                      <a:pt x="1531" y="1337"/>
                      <a:pt x="1619" y="1203"/>
                      <a:pt x="1520" y="1115"/>
                    </a:cubicBezTo>
                    <a:cubicBezTo>
                      <a:pt x="1142" y="763"/>
                      <a:pt x="752" y="451"/>
                      <a:pt x="401" y="61"/>
                    </a:cubicBezTo>
                    <a:cubicBezTo>
                      <a:pt x="365" y="19"/>
                      <a:pt x="321" y="1"/>
                      <a:pt x="2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8"/>
              <p:cNvSpPr/>
              <p:nvPr/>
            </p:nvSpPr>
            <p:spPr>
              <a:xfrm>
                <a:off x="3320440" y="2631934"/>
                <a:ext cx="42067" cy="14919"/>
              </a:xfrm>
              <a:custGeom>
                <a:avLst/>
                <a:gdLst/>
                <a:ahLst/>
                <a:cxnLst/>
                <a:rect l="l" t="t" r="r" b="b"/>
                <a:pathLst>
                  <a:path w="2157" h="765" extrusionOk="0">
                    <a:moveTo>
                      <a:pt x="191" y="1"/>
                    </a:moveTo>
                    <a:cubicBezTo>
                      <a:pt x="81" y="1"/>
                      <a:pt x="1" y="166"/>
                      <a:pt x="86" y="262"/>
                    </a:cubicBezTo>
                    <a:cubicBezTo>
                      <a:pt x="391" y="610"/>
                      <a:pt x="863" y="764"/>
                      <a:pt x="1331" y="764"/>
                    </a:cubicBezTo>
                    <a:cubicBezTo>
                      <a:pt x="1580" y="764"/>
                      <a:pt x="1829" y="721"/>
                      <a:pt x="2050" y="639"/>
                    </a:cubicBezTo>
                    <a:cubicBezTo>
                      <a:pt x="2157" y="592"/>
                      <a:pt x="2134" y="426"/>
                      <a:pt x="2031" y="426"/>
                    </a:cubicBezTo>
                    <a:cubicBezTo>
                      <a:pt x="2021" y="426"/>
                      <a:pt x="2010" y="428"/>
                      <a:pt x="1998" y="431"/>
                    </a:cubicBezTo>
                    <a:cubicBezTo>
                      <a:pt x="1820" y="486"/>
                      <a:pt x="1652" y="511"/>
                      <a:pt x="1493" y="511"/>
                    </a:cubicBezTo>
                    <a:cubicBezTo>
                      <a:pt x="1046" y="511"/>
                      <a:pt x="661" y="315"/>
                      <a:pt x="268" y="28"/>
                    </a:cubicBezTo>
                    <a:cubicBezTo>
                      <a:pt x="242" y="9"/>
                      <a:pt x="216" y="1"/>
                      <a:pt x="1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8"/>
              <p:cNvSpPr/>
              <p:nvPr/>
            </p:nvSpPr>
            <p:spPr>
              <a:xfrm>
                <a:off x="3307373" y="2622261"/>
                <a:ext cx="43666" cy="9127"/>
              </a:xfrm>
              <a:custGeom>
                <a:avLst/>
                <a:gdLst/>
                <a:ahLst/>
                <a:cxnLst/>
                <a:rect l="l" t="t" r="r" b="b"/>
                <a:pathLst>
                  <a:path w="2239" h="468" extrusionOk="0">
                    <a:moveTo>
                      <a:pt x="277" y="0"/>
                    </a:moveTo>
                    <a:cubicBezTo>
                      <a:pt x="82" y="0"/>
                      <a:pt x="1" y="293"/>
                      <a:pt x="209" y="342"/>
                    </a:cubicBezTo>
                    <a:cubicBezTo>
                      <a:pt x="553" y="424"/>
                      <a:pt x="931" y="468"/>
                      <a:pt x="1304" y="468"/>
                    </a:cubicBezTo>
                    <a:cubicBezTo>
                      <a:pt x="1580" y="468"/>
                      <a:pt x="1854" y="444"/>
                      <a:pt x="2109" y="394"/>
                    </a:cubicBezTo>
                    <a:cubicBezTo>
                      <a:pt x="2239" y="368"/>
                      <a:pt x="2200" y="173"/>
                      <a:pt x="2083" y="160"/>
                    </a:cubicBezTo>
                    <a:cubicBezTo>
                      <a:pt x="1471" y="147"/>
                      <a:pt x="912" y="95"/>
                      <a:pt x="313" y="4"/>
                    </a:cubicBezTo>
                    <a:cubicBezTo>
                      <a:pt x="301" y="1"/>
                      <a:pt x="289" y="0"/>
                      <a:pt x="2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8"/>
              <p:cNvSpPr/>
              <p:nvPr/>
            </p:nvSpPr>
            <p:spPr>
              <a:xfrm>
                <a:off x="3108876" y="2699218"/>
                <a:ext cx="69078" cy="29273"/>
              </a:xfrm>
              <a:custGeom>
                <a:avLst/>
                <a:gdLst/>
                <a:ahLst/>
                <a:cxnLst/>
                <a:rect l="l" t="t" r="r" b="b"/>
                <a:pathLst>
                  <a:path w="3542" h="1501" extrusionOk="0">
                    <a:moveTo>
                      <a:pt x="264" y="1"/>
                    </a:moveTo>
                    <a:cubicBezTo>
                      <a:pt x="77" y="1"/>
                      <a:pt x="1" y="284"/>
                      <a:pt x="176" y="389"/>
                    </a:cubicBezTo>
                    <a:cubicBezTo>
                      <a:pt x="1086" y="923"/>
                      <a:pt x="2218" y="1248"/>
                      <a:pt x="3246" y="1495"/>
                    </a:cubicBezTo>
                    <a:cubicBezTo>
                      <a:pt x="3262" y="1499"/>
                      <a:pt x="3278" y="1501"/>
                      <a:pt x="3292" y="1501"/>
                    </a:cubicBezTo>
                    <a:cubicBezTo>
                      <a:pt x="3479" y="1501"/>
                      <a:pt x="3542" y="1217"/>
                      <a:pt x="3337" y="1157"/>
                    </a:cubicBezTo>
                    <a:cubicBezTo>
                      <a:pt x="2309" y="819"/>
                      <a:pt x="1347" y="350"/>
                      <a:pt x="332" y="12"/>
                    </a:cubicBezTo>
                    <a:cubicBezTo>
                      <a:pt x="308" y="4"/>
                      <a:pt x="286" y="1"/>
                      <a:pt x="2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8"/>
              <p:cNvSpPr/>
              <p:nvPr/>
            </p:nvSpPr>
            <p:spPr>
              <a:xfrm>
                <a:off x="3103806" y="2686112"/>
                <a:ext cx="56986" cy="20029"/>
              </a:xfrm>
              <a:custGeom>
                <a:avLst/>
                <a:gdLst/>
                <a:ahLst/>
                <a:cxnLst/>
                <a:rect l="l" t="t" r="r" b="b"/>
                <a:pathLst>
                  <a:path w="2922" h="1027" extrusionOk="0">
                    <a:moveTo>
                      <a:pt x="276" y="0"/>
                    </a:moveTo>
                    <a:cubicBezTo>
                      <a:pt x="70" y="0"/>
                      <a:pt x="0" y="325"/>
                      <a:pt x="228" y="385"/>
                    </a:cubicBezTo>
                    <a:cubicBezTo>
                      <a:pt x="1034" y="632"/>
                      <a:pt x="1854" y="814"/>
                      <a:pt x="2673" y="1022"/>
                    </a:cubicBezTo>
                    <a:cubicBezTo>
                      <a:pt x="2686" y="1025"/>
                      <a:pt x="2699" y="1026"/>
                      <a:pt x="2710" y="1026"/>
                    </a:cubicBezTo>
                    <a:cubicBezTo>
                      <a:pt x="2876" y="1026"/>
                      <a:pt x="2921" y="784"/>
                      <a:pt x="2751" y="723"/>
                    </a:cubicBezTo>
                    <a:cubicBezTo>
                      <a:pt x="1945" y="476"/>
                      <a:pt x="1151" y="203"/>
                      <a:pt x="332" y="8"/>
                    </a:cubicBezTo>
                    <a:cubicBezTo>
                      <a:pt x="312" y="3"/>
                      <a:pt x="294" y="0"/>
                      <a:pt x="2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6" name="Google Shape;146;p8"/>
          <p:cNvGrpSpPr/>
          <p:nvPr/>
        </p:nvGrpSpPr>
        <p:grpSpPr>
          <a:xfrm flipH="1">
            <a:off x="8091414" y="3232152"/>
            <a:ext cx="894926" cy="1241256"/>
            <a:chOff x="153884" y="778232"/>
            <a:chExt cx="590398" cy="818878"/>
          </a:xfrm>
        </p:grpSpPr>
        <p:sp>
          <p:nvSpPr>
            <p:cNvPr id="147" name="Google Shape;147;p8"/>
            <p:cNvSpPr/>
            <p:nvPr/>
          </p:nvSpPr>
          <p:spPr>
            <a:xfrm>
              <a:off x="153884" y="964395"/>
              <a:ext cx="549733" cy="425214"/>
            </a:xfrm>
            <a:custGeom>
              <a:avLst/>
              <a:gdLst/>
              <a:ahLst/>
              <a:cxnLst/>
              <a:rect l="l" t="t" r="r" b="b"/>
              <a:pathLst>
                <a:path w="13989" h="10819" extrusionOk="0">
                  <a:moveTo>
                    <a:pt x="11024" y="1"/>
                  </a:moveTo>
                  <a:cubicBezTo>
                    <a:pt x="10749" y="1"/>
                    <a:pt x="10548" y="176"/>
                    <a:pt x="10432" y="485"/>
                  </a:cubicBezTo>
                  <a:cubicBezTo>
                    <a:pt x="10314" y="781"/>
                    <a:pt x="10196" y="1086"/>
                    <a:pt x="10107" y="1391"/>
                  </a:cubicBezTo>
                  <a:cubicBezTo>
                    <a:pt x="9930" y="1992"/>
                    <a:pt x="9654" y="2534"/>
                    <a:pt x="9290" y="3036"/>
                  </a:cubicBezTo>
                  <a:cubicBezTo>
                    <a:pt x="8984" y="3450"/>
                    <a:pt x="8620" y="3785"/>
                    <a:pt x="8088" y="3864"/>
                  </a:cubicBezTo>
                  <a:cubicBezTo>
                    <a:pt x="7965" y="3882"/>
                    <a:pt x="7844" y="3891"/>
                    <a:pt x="7724" y="3891"/>
                  </a:cubicBezTo>
                  <a:cubicBezTo>
                    <a:pt x="7332" y="3891"/>
                    <a:pt x="6953" y="3798"/>
                    <a:pt x="6591" y="3647"/>
                  </a:cubicBezTo>
                  <a:cubicBezTo>
                    <a:pt x="5940" y="3371"/>
                    <a:pt x="5300" y="3066"/>
                    <a:pt x="4660" y="2761"/>
                  </a:cubicBezTo>
                  <a:cubicBezTo>
                    <a:pt x="4325" y="2603"/>
                    <a:pt x="3980" y="2485"/>
                    <a:pt x="3606" y="2465"/>
                  </a:cubicBezTo>
                  <a:cubicBezTo>
                    <a:pt x="3572" y="2464"/>
                    <a:pt x="3539" y="2463"/>
                    <a:pt x="3505" y="2463"/>
                  </a:cubicBezTo>
                  <a:cubicBezTo>
                    <a:pt x="2880" y="2463"/>
                    <a:pt x="2352" y="2725"/>
                    <a:pt x="1931" y="3174"/>
                  </a:cubicBezTo>
                  <a:cubicBezTo>
                    <a:pt x="1478" y="3647"/>
                    <a:pt x="1104" y="4199"/>
                    <a:pt x="670" y="4701"/>
                  </a:cubicBezTo>
                  <a:cubicBezTo>
                    <a:pt x="463" y="4947"/>
                    <a:pt x="227" y="5154"/>
                    <a:pt x="0" y="5381"/>
                  </a:cubicBezTo>
                  <a:lnTo>
                    <a:pt x="0" y="10819"/>
                  </a:lnTo>
                  <a:cubicBezTo>
                    <a:pt x="50" y="10809"/>
                    <a:pt x="89" y="10809"/>
                    <a:pt x="128" y="10789"/>
                  </a:cubicBezTo>
                  <a:cubicBezTo>
                    <a:pt x="857" y="10415"/>
                    <a:pt x="1439" y="9873"/>
                    <a:pt x="1941" y="9233"/>
                  </a:cubicBezTo>
                  <a:cubicBezTo>
                    <a:pt x="2374" y="8681"/>
                    <a:pt x="2788" y="8100"/>
                    <a:pt x="3231" y="7558"/>
                  </a:cubicBezTo>
                  <a:cubicBezTo>
                    <a:pt x="3540" y="7182"/>
                    <a:pt x="3953" y="6957"/>
                    <a:pt x="4450" y="6957"/>
                  </a:cubicBezTo>
                  <a:cubicBezTo>
                    <a:pt x="4461" y="6957"/>
                    <a:pt x="4472" y="6957"/>
                    <a:pt x="4482" y="6957"/>
                  </a:cubicBezTo>
                  <a:cubicBezTo>
                    <a:pt x="4936" y="6967"/>
                    <a:pt x="5349" y="7115"/>
                    <a:pt x="5753" y="7292"/>
                  </a:cubicBezTo>
                  <a:cubicBezTo>
                    <a:pt x="6305" y="7549"/>
                    <a:pt x="6895" y="7686"/>
                    <a:pt x="7494" y="7686"/>
                  </a:cubicBezTo>
                  <a:cubicBezTo>
                    <a:pt x="7514" y="7686"/>
                    <a:pt x="7535" y="7686"/>
                    <a:pt x="7556" y="7686"/>
                  </a:cubicBezTo>
                  <a:cubicBezTo>
                    <a:pt x="8295" y="7676"/>
                    <a:pt x="9014" y="7538"/>
                    <a:pt x="9693" y="7233"/>
                  </a:cubicBezTo>
                  <a:cubicBezTo>
                    <a:pt x="10600" y="6819"/>
                    <a:pt x="11398" y="6287"/>
                    <a:pt x="12018" y="5489"/>
                  </a:cubicBezTo>
                  <a:cubicBezTo>
                    <a:pt x="12619" y="4721"/>
                    <a:pt x="13013" y="3844"/>
                    <a:pt x="13358" y="2938"/>
                  </a:cubicBezTo>
                  <a:cubicBezTo>
                    <a:pt x="13545" y="2475"/>
                    <a:pt x="13732" y="2002"/>
                    <a:pt x="13890" y="1529"/>
                  </a:cubicBezTo>
                  <a:cubicBezTo>
                    <a:pt x="13988" y="1214"/>
                    <a:pt x="13851" y="909"/>
                    <a:pt x="13565" y="800"/>
                  </a:cubicBezTo>
                  <a:cubicBezTo>
                    <a:pt x="12806" y="534"/>
                    <a:pt x="12038" y="268"/>
                    <a:pt x="11270" y="42"/>
                  </a:cubicBezTo>
                  <a:cubicBezTo>
                    <a:pt x="11182" y="14"/>
                    <a:pt x="11100" y="1"/>
                    <a:pt x="11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8"/>
            <p:cNvSpPr/>
            <p:nvPr/>
          </p:nvSpPr>
          <p:spPr>
            <a:xfrm>
              <a:off x="527860" y="819693"/>
              <a:ext cx="69321" cy="69369"/>
            </a:xfrm>
            <a:custGeom>
              <a:avLst/>
              <a:gdLst/>
              <a:ahLst/>
              <a:cxnLst/>
              <a:rect l="l" t="t" r="r" b="b"/>
              <a:pathLst>
                <a:path w="1764" h="1765" extrusionOk="0">
                  <a:moveTo>
                    <a:pt x="916" y="0"/>
                  </a:moveTo>
                  <a:cubicBezTo>
                    <a:pt x="384" y="0"/>
                    <a:pt x="0" y="355"/>
                    <a:pt x="10" y="867"/>
                  </a:cubicBezTo>
                  <a:cubicBezTo>
                    <a:pt x="20" y="1399"/>
                    <a:pt x="424" y="1754"/>
                    <a:pt x="916" y="1764"/>
                  </a:cubicBezTo>
                  <a:cubicBezTo>
                    <a:pt x="927" y="1764"/>
                    <a:pt x="938" y="1764"/>
                    <a:pt x="948" y="1764"/>
                  </a:cubicBezTo>
                  <a:cubicBezTo>
                    <a:pt x="1396" y="1764"/>
                    <a:pt x="1754" y="1359"/>
                    <a:pt x="1754" y="897"/>
                  </a:cubicBezTo>
                  <a:cubicBezTo>
                    <a:pt x="1763" y="316"/>
                    <a:pt x="1468" y="0"/>
                    <a:pt x="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154277" y="860526"/>
              <a:ext cx="567142" cy="436965"/>
            </a:xfrm>
            <a:custGeom>
              <a:avLst/>
              <a:gdLst/>
              <a:ahLst/>
              <a:cxnLst/>
              <a:rect l="l" t="t" r="r" b="b"/>
              <a:pathLst>
                <a:path w="14432" h="11118" extrusionOk="0">
                  <a:moveTo>
                    <a:pt x="2671" y="0"/>
                  </a:moveTo>
                  <a:cubicBezTo>
                    <a:pt x="2462" y="0"/>
                    <a:pt x="2251" y="17"/>
                    <a:pt x="2039" y="45"/>
                  </a:cubicBezTo>
                  <a:cubicBezTo>
                    <a:pt x="1360" y="143"/>
                    <a:pt x="680" y="321"/>
                    <a:pt x="0" y="459"/>
                  </a:cubicBezTo>
                  <a:lnTo>
                    <a:pt x="0" y="734"/>
                  </a:lnTo>
                  <a:cubicBezTo>
                    <a:pt x="769" y="508"/>
                    <a:pt x="1557" y="331"/>
                    <a:pt x="2355" y="281"/>
                  </a:cubicBezTo>
                  <a:cubicBezTo>
                    <a:pt x="2453" y="275"/>
                    <a:pt x="2550" y="271"/>
                    <a:pt x="2646" y="271"/>
                  </a:cubicBezTo>
                  <a:cubicBezTo>
                    <a:pt x="3276" y="271"/>
                    <a:pt x="3867" y="425"/>
                    <a:pt x="4354" y="912"/>
                  </a:cubicBezTo>
                  <a:cubicBezTo>
                    <a:pt x="4748" y="1306"/>
                    <a:pt x="4906" y="1818"/>
                    <a:pt x="5004" y="2360"/>
                  </a:cubicBezTo>
                  <a:cubicBezTo>
                    <a:pt x="5113" y="2921"/>
                    <a:pt x="5142" y="3502"/>
                    <a:pt x="5300" y="4054"/>
                  </a:cubicBezTo>
                  <a:cubicBezTo>
                    <a:pt x="5649" y="5289"/>
                    <a:pt x="6250" y="5821"/>
                    <a:pt x="7381" y="5821"/>
                  </a:cubicBezTo>
                  <a:cubicBezTo>
                    <a:pt x="7432" y="5821"/>
                    <a:pt x="7483" y="5819"/>
                    <a:pt x="7536" y="5817"/>
                  </a:cubicBezTo>
                  <a:cubicBezTo>
                    <a:pt x="8038" y="5808"/>
                    <a:pt x="8531" y="5768"/>
                    <a:pt x="9033" y="5739"/>
                  </a:cubicBezTo>
                  <a:cubicBezTo>
                    <a:pt x="9264" y="5721"/>
                    <a:pt x="9494" y="5706"/>
                    <a:pt x="9724" y="5706"/>
                  </a:cubicBezTo>
                  <a:cubicBezTo>
                    <a:pt x="10014" y="5706"/>
                    <a:pt x="10304" y="5730"/>
                    <a:pt x="10590" y="5808"/>
                  </a:cubicBezTo>
                  <a:cubicBezTo>
                    <a:pt x="11161" y="5975"/>
                    <a:pt x="11338" y="6300"/>
                    <a:pt x="11171" y="6871"/>
                  </a:cubicBezTo>
                  <a:cubicBezTo>
                    <a:pt x="11082" y="7137"/>
                    <a:pt x="10984" y="7403"/>
                    <a:pt x="10935" y="7679"/>
                  </a:cubicBezTo>
                  <a:cubicBezTo>
                    <a:pt x="10806" y="8270"/>
                    <a:pt x="11122" y="8753"/>
                    <a:pt x="11723" y="8871"/>
                  </a:cubicBezTo>
                  <a:cubicBezTo>
                    <a:pt x="11851" y="8901"/>
                    <a:pt x="11990" y="8914"/>
                    <a:pt x="12123" y="8914"/>
                  </a:cubicBezTo>
                  <a:cubicBezTo>
                    <a:pt x="12165" y="8914"/>
                    <a:pt x="12205" y="8913"/>
                    <a:pt x="12245" y="8910"/>
                  </a:cubicBezTo>
                  <a:cubicBezTo>
                    <a:pt x="12649" y="8871"/>
                    <a:pt x="13052" y="8812"/>
                    <a:pt x="13456" y="8753"/>
                  </a:cubicBezTo>
                  <a:cubicBezTo>
                    <a:pt x="13527" y="8744"/>
                    <a:pt x="13585" y="8738"/>
                    <a:pt x="13633" y="8738"/>
                  </a:cubicBezTo>
                  <a:cubicBezTo>
                    <a:pt x="13794" y="8738"/>
                    <a:pt x="13847" y="8804"/>
                    <a:pt x="13900" y="9039"/>
                  </a:cubicBezTo>
                  <a:cubicBezTo>
                    <a:pt x="13988" y="9383"/>
                    <a:pt x="14047" y="9748"/>
                    <a:pt x="14126" y="10093"/>
                  </a:cubicBezTo>
                  <a:cubicBezTo>
                    <a:pt x="14166" y="10250"/>
                    <a:pt x="14106" y="10339"/>
                    <a:pt x="13969" y="10378"/>
                  </a:cubicBezTo>
                  <a:cubicBezTo>
                    <a:pt x="13673" y="10467"/>
                    <a:pt x="13387" y="10565"/>
                    <a:pt x="13082" y="10644"/>
                  </a:cubicBezTo>
                  <a:cubicBezTo>
                    <a:pt x="12623" y="10760"/>
                    <a:pt x="12168" y="10842"/>
                    <a:pt x="11710" y="10842"/>
                  </a:cubicBezTo>
                  <a:cubicBezTo>
                    <a:pt x="11313" y="10842"/>
                    <a:pt x="10914" y="10780"/>
                    <a:pt x="10511" y="10625"/>
                  </a:cubicBezTo>
                  <a:cubicBezTo>
                    <a:pt x="9733" y="10329"/>
                    <a:pt x="8974" y="9708"/>
                    <a:pt x="9250" y="8556"/>
                  </a:cubicBezTo>
                  <a:cubicBezTo>
                    <a:pt x="9289" y="8418"/>
                    <a:pt x="9299" y="8260"/>
                    <a:pt x="9309" y="8113"/>
                  </a:cubicBezTo>
                  <a:cubicBezTo>
                    <a:pt x="9319" y="7797"/>
                    <a:pt x="9171" y="7610"/>
                    <a:pt x="8846" y="7590"/>
                  </a:cubicBezTo>
                  <a:cubicBezTo>
                    <a:pt x="8786" y="7583"/>
                    <a:pt x="8727" y="7580"/>
                    <a:pt x="8667" y="7580"/>
                  </a:cubicBezTo>
                  <a:cubicBezTo>
                    <a:pt x="8500" y="7580"/>
                    <a:pt x="8333" y="7603"/>
                    <a:pt x="8166" y="7610"/>
                  </a:cubicBezTo>
                  <a:cubicBezTo>
                    <a:pt x="7824" y="7617"/>
                    <a:pt x="7476" y="7666"/>
                    <a:pt x="7139" y="7666"/>
                  </a:cubicBezTo>
                  <a:cubicBezTo>
                    <a:pt x="7010" y="7666"/>
                    <a:pt x="6883" y="7659"/>
                    <a:pt x="6758" y="7640"/>
                  </a:cubicBezTo>
                  <a:cubicBezTo>
                    <a:pt x="5290" y="7413"/>
                    <a:pt x="4344" y="6556"/>
                    <a:pt x="4019" y="5108"/>
                  </a:cubicBezTo>
                  <a:cubicBezTo>
                    <a:pt x="3891" y="4517"/>
                    <a:pt x="3812" y="3916"/>
                    <a:pt x="3704" y="3325"/>
                  </a:cubicBezTo>
                  <a:cubicBezTo>
                    <a:pt x="3596" y="2734"/>
                    <a:pt x="3271" y="2370"/>
                    <a:pt x="2758" y="2311"/>
                  </a:cubicBezTo>
                  <a:cubicBezTo>
                    <a:pt x="2622" y="2297"/>
                    <a:pt x="2483" y="2288"/>
                    <a:pt x="2344" y="2288"/>
                  </a:cubicBezTo>
                  <a:cubicBezTo>
                    <a:pt x="2174" y="2288"/>
                    <a:pt x="2005" y="2302"/>
                    <a:pt x="1842" y="2340"/>
                  </a:cubicBezTo>
                  <a:cubicBezTo>
                    <a:pt x="1222" y="2468"/>
                    <a:pt x="611" y="2655"/>
                    <a:pt x="0" y="2823"/>
                  </a:cubicBezTo>
                  <a:lnTo>
                    <a:pt x="0" y="3099"/>
                  </a:lnTo>
                  <a:cubicBezTo>
                    <a:pt x="375" y="2990"/>
                    <a:pt x="739" y="2872"/>
                    <a:pt x="1113" y="2774"/>
                  </a:cubicBezTo>
                  <a:cubicBezTo>
                    <a:pt x="1533" y="2651"/>
                    <a:pt x="1945" y="2552"/>
                    <a:pt x="2377" y="2552"/>
                  </a:cubicBezTo>
                  <a:cubicBezTo>
                    <a:pt x="2432" y="2552"/>
                    <a:pt x="2487" y="2553"/>
                    <a:pt x="2542" y="2557"/>
                  </a:cubicBezTo>
                  <a:cubicBezTo>
                    <a:pt x="2985" y="2576"/>
                    <a:pt x="3281" y="2783"/>
                    <a:pt x="3399" y="3207"/>
                  </a:cubicBezTo>
                  <a:cubicBezTo>
                    <a:pt x="3428" y="3296"/>
                    <a:pt x="3448" y="3394"/>
                    <a:pt x="3468" y="3493"/>
                  </a:cubicBezTo>
                  <a:cubicBezTo>
                    <a:pt x="3556" y="4044"/>
                    <a:pt x="3635" y="4596"/>
                    <a:pt x="3753" y="5138"/>
                  </a:cubicBezTo>
                  <a:cubicBezTo>
                    <a:pt x="4049" y="6517"/>
                    <a:pt x="4876" y="7413"/>
                    <a:pt x="6236" y="7817"/>
                  </a:cubicBezTo>
                  <a:cubicBezTo>
                    <a:pt x="6551" y="7912"/>
                    <a:pt x="6869" y="7942"/>
                    <a:pt x="7189" y="7942"/>
                  </a:cubicBezTo>
                  <a:cubicBezTo>
                    <a:pt x="7468" y="7942"/>
                    <a:pt x="7748" y="7919"/>
                    <a:pt x="8029" y="7896"/>
                  </a:cubicBezTo>
                  <a:cubicBezTo>
                    <a:pt x="8275" y="7866"/>
                    <a:pt x="8511" y="7837"/>
                    <a:pt x="8758" y="7837"/>
                  </a:cubicBezTo>
                  <a:cubicBezTo>
                    <a:pt x="8984" y="7837"/>
                    <a:pt x="9073" y="7965"/>
                    <a:pt x="9043" y="8201"/>
                  </a:cubicBezTo>
                  <a:cubicBezTo>
                    <a:pt x="9014" y="8379"/>
                    <a:pt x="8974" y="8566"/>
                    <a:pt x="8955" y="8743"/>
                  </a:cubicBezTo>
                  <a:cubicBezTo>
                    <a:pt x="8905" y="9245"/>
                    <a:pt x="8955" y="9718"/>
                    <a:pt x="9299" y="10112"/>
                  </a:cubicBezTo>
                  <a:cubicBezTo>
                    <a:pt x="9546" y="10398"/>
                    <a:pt x="9831" y="10634"/>
                    <a:pt x="10186" y="10782"/>
                  </a:cubicBezTo>
                  <a:cubicBezTo>
                    <a:pt x="10672" y="10993"/>
                    <a:pt x="11174" y="11117"/>
                    <a:pt x="11689" y="11117"/>
                  </a:cubicBezTo>
                  <a:cubicBezTo>
                    <a:pt x="11873" y="11117"/>
                    <a:pt x="12058" y="11102"/>
                    <a:pt x="12245" y="11068"/>
                  </a:cubicBezTo>
                  <a:cubicBezTo>
                    <a:pt x="12836" y="10950"/>
                    <a:pt x="13427" y="10802"/>
                    <a:pt x="14018" y="10644"/>
                  </a:cubicBezTo>
                  <a:cubicBezTo>
                    <a:pt x="14363" y="10556"/>
                    <a:pt x="14432" y="10418"/>
                    <a:pt x="14382" y="10063"/>
                  </a:cubicBezTo>
                  <a:cubicBezTo>
                    <a:pt x="14343" y="9738"/>
                    <a:pt x="14274" y="9423"/>
                    <a:pt x="14195" y="9117"/>
                  </a:cubicBezTo>
                  <a:cubicBezTo>
                    <a:pt x="14084" y="8628"/>
                    <a:pt x="13984" y="8473"/>
                    <a:pt x="13659" y="8473"/>
                  </a:cubicBezTo>
                  <a:cubicBezTo>
                    <a:pt x="13552" y="8473"/>
                    <a:pt x="13422" y="8490"/>
                    <a:pt x="13259" y="8516"/>
                  </a:cubicBezTo>
                  <a:cubicBezTo>
                    <a:pt x="12855" y="8576"/>
                    <a:pt x="12442" y="8635"/>
                    <a:pt x="12028" y="8645"/>
                  </a:cubicBezTo>
                  <a:cubicBezTo>
                    <a:pt x="12021" y="8645"/>
                    <a:pt x="12014" y="8645"/>
                    <a:pt x="12007" y="8645"/>
                  </a:cubicBezTo>
                  <a:cubicBezTo>
                    <a:pt x="11390" y="8645"/>
                    <a:pt x="11045" y="8224"/>
                    <a:pt x="11220" y="7610"/>
                  </a:cubicBezTo>
                  <a:cubicBezTo>
                    <a:pt x="11289" y="7364"/>
                    <a:pt x="11378" y="7128"/>
                    <a:pt x="11447" y="6881"/>
                  </a:cubicBezTo>
                  <a:cubicBezTo>
                    <a:pt x="11624" y="6221"/>
                    <a:pt x="11388" y="5778"/>
                    <a:pt x="10728" y="5571"/>
                  </a:cubicBezTo>
                  <a:cubicBezTo>
                    <a:pt x="10418" y="5473"/>
                    <a:pt x="10103" y="5445"/>
                    <a:pt x="9786" y="5445"/>
                  </a:cubicBezTo>
                  <a:cubicBezTo>
                    <a:pt x="9497" y="5445"/>
                    <a:pt x="9206" y="5468"/>
                    <a:pt x="8915" y="5482"/>
                  </a:cubicBezTo>
                  <a:cubicBezTo>
                    <a:pt x="8370" y="5500"/>
                    <a:pt x="7818" y="5533"/>
                    <a:pt x="7272" y="5533"/>
                  </a:cubicBezTo>
                  <a:cubicBezTo>
                    <a:pt x="7205" y="5533"/>
                    <a:pt x="7139" y="5533"/>
                    <a:pt x="7073" y="5532"/>
                  </a:cubicBezTo>
                  <a:cubicBezTo>
                    <a:pt x="6561" y="5512"/>
                    <a:pt x="6167" y="5246"/>
                    <a:pt x="5901" y="4803"/>
                  </a:cubicBezTo>
                  <a:cubicBezTo>
                    <a:pt x="5694" y="4458"/>
                    <a:pt x="5546" y="4093"/>
                    <a:pt x="5477" y="3690"/>
                  </a:cubicBezTo>
                  <a:cubicBezTo>
                    <a:pt x="5398" y="3187"/>
                    <a:pt x="5339" y="2675"/>
                    <a:pt x="5241" y="2173"/>
                  </a:cubicBezTo>
                  <a:cubicBezTo>
                    <a:pt x="5093" y="1394"/>
                    <a:pt x="4758" y="725"/>
                    <a:pt x="4019" y="321"/>
                  </a:cubicBezTo>
                  <a:cubicBezTo>
                    <a:pt x="3585" y="83"/>
                    <a:pt x="3133" y="0"/>
                    <a:pt x="2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154277" y="1197247"/>
              <a:ext cx="283374" cy="399864"/>
            </a:xfrm>
            <a:custGeom>
              <a:avLst/>
              <a:gdLst/>
              <a:ahLst/>
              <a:cxnLst/>
              <a:rect l="l" t="t" r="r" b="b"/>
              <a:pathLst>
                <a:path w="7211" h="10174" extrusionOk="0">
                  <a:moveTo>
                    <a:pt x="6004" y="0"/>
                  </a:moveTo>
                  <a:cubicBezTo>
                    <a:pt x="5984" y="0"/>
                    <a:pt x="5962" y="3"/>
                    <a:pt x="5940" y="8"/>
                  </a:cubicBezTo>
                  <a:cubicBezTo>
                    <a:pt x="5389" y="116"/>
                    <a:pt x="4837" y="224"/>
                    <a:pt x="4295" y="352"/>
                  </a:cubicBezTo>
                  <a:cubicBezTo>
                    <a:pt x="4098" y="392"/>
                    <a:pt x="4000" y="530"/>
                    <a:pt x="4009" y="746"/>
                  </a:cubicBezTo>
                  <a:cubicBezTo>
                    <a:pt x="4059" y="1328"/>
                    <a:pt x="4108" y="1909"/>
                    <a:pt x="4118" y="2490"/>
                  </a:cubicBezTo>
                  <a:cubicBezTo>
                    <a:pt x="4128" y="2904"/>
                    <a:pt x="4108" y="3327"/>
                    <a:pt x="4049" y="3741"/>
                  </a:cubicBezTo>
                  <a:cubicBezTo>
                    <a:pt x="3980" y="4214"/>
                    <a:pt x="3694" y="4519"/>
                    <a:pt x="3212" y="4628"/>
                  </a:cubicBezTo>
                  <a:cubicBezTo>
                    <a:pt x="3103" y="4647"/>
                    <a:pt x="2985" y="4697"/>
                    <a:pt x="2867" y="4697"/>
                  </a:cubicBezTo>
                  <a:cubicBezTo>
                    <a:pt x="2757" y="4699"/>
                    <a:pt x="2647" y="4701"/>
                    <a:pt x="2536" y="4701"/>
                  </a:cubicBezTo>
                  <a:cubicBezTo>
                    <a:pt x="2268" y="4701"/>
                    <a:pt x="1999" y="4694"/>
                    <a:pt x="1734" y="4687"/>
                  </a:cubicBezTo>
                  <a:cubicBezTo>
                    <a:pt x="1301" y="4687"/>
                    <a:pt x="916" y="4805"/>
                    <a:pt x="581" y="5081"/>
                  </a:cubicBezTo>
                  <a:cubicBezTo>
                    <a:pt x="384" y="5258"/>
                    <a:pt x="197" y="5455"/>
                    <a:pt x="0" y="5642"/>
                  </a:cubicBezTo>
                  <a:lnTo>
                    <a:pt x="0" y="6115"/>
                  </a:lnTo>
                  <a:cubicBezTo>
                    <a:pt x="59" y="6056"/>
                    <a:pt x="118" y="6007"/>
                    <a:pt x="158" y="5948"/>
                  </a:cubicBezTo>
                  <a:cubicBezTo>
                    <a:pt x="569" y="5282"/>
                    <a:pt x="1136" y="4936"/>
                    <a:pt x="1879" y="4936"/>
                  </a:cubicBezTo>
                  <a:cubicBezTo>
                    <a:pt x="1972" y="4936"/>
                    <a:pt x="2068" y="4942"/>
                    <a:pt x="2167" y="4953"/>
                  </a:cubicBezTo>
                  <a:cubicBezTo>
                    <a:pt x="2311" y="4973"/>
                    <a:pt x="2455" y="4984"/>
                    <a:pt x="2598" y="4984"/>
                  </a:cubicBezTo>
                  <a:cubicBezTo>
                    <a:pt x="2877" y="4984"/>
                    <a:pt x="3155" y="4942"/>
                    <a:pt x="3428" y="4844"/>
                  </a:cubicBezTo>
                  <a:cubicBezTo>
                    <a:pt x="3822" y="4706"/>
                    <a:pt x="4118" y="4460"/>
                    <a:pt x="4236" y="4056"/>
                  </a:cubicBezTo>
                  <a:cubicBezTo>
                    <a:pt x="4315" y="3800"/>
                    <a:pt x="4374" y="3524"/>
                    <a:pt x="4374" y="3268"/>
                  </a:cubicBezTo>
                  <a:cubicBezTo>
                    <a:pt x="4364" y="2451"/>
                    <a:pt x="4325" y="1643"/>
                    <a:pt x="4295" y="825"/>
                  </a:cubicBezTo>
                  <a:cubicBezTo>
                    <a:pt x="4285" y="677"/>
                    <a:pt x="4325" y="599"/>
                    <a:pt x="4472" y="569"/>
                  </a:cubicBezTo>
                  <a:cubicBezTo>
                    <a:pt x="4837" y="490"/>
                    <a:pt x="5201" y="392"/>
                    <a:pt x="5566" y="333"/>
                  </a:cubicBezTo>
                  <a:cubicBezTo>
                    <a:pt x="5707" y="310"/>
                    <a:pt x="5809" y="293"/>
                    <a:pt x="5888" y="293"/>
                  </a:cubicBezTo>
                  <a:cubicBezTo>
                    <a:pt x="6078" y="293"/>
                    <a:pt x="6130" y="389"/>
                    <a:pt x="6255" y="717"/>
                  </a:cubicBezTo>
                  <a:cubicBezTo>
                    <a:pt x="6689" y="1800"/>
                    <a:pt x="6965" y="2933"/>
                    <a:pt x="6925" y="4105"/>
                  </a:cubicBezTo>
                  <a:cubicBezTo>
                    <a:pt x="6906" y="4539"/>
                    <a:pt x="6807" y="4962"/>
                    <a:pt x="6551" y="5337"/>
                  </a:cubicBezTo>
                  <a:cubicBezTo>
                    <a:pt x="5822" y="6411"/>
                    <a:pt x="4778" y="6962"/>
                    <a:pt x="3507" y="7090"/>
                  </a:cubicBezTo>
                  <a:cubicBezTo>
                    <a:pt x="2404" y="7199"/>
                    <a:pt x="1527" y="7681"/>
                    <a:pt x="857" y="8558"/>
                  </a:cubicBezTo>
                  <a:cubicBezTo>
                    <a:pt x="572" y="8932"/>
                    <a:pt x="286" y="9316"/>
                    <a:pt x="0" y="9701"/>
                  </a:cubicBezTo>
                  <a:lnTo>
                    <a:pt x="0" y="10173"/>
                  </a:lnTo>
                  <a:cubicBezTo>
                    <a:pt x="30" y="10154"/>
                    <a:pt x="69" y="10154"/>
                    <a:pt x="79" y="10134"/>
                  </a:cubicBezTo>
                  <a:cubicBezTo>
                    <a:pt x="424" y="9651"/>
                    <a:pt x="739" y="9169"/>
                    <a:pt x="1094" y="8706"/>
                  </a:cubicBezTo>
                  <a:cubicBezTo>
                    <a:pt x="1685" y="7928"/>
                    <a:pt x="2453" y="7474"/>
                    <a:pt x="3428" y="7376"/>
                  </a:cubicBezTo>
                  <a:cubicBezTo>
                    <a:pt x="4679" y="7248"/>
                    <a:pt x="5753" y="6775"/>
                    <a:pt x="6571" y="5780"/>
                  </a:cubicBezTo>
                  <a:cubicBezTo>
                    <a:pt x="7063" y="5169"/>
                    <a:pt x="7211" y="4490"/>
                    <a:pt x="7201" y="3741"/>
                  </a:cubicBezTo>
                  <a:cubicBezTo>
                    <a:pt x="7191" y="2914"/>
                    <a:pt x="7004" y="2116"/>
                    <a:pt x="6768" y="1328"/>
                  </a:cubicBezTo>
                  <a:cubicBezTo>
                    <a:pt x="6649" y="953"/>
                    <a:pt x="6472" y="589"/>
                    <a:pt x="6305" y="224"/>
                  </a:cubicBezTo>
                  <a:cubicBezTo>
                    <a:pt x="6244" y="112"/>
                    <a:pt x="6146" y="0"/>
                    <a:pt x="60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154277" y="897428"/>
              <a:ext cx="522224" cy="356199"/>
            </a:xfrm>
            <a:custGeom>
              <a:avLst/>
              <a:gdLst/>
              <a:ahLst/>
              <a:cxnLst/>
              <a:rect l="l" t="t" r="r" b="b"/>
              <a:pathLst>
                <a:path w="13289" h="9063" extrusionOk="0">
                  <a:moveTo>
                    <a:pt x="2000" y="1"/>
                  </a:moveTo>
                  <a:cubicBezTo>
                    <a:pt x="1670" y="1"/>
                    <a:pt x="1342" y="34"/>
                    <a:pt x="1015" y="91"/>
                  </a:cubicBezTo>
                  <a:cubicBezTo>
                    <a:pt x="680" y="150"/>
                    <a:pt x="345" y="229"/>
                    <a:pt x="0" y="308"/>
                  </a:cubicBezTo>
                  <a:lnTo>
                    <a:pt x="0" y="583"/>
                  </a:lnTo>
                  <a:cubicBezTo>
                    <a:pt x="89" y="564"/>
                    <a:pt x="168" y="554"/>
                    <a:pt x="246" y="534"/>
                  </a:cubicBezTo>
                  <a:cubicBezTo>
                    <a:pt x="810" y="368"/>
                    <a:pt x="1374" y="265"/>
                    <a:pt x="1950" y="265"/>
                  </a:cubicBezTo>
                  <a:cubicBezTo>
                    <a:pt x="2159" y="265"/>
                    <a:pt x="2369" y="279"/>
                    <a:pt x="2581" y="308"/>
                  </a:cubicBezTo>
                  <a:cubicBezTo>
                    <a:pt x="3487" y="426"/>
                    <a:pt x="3970" y="879"/>
                    <a:pt x="4197" y="1756"/>
                  </a:cubicBezTo>
                  <a:cubicBezTo>
                    <a:pt x="4374" y="2445"/>
                    <a:pt x="4551" y="3125"/>
                    <a:pt x="4778" y="3795"/>
                  </a:cubicBezTo>
                  <a:cubicBezTo>
                    <a:pt x="4945" y="4277"/>
                    <a:pt x="5123" y="4760"/>
                    <a:pt x="5526" y="5115"/>
                  </a:cubicBezTo>
                  <a:cubicBezTo>
                    <a:pt x="6034" y="5575"/>
                    <a:pt x="6644" y="5746"/>
                    <a:pt x="7303" y="5746"/>
                  </a:cubicBezTo>
                  <a:cubicBezTo>
                    <a:pt x="7321" y="5746"/>
                    <a:pt x="7340" y="5746"/>
                    <a:pt x="7359" y="5745"/>
                  </a:cubicBezTo>
                  <a:cubicBezTo>
                    <a:pt x="7859" y="5745"/>
                    <a:pt x="8360" y="5711"/>
                    <a:pt x="8861" y="5711"/>
                  </a:cubicBezTo>
                  <a:cubicBezTo>
                    <a:pt x="8961" y="5711"/>
                    <a:pt x="9061" y="5712"/>
                    <a:pt x="9161" y="5716"/>
                  </a:cubicBezTo>
                  <a:cubicBezTo>
                    <a:pt x="9949" y="5745"/>
                    <a:pt x="10087" y="6100"/>
                    <a:pt x="9979" y="6651"/>
                  </a:cubicBezTo>
                  <a:cubicBezTo>
                    <a:pt x="9930" y="6878"/>
                    <a:pt x="9900" y="7095"/>
                    <a:pt x="9861" y="7311"/>
                  </a:cubicBezTo>
                  <a:cubicBezTo>
                    <a:pt x="9782" y="7834"/>
                    <a:pt x="9920" y="8277"/>
                    <a:pt x="10334" y="8622"/>
                  </a:cubicBezTo>
                  <a:cubicBezTo>
                    <a:pt x="10600" y="8848"/>
                    <a:pt x="10905" y="9026"/>
                    <a:pt x="11240" y="9045"/>
                  </a:cubicBezTo>
                  <a:cubicBezTo>
                    <a:pt x="11407" y="9058"/>
                    <a:pt x="11576" y="9062"/>
                    <a:pt x="11745" y="9062"/>
                  </a:cubicBezTo>
                  <a:cubicBezTo>
                    <a:pt x="12102" y="9062"/>
                    <a:pt x="12461" y="9042"/>
                    <a:pt x="12816" y="9035"/>
                  </a:cubicBezTo>
                  <a:cubicBezTo>
                    <a:pt x="12924" y="9035"/>
                    <a:pt x="13043" y="9035"/>
                    <a:pt x="13141" y="8996"/>
                  </a:cubicBezTo>
                  <a:cubicBezTo>
                    <a:pt x="13200" y="8976"/>
                    <a:pt x="13240" y="8897"/>
                    <a:pt x="13289" y="8838"/>
                  </a:cubicBezTo>
                  <a:cubicBezTo>
                    <a:pt x="13230" y="8809"/>
                    <a:pt x="13161" y="8740"/>
                    <a:pt x="13112" y="8740"/>
                  </a:cubicBezTo>
                  <a:cubicBezTo>
                    <a:pt x="12678" y="8760"/>
                    <a:pt x="12245" y="8789"/>
                    <a:pt x="11811" y="8829"/>
                  </a:cubicBezTo>
                  <a:cubicBezTo>
                    <a:pt x="11766" y="8831"/>
                    <a:pt x="11721" y="8833"/>
                    <a:pt x="11677" y="8833"/>
                  </a:cubicBezTo>
                  <a:cubicBezTo>
                    <a:pt x="11278" y="8833"/>
                    <a:pt x="10918" y="8713"/>
                    <a:pt x="10590" y="8474"/>
                  </a:cubicBezTo>
                  <a:cubicBezTo>
                    <a:pt x="10235" y="8228"/>
                    <a:pt x="10048" y="7883"/>
                    <a:pt x="10127" y="7430"/>
                  </a:cubicBezTo>
                  <a:cubicBezTo>
                    <a:pt x="10166" y="7193"/>
                    <a:pt x="10196" y="6957"/>
                    <a:pt x="10235" y="6730"/>
                  </a:cubicBezTo>
                  <a:cubicBezTo>
                    <a:pt x="10363" y="6001"/>
                    <a:pt x="10097" y="5578"/>
                    <a:pt x="9437" y="5479"/>
                  </a:cubicBezTo>
                  <a:cubicBezTo>
                    <a:pt x="9211" y="5440"/>
                    <a:pt x="8964" y="5440"/>
                    <a:pt x="8728" y="5440"/>
                  </a:cubicBezTo>
                  <a:cubicBezTo>
                    <a:pt x="8333" y="5447"/>
                    <a:pt x="7938" y="5467"/>
                    <a:pt x="7544" y="5467"/>
                  </a:cubicBezTo>
                  <a:cubicBezTo>
                    <a:pt x="7357" y="5467"/>
                    <a:pt x="7171" y="5462"/>
                    <a:pt x="6984" y="5450"/>
                  </a:cubicBezTo>
                  <a:cubicBezTo>
                    <a:pt x="6186" y="5400"/>
                    <a:pt x="5586" y="5016"/>
                    <a:pt x="5251" y="4258"/>
                  </a:cubicBezTo>
                  <a:cubicBezTo>
                    <a:pt x="4896" y="3440"/>
                    <a:pt x="4640" y="2583"/>
                    <a:pt x="4453" y="1716"/>
                  </a:cubicBezTo>
                  <a:cubicBezTo>
                    <a:pt x="4246" y="751"/>
                    <a:pt x="3704" y="239"/>
                    <a:pt x="2739" y="61"/>
                  </a:cubicBezTo>
                  <a:cubicBezTo>
                    <a:pt x="2491" y="19"/>
                    <a:pt x="2245" y="1"/>
                    <a:pt x="20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154277" y="1107565"/>
              <a:ext cx="146737" cy="129109"/>
            </a:xfrm>
            <a:custGeom>
              <a:avLst/>
              <a:gdLst/>
              <a:ahLst/>
              <a:cxnLst/>
              <a:rect l="l" t="t" r="r" b="b"/>
              <a:pathLst>
                <a:path w="3734" h="3285" extrusionOk="0">
                  <a:moveTo>
                    <a:pt x="2403" y="1"/>
                  </a:moveTo>
                  <a:cubicBezTo>
                    <a:pt x="2352" y="1"/>
                    <a:pt x="2293" y="33"/>
                    <a:pt x="2207" y="93"/>
                  </a:cubicBezTo>
                  <a:cubicBezTo>
                    <a:pt x="1951" y="260"/>
                    <a:pt x="1704" y="447"/>
                    <a:pt x="1429" y="595"/>
                  </a:cubicBezTo>
                  <a:cubicBezTo>
                    <a:pt x="996" y="836"/>
                    <a:pt x="545" y="1029"/>
                    <a:pt x="38" y="1029"/>
                  </a:cubicBezTo>
                  <a:cubicBezTo>
                    <a:pt x="25" y="1029"/>
                    <a:pt x="13" y="1029"/>
                    <a:pt x="0" y="1029"/>
                  </a:cubicBezTo>
                  <a:lnTo>
                    <a:pt x="0" y="1304"/>
                  </a:lnTo>
                  <a:cubicBezTo>
                    <a:pt x="906" y="1275"/>
                    <a:pt x="1645" y="822"/>
                    <a:pt x="2364" y="310"/>
                  </a:cubicBezTo>
                  <a:cubicBezTo>
                    <a:pt x="2699" y="851"/>
                    <a:pt x="3024" y="1383"/>
                    <a:pt x="3359" y="1925"/>
                  </a:cubicBezTo>
                  <a:cubicBezTo>
                    <a:pt x="2409" y="2490"/>
                    <a:pt x="1458" y="3014"/>
                    <a:pt x="336" y="3014"/>
                  </a:cubicBezTo>
                  <a:cubicBezTo>
                    <a:pt x="226" y="3014"/>
                    <a:pt x="114" y="3009"/>
                    <a:pt x="0" y="2999"/>
                  </a:cubicBezTo>
                  <a:lnTo>
                    <a:pt x="0" y="3275"/>
                  </a:lnTo>
                  <a:cubicBezTo>
                    <a:pt x="20" y="3265"/>
                    <a:pt x="40" y="3255"/>
                    <a:pt x="59" y="3255"/>
                  </a:cubicBezTo>
                  <a:cubicBezTo>
                    <a:pt x="186" y="3276"/>
                    <a:pt x="310" y="3285"/>
                    <a:pt x="434" y="3285"/>
                  </a:cubicBezTo>
                  <a:cubicBezTo>
                    <a:pt x="784" y="3285"/>
                    <a:pt x="1126" y="3212"/>
                    <a:pt x="1468" y="3117"/>
                  </a:cubicBezTo>
                  <a:cubicBezTo>
                    <a:pt x="2158" y="2930"/>
                    <a:pt x="2778" y="2585"/>
                    <a:pt x="3389" y="2230"/>
                  </a:cubicBezTo>
                  <a:cubicBezTo>
                    <a:pt x="3724" y="2033"/>
                    <a:pt x="3734" y="2024"/>
                    <a:pt x="3527" y="1689"/>
                  </a:cubicBezTo>
                  <a:cubicBezTo>
                    <a:pt x="3221" y="1186"/>
                    <a:pt x="2906" y="684"/>
                    <a:pt x="2591" y="172"/>
                  </a:cubicBezTo>
                  <a:cubicBezTo>
                    <a:pt x="2519" y="55"/>
                    <a:pt x="2468" y="1"/>
                    <a:pt x="24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154277" y="1264096"/>
              <a:ext cx="200181" cy="215299"/>
            </a:xfrm>
            <a:custGeom>
              <a:avLst/>
              <a:gdLst/>
              <a:ahLst/>
              <a:cxnLst/>
              <a:rect l="l" t="t" r="r" b="b"/>
              <a:pathLst>
                <a:path w="5094" h="5478" extrusionOk="0">
                  <a:moveTo>
                    <a:pt x="4768" y="1"/>
                  </a:moveTo>
                  <a:cubicBezTo>
                    <a:pt x="4748" y="50"/>
                    <a:pt x="4709" y="99"/>
                    <a:pt x="4689" y="159"/>
                  </a:cubicBezTo>
                  <a:cubicBezTo>
                    <a:pt x="4679" y="198"/>
                    <a:pt x="4699" y="237"/>
                    <a:pt x="4709" y="277"/>
                  </a:cubicBezTo>
                  <a:cubicBezTo>
                    <a:pt x="4827" y="1006"/>
                    <a:pt x="4847" y="1725"/>
                    <a:pt x="4571" y="2424"/>
                  </a:cubicBezTo>
                  <a:cubicBezTo>
                    <a:pt x="4275" y="3183"/>
                    <a:pt x="3773" y="3705"/>
                    <a:pt x="2936" y="3853"/>
                  </a:cubicBezTo>
                  <a:cubicBezTo>
                    <a:pt x="2768" y="3882"/>
                    <a:pt x="2601" y="3912"/>
                    <a:pt x="2433" y="3941"/>
                  </a:cubicBezTo>
                  <a:cubicBezTo>
                    <a:pt x="1527" y="4089"/>
                    <a:pt x="680" y="4375"/>
                    <a:pt x="40" y="5084"/>
                  </a:cubicBezTo>
                  <a:lnTo>
                    <a:pt x="0" y="5084"/>
                  </a:lnTo>
                  <a:lnTo>
                    <a:pt x="0" y="5478"/>
                  </a:lnTo>
                  <a:cubicBezTo>
                    <a:pt x="40" y="5458"/>
                    <a:pt x="89" y="5438"/>
                    <a:pt x="109" y="5409"/>
                  </a:cubicBezTo>
                  <a:cubicBezTo>
                    <a:pt x="424" y="5005"/>
                    <a:pt x="818" y="4690"/>
                    <a:pt x="1301" y="4532"/>
                  </a:cubicBezTo>
                  <a:cubicBezTo>
                    <a:pt x="1803" y="4375"/>
                    <a:pt x="2325" y="4227"/>
                    <a:pt x="2857" y="4148"/>
                  </a:cubicBezTo>
                  <a:cubicBezTo>
                    <a:pt x="3941" y="3971"/>
                    <a:pt x="4571" y="3330"/>
                    <a:pt x="4896" y="2316"/>
                  </a:cubicBezTo>
                  <a:cubicBezTo>
                    <a:pt x="5093" y="1676"/>
                    <a:pt x="5083" y="1025"/>
                    <a:pt x="4995" y="375"/>
                  </a:cubicBezTo>
                  <a:cubicBezTo>
                    <a:pt x="4985" y="277"/>
                    <a:pt x="4975" y="188"/>
                    <a:pt x="4935" y="109"/>
                  </a:cubicBezTo>
                  <a:cubicBezTo>
                    <a:pt x="4906" y="60"/>
                    <a:pt x="4827" y="30"/>
                    <a:pt x="47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154277" y="923170"/>
              <a:ext cx="118482" cy="23542"/>
            </a:xfrm>
            <a:custGeom>
              <a:avLst/>
              <a:gdLst/>
              <a:ahLst/>
              <a:cxnLst/>
              <a:rect l="l" t="t" r="r" b="b"/>
              <a:pathLst>
                <a:path w="3015" h="599" extrusionOk="0">
                  <a:moveTo>
                    <a:pt x="1994" y="1"/>
                  </a:moveTo>
                  <a:cubicBezTo>
                    <a:pt x="1668" y="1"/>
                    <a:pt x="1341" y="39"/>
                    <a:pt x="1015" y="106"/>
                  </a:cubicBezTo>
                  <a:cubicBezTo>
                    <a:pt x="680" y="175"/>
                    <a:pt x="345" y="254"/>
                    <a:pt x="0" y="322"/>
                  </a:cubicBezTo>
                  <a:lnTo>
                    <a:pt x="0" y="598"/>
                  </a:lnTo>
                  <a:lnTo>
                    <a:pt x="40" y="598"/>
                  </a:lnTo>
                  <a:cubicBezTo>
                    <a:pt x="684" y="429"/>
                    <a:pt x="1324" y="273"/>
                    <a:pt x="1975" y="273"/>
                  </a:cubicBezTo>
                  <a:cubicBezTo>
                    <a:pt x="2270" y="273"/>
                    <a:pt x="2566" y="305"/>
                    <a:pt x="2867" y="382"/>
                  </a:cubicBezTo>
                  <a:cubicBezTo>
                    <a:pt x="2870" y="382"/>
                    <a:pt x="2873" y="383"/>
                    <a:pt x="2877" y="383"/>
                  </a:cubicBezTo>
                  <a:cubicBezTo>
                    <a:pt x="2919" y="383"/>
                    <a:pt x="2996" y="330"/>
                    <a:pt x="3005" y="303"/>
                  </a:cubicBezTo>
                  <a:cubicBezTo>
                    <a:pt x="3015" y="254"/>
                    <a:pt x="2975" y="175"/>
                    <a:pt x="2936" y="145"/>
                  </a:cubicBezTo>
                  <a:cubicBezTo>
                    <a:pt x="2886" y="106"/>
                    <a:pt x="2818" y="96"/>
                    <a:pt x="2758" y="76"/>
                  </a:cubicBezTo>
                  <a:cubicBezTo>
                    <a:pt x="2504" y="24"/>
                    <a:pt x="2249" y="1"/>
                    <a:pt x="19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154277" y="1176103"/>
              <a:ext cx="106496" cy="33839"/>
            </a:xfrm>
            <a:custGeom>
              <a:avLst/>
              <a:gdLst/>
              <a:ahLst/>
              <a:cxnLst/>
              <a:rect l="l" t="t" r="r" b="b"/>
              <a:pathLst>
                <a:path w="2710" h="861" extrusionOk="0">
                  <a:moveTo>
                    <a:pt x="2550" y="0"/>
                  </a:moveTo>
                  <a:cubicBezTo>
                    <a:pt x="2525" y="0"/>
                    <a:pt x="2502" y="4"/>
                    <a:pt x="2483" y="14"/>
                  </a:cubicBezTo>
                  <a:cubicBezTo>
                    <a:pt x="1704" y="418"/>
                    <a:pt x="867" y="555"/>
                    <a:pt x="0" y="585"/>
                  </a:cubicBezTo>
                  <a:lnTo>
                    <a:pt x="0" y="861"/>
                  </a:lnTo>
                  <a:cubicBezTo>
                    <a:pt x="355" y="821"/>
                    <a:pt x="719" y="792"/>
                    <a:pt x="1074" y="733"/>
                  </a:cubicBezTo>
                  <a:cubicBezTo>
                    <a:pt x="1606" y="644"/>
                    <a:pt x="2138" y="526"/>
                    <a:pt x="2601" y="230"/>
                  </a:cubicBezTo>
                  <a:cubicBezTo>
                    <a:pt x="2660" y="191"/>
                    <a:pt x="2670" y="83"/>
                    <a:pt x="2709" y="14"/>
                  </a:cubicBezTo>
                  <a:cubicBezTo>
                    <a:pt x="2657" y="14"/>
                    <a:pt x="2600" y="0"/>
                    <a:pt x="25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154277" y="1178461"/>
              <a:ext cx="19374" cy="10140"/>
            </a:xfrm>
            <a:custGeom>
              <a:avLst/>
              <a:gdLst/>
              <a:ahLst/>
              <a:cxnLst/>
              <a:rect l="l" t="t" r="r" b="b"/>
              <a:pathLst>
                <a:path w="493" h="258" extrusionOk="0">
                  <a:moveTo>
                    <a:pt x="255" y="0"/>
                  </a:moveTo>
                  <a:cubicBezTo>
                    <a:pt x="174" y="0"/>
                    <a:pt x="87" y="13"/>
                    <a:pt x="0" y="13"/>
                  </a:cubicBezTo>
                  <a:lnTo>
                    <a:pt x="0" y="249"/>
                  </a:lnTo>
                  <a:cubicBezTo>
                    <a:pt x="72" y="249"/>
                    <a:pt x="145" y="258"/>
                    <a:pt x="214" y="258"/>
                  </a:cubicBezTo>
                  <a:cubicBezTo>
                    <a:pt x="249" y="258"/>
                    <a:pt x="283" y="256"/>
                    <a:pt x="315" y="249"/>
                  </a:cubicBezTo>
                  <a:cubicBezTo>
                    <a:pt x="375" y="229"/>
                    <a:pt x="434" y="160"/>
                    <a:pt x="493" y="111"/>
                  </a:cubicBezTo>
                  <a:cubicBezTo>
                    <a:pt x="434" y="72"/>
                    <a:pt x="375" y="13"/>
                    <a:pt x="315" y="3"/>
                  </a:cubicBezTo>
                  <a:cubicBezTo>
                    <a:pt x="296" y="1"/>
                    <a:pt x="276" y="0"/>
                    <a:pt x="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390822" y="778232"/>
              <a:ext cx="123512" cy="246702"/>
            </a:xfrm>
            <a:custGeom>
              <a:avLst/>
              <a:gdLst/>
              <a:ahLst/>
              <a:cxnLst/>
              <a:rect l="l" t="t" r="r" b="b"/>
              <a:pathLst>
                <a:path w="3143" h="6277" extrusionOk="0">
                  <a:moveTo>
                    <a:pt x="1271" y="257"/>
                  </a:moveTo>
                  <a:cubicBezTo>
                    <a:pt x="1340" y="405"/>
                    <a:pt x="1409" y="553"/>
                    <a:pt x="1478" y="691"/>
                  </a:cubicBezTo>
                  <a:cubicBezTo>
                    <a:pt x="1517" y="779"/>
                    <a:pt x="1547" y="868"/>
                    <a:pt x="1576" y="947"/>
                  </a:cubicBezTo>
                  <a:cubicBezTo>
                    <a:pt x="1656" y="1210"/>
                    <a:pt x="1754" y="1329"/>
                    <a:pt x="1891" y="1329"/>
                  </a:cubicBezTo>
                  <a:cubicBezTo>
                    <a:pt x="1974" y="1329"/>
                    <a:pt x="2071" y="1285"/>
                    <a:pt x="2187" y="1203"/>
                  </a:cubicBezTo>
                  <a:cubicBezTo>
                    <a:pt x="2216" y="1173"/>
                    <a:pt x="2276" y="1164"/>
                    <a:pt x="2364" y="1134"/>
                  </a:cubicBezTo>
                  <a:lnTo>
                    <a:pt x="2364" y="1134"/>
                  </a:lnTo>
                  <a:cubicBezTo>
                    <a:pt x="2335" y="1361"/>
                    <a:pt x="2315" y="1548"/>
                    <a:pt x="2285" y="1725"/>
                  </a:cubicBezTo>
                  <a:cubicBezTo>
                    <a:pt x="2256" y="1912"/>
                    <a:pt x="2216" y="2090"/>
                    <a:pt x="2187" y="2267"/>
                  </a:cubicBezTo>
                  <a:cubicBezTo>
                    <a:pt x="2149" y="2540"/>
                    <a:pt x="2237" y="2642"/>
                    <a:pt x="2486" y="2642"/>
                  </a:cubicBezTo>
                  <a:cubicBezTo>
                    <a:pt x="2497" y="2642"/>
                    <a:pt x="2509" y="2642"/>
                    <a:pt x="2522" y="2641"/>
                  </a:cubicBezTo>
                  <a:cubicBezTo>
                    <a:pt x="2578" y="2637"/>
                    <a:pt x="2626" y="2634"/>
                    <a:pt x="2668" y="2634"/>
                  </a:cubicBezTo>
                  <a:cubicBezTo>
                    <a:pt x="2897" y="2634"/>
                    <a:pt x="2917" y="2715"/>
                    <a:pt x="2817" y="3016"/>
                  </a:cubicBezTo>
                  <a:cubicBezTo>
                    <a:pt x="2640" y="3498"/>
                    <a:pt x="2433" y="3961"/>
                    <a:pt x="2236" y="4434"/>
                  </a:cubicBezTo>
                  <a:cubicBezTo>
                    <a:pt x="2216" y="4434"/>
                    <a:pt x="2197" y="4424"/>
                    <a:pt x="2177" y="4424"/>
                  </a:cubicBezTo>
                  <a:cubicBezTo>
                    <a:pt x="2049" y="3833"/>
                    <a:pt x="1921" y="3242"/>
                    <a:pt x="1793" y="2651"/>
                  </a:cubicBezTo>
                  <a:cubicBezTo>
                    <a:pt x="1724" y="2365"/>
                    <a:pt x="1675" y="2070"/>
                    <a:pt x="1616" y="1784"/>
                  </a:cubicBezTo>
                  <a:cubicBezTo>
                    <a:pt x="1598" y="1698"/>
                    <a:pt x="1589" y="1590"/>
                    <a:pt x="1495" y="1590"/>
                  </a:cubicBezTo>
                  <a:cubicBezTo>
                    <a:pt x="1481" y="1590"/>
                    <a:pt x="1466" y="1592"/>
                    <a:pt x="1448" y="1597"/>
                  </a:cubicBezTo>
                  <a:cubicBezTo>
                    <a:pt x="1399" y="1607"/>
                    <a:pt x="1340" y="1755"/>
                    <a:pt x="1359" y="1824"/>
                  </a:cubicBezTo>
                  <a:cubicBezTo>
                    <a:pt x="1487" y="2484"/>
                    <a:pt x="1625" y="3134"/>
                    <a:pt x="1763" y="3794"/>
                  </a:cubicBezTo>
                  <a:cubicBezTo>
                    <a:pt x="1832" y="4099"/>
                    <a:pt x="1911" y="4414"/>
                    <a:pt x="1990" y="4769"/>
                  </a:cubicBezTo>
                  <a:cubicBezTo>
                    <a:pt x="1409" y="4414"/>
                    <a:pt x="837" y="4109"/>
                    <a:pt x="433" y="3538"/>
                  </a:cubicBezTo>
                  <a:cubicBezTo>
                    <a:pt x="552" y="3508"/>
                    <a:pt x="630" y="3479"/>
                    <a:pt x="709" y="3459"/>
                  </a:cubicBezTo>
                  <a:cubicBezTo>
                    <a:pt x="916" y="3410"/>
                    <a:pt x="956" y="3301"/>
                    <a:pt x="847" y="3114"/>
                  </a:cubicBezTo>
                  <a:cubicBezTo>
                    <a:pt x="699" y="2878"/>
                    <a:pt x="552" y="2631"/>
                    <a:pt x="414" y="2385"/>
                  </a:cubicBezTo>
                  <a:cubicBezTo>
                    <a:pt x="374" y="2326"/>
                    <a:pt x="365" y="2257"/>
                    <a:pt x="335" y="2168"/>
                  </a:cubicBezTo>
                  <a:lnTo>
                    <a:pt x="719" y="2168"/>
                  </a:lnTo>
                  <a:cubicBezTo>
                    <a:pt x="956" y="2159"/>
                    <a:pt x="1034" y="2090"/>
                    <a:pt x="1044" y="1853"/>
                  </a:cubicBezTo>
                  <a:cubicBezTo>
                    <a:pt x="1054" y="1479"/>
                    <a:pt x="1054" y="1114"/>
                    <a:pt x="1084" y="750"/>
                  </a:cubicBezTo>
                  <a:cubicBezTo>
                    <a:pt x="1093" y="582"/>
                    <a:pt x="1162" y="425"/>
                    <a:pt x="1202" y="267"/>
                  </a:cubicBezTo>
                  <a:cubicBezTo>
                    <a:pt x="1231" y="267"/>
                    <a:pt x="1251" y="267"/>
                    <a:pt x="1271" y="257"/>
                  </a:cubicBezTo>
                  <a:close/>
                  <a:moveTo>
                    <a:pt x="1226" y="1"/>
                  </a:moveTo>
                  <a:cubicBezTo>
                    <a:pt x="1221" y="1"/>
                    <a:pt x="1216" y="1"/>
                    <a:pt x="1212" y="1"/>
                  </a:cubicBezTo>
                  <a:cubicBezTo>
                    <a:pt x="1113" y="11"/>
                    <a:pt x="1025" y="139"/>
                    <a:pt x="936" y="238"/>
                  </a:cubicBezTo>
                  <a:cubicBezTo>
                    <a:pt x="896" y="277"/>
                    <a:pt x="887" y="356"/>
                    <a:pt x="877" y="415"/>
                  </a:cubicBezTo>
                  <a:cubicBezTo>
                    <a:pt x="837" y="829"/>
                    <a:pt x="808" y="1252"/>
                    <a:pt x="778" y="1666"/>
                  </a:cubicBezTo>
                  <a:cubicBezTo>
                    <a:pt x="768" y="1745"/>
                    <a:pt x="778" y="1824"/>
                    <a:pt x="778" y="1902"/>
                  </a:cubicBezTo>
                  <a:cubicBezTo>
                    <a:pt x="650" y="1893"/>
                    <a:pt x="552" y="1883"/>
                    <a:pt x="463" y="1883"/>
                  </a:cubicBezTo>
                  <a:cubicBezTo>
                    <a:pt x="128" y="1883"/>
                    <a:pt x="0" y="2050"/>
                    <a:pt x="108" y="2365"/>
                  </a:cubicBezTo>
                  <a:cubicBezTo>
                    <a:pt x="138" y="2464"/>
                    <a:pt x="187" y="2562"/>
                    <a:pt x="236" y="2651"/>
                  </a:cubicBezTo>
                  <a:cubicBezTo>
                    <a:pt x="345" y="2828"/>
                    <a:pt x="453" y="3006"/>
                    <a:pt x="571" y="3203"/>
                  </a:cubicBezTo>
                  <a:cubicBezTo>
                    <a:pt x="158" y="3360"/>
                    <a:pt x="79" y="3548"/>
                    <a:pt x="325" y="3843"/>
                  </a:cubicBezTo>
                  <a:cubicBezTo>
                    <a:pt x="768" y="4365"/>
                    <a:pt x="1340" y="4710"/>
                    <a:pt x="1941" y="5005"/>
                  </a:cubicBezTo>
                  <a:cubicBezTo>
                    <a:pt x="2049" y="5065"/>
                    <a:pt x="2108" y="5114"/>
                    <a:pt x="2147" y="5222"/>
                  </a:cubicBezTo>
                  <a:cubicBezTo>
                    <a:pt x="2256" y="5488"/>
                    <a:pt x="2364" y="5754"/>
                    <a:pt x="2492" y="6020"/>
                  </a:cubicBezTo>
                  <a:cubicBezTo>
                    <a:pt x="2532" y="6109"/>
                    <a:pt x="2581" y="6197"/>
                    <a:pt x="2650" y="6256"/>
                  </a:cubicBezTo>
                  <a:cubicBezTo>
                    <a:pt x="2666" y="6272"/>
                    <a:pt x="2691" y="6277"/>
                    <a:pt x="2720" y="6277"/>
                  </a:cubicBezTo>
                  <a:cubicBezTo>
                    <a:pt x="2763" y="6277"/>
                    <a:pt x="2815" y="6266"/>
                    <a:pt x="2857" y="6266"/>
                  </a:cubicBezTo>
                  <a:cubicBezTo>
                    <a:pt x="2857" y="6207"/>
                    <a:pt x="2867" y="6148"/>
                    <a:pt x="2847" y="6099"/>
                  </a:cubicBezTo>
                  <a:cubicBezTo>
                    <a:pt x="2679" y="5695"/>
                    <a:pt x="2502" y="5311"/>
                    <a:pt x="2325" y="4907"/>
                  </a:cubicBezTo>
                  <a:cubicBezTo>
                    <a:pt x="2315" y="4868"/>
                    <a:pt x="2315" y="4808"/>
                    <a:pt x="2335" y="4769"/>
                  </a:cubicBezTo>
                  <a:cubicBezTo>
                    <a:pt x="2551" y="4296"/>
                    <a:pt x="2788" y="3843"/>
                    <a:pt x="2985" y="3360"/>
                  </a:cubicBezTo>
                  <a:cubicBezTo>
                    <a:pt x="3064" y="3163"/>
                    <a:pt x="3113" y="2937"/>
                    <a:pt x="3123" y="2720"/>
                  </a:cubicBezTo>
                  <a:cubicBezTo>
                    <a:pt x="3142" y="2484"/>
                    <a:pt x="2985" y="2356"/>
                    <a:pt x="2758" y="2346"/>
                  </a:cubicBezTo>
                  <a:lnTo>
                    <a:pt x="2453" y="2346"/>
                  </a:lnTo>
                  <a:cubicBezTo>
                    <a:pt x="2463" y="2277"/>
                    <a:pt x="2473" y="2198"/>
                    <a:pt x="2482" y="2119"/>
                  </a:cubicBezTo>
                  <a:cubicBezTo>
                    <a:pt x="2532" y="1824"/>
                    <a:pt x="2601" y="1528"/>
                    <a:pt x="2610" y="1223"/>
                  </a:cubicBezTo>
                  <a:cubicBezTo>
                    <a:pt x="2626" y="996"/>
                    <a:pt x="2519" y="873"/>
                    <a:pt x="2339" y="873"/>
                  </a:cubicBezTo>
                  <a:cubicBezTo>
                    <a:pt x="2285" y="873"/>
                    <a:pt x="2224" y="885"/>
                    <a:pt x="2157" y="908"/>
                  </a:cubicBezTo>
                  <a:cubicBezTo>
                    <a:pt x="2079" y="937"/>
                    <a:pt x="2000" y="986"/>
                    <a:pt x="1901" y="1036"/>
                  </a:cubicBezTo>
                  <a:cubicBezTo>
                    <a:pt x="1862" y="927"/>
                    <a:pt x="1822" y="829"/>
                    <a:pt x="1783" y="730"/>
                  </a:cubicBezTo>
                  <a:cubicBezTo>
                    <a:pt x="1704" y="553"/>
                    <a:pt x="1635" y="356"/>
                    <a:pt x="1527" y="188"/>
                  </a:cubicBezTo>
                  <a:cubicBezTo>
                    <a:pt x="1461" y="94"/>
                    <a:pt x="1324" y="1"/>
                    <a:pt x="1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712490" y="1118568"/>
              <a:ext cx="27548" cy="24800"/>
            </a:xfrm>
            <a:custGeom>
              <a:avLst/>
              <a:gdLst/>
              <a:ahLst/>
              <a:cxnLst/>
              <a:rect l="l" t="t" r="r" b="b"/>
              <a:pathLst>
                <a:path w="701" h="631" extrusionOk="0">
                  <a:moveTo>
                    <a:pt x="356" y="0"/>
                  </a:moveTo>
                  <a:cubicBezTo>
                    <a:pt x="198" y="0"/>
                    <a:pt x="11" y="167"/>
                    <a:pt x="1" y="315"/>
                  </a:cubicBezTo>
                  <a:cubicBezTo>
                    <a:pt x="1" y="483"/>
                    <a:pt x="168" y="630"/>
                    <a:pt x="365" y="630"/>
                  </a:cubicBezTo>
                  <a:cubicBezTo>
                    <a:pt x="494" y="630"/>
                    <a:pt x="700" y="463"/>
                    <a:pt x="700" y="345"/>
                  </a:cubicBezTo>
                  <a:cubicBezTo>
                    <a:pt x="700" y="187"/>
                    <a:pt x="513" y="10"/>
                    <a:pt x="3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718699" y="1087561"/>
              <a:ext cx="25583" cy="24446"/>
            </a:xfrm>
            <a:custGeom>
              <a:avLst/>
              <a:gdLst/>
              <a:ahLst/>
              <a:cxnLst/>
              <a:rect l="l" t="t" r="r" b="b"/>
              <a:pathLst>
                <a:path w="651" h="622" extrusionOk="0">
                  <a:moveTo>
                    <a:pt x="326" y="1"/>
                  </a:moveTo>
                  <a:cubicBezTo>
                    <a:pt x="168" y="1"/>
                    <a:pt x="1" y="178"/>
                    <a:pt x="10" y="316"/>
                  </a:cubicBezTo>
                  <a:cubicBezTo>
                    <a:pt x="10" y="425"/>
                    <a:pt x="227" y="622"/>
                    <a:pt x="355" y="622"/>
                  </a:cubicBezTo>
                  <a:cubicBezTo>
                    <a:pt x="473" y="612"/>
                    <a:pt x="651" y="444"/>
                    <a:pt x="651" y="316"/>
                  </a:cubicBezTo>
                  <a:cubicBezTo>
                    <a:pt x="641" y="149"/>
                    <a:pt x="503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569675" y="1260205"/>
              <a:ext cx="65037" cy="19808"/>
            </a:xfrm>
            <a:custGeom>
              <a:avLst/>
              <a:gdLst/>
              <a:ahLst/>
              <a:cxnLst/>
              <a:rect l="l" t="t" r="r" b="b"/>
              <a:pathLst>
                <a:path w="1655" h="504" extrusionOk="0">
                  <a:moveTo>
                    <a:pt x="181" y="0"/>
                  </a:moveTo>
                  <a:cubicBezTo>
                    <a:pt x="126" y="0"/>
                    <a:pt x="63" y="43"/>
                    <a:pt x="0" y="60"/>
                  </a:cubicBezTo>
                  <a:cubicBezTo>
                    <a:pt x="39" y="120"/>
                    <a:pt x="69" y="179"/>
                    <a:pt x="108" y="238"/>
                  </a:cubicBezTo>
                  <a:cubicBezTo>
                    <a:pt x="118" y="258"/>
                    <a:pt x="158" y="267"/>
                    <a:pt x="177" y="267"/>
                  </a:cubicBezTo>
                  <a:cubicBezTo>
                    <a:pt x="542" y="346"/>
                    <a:pt x="906" y="425"/>
                    <a:pt x="1271" y="504"/>
                  </a:cubicBezTo>
                  <a:cubicBezTo>
                    <a:pt x="1281" y="494"/>
                    <a:pt x="1281" y="484"/>
                    <a:pt x="1281" y="464"/>
                  </a:cubicBezTo>
                  <a:cubicBezTo>
                    <a:pt x="1315" y="464"/>
                    <a:pt x="1355" y="467"/>
                    <a:pt x="1393" y="467"/>
                  </a:cubicBezTo>
                  <a:cubicBezTo>
                    <a:pt x="1431" y="467"/>
                    <a:pt x="1468" y="464"/>
                    <a:pt x="1497" y="455"/>
                  </a:cubicBezTo>
                  <a:cubicBezTo>
                    <a:pt x="1556" y="425"/>
                    <a:pt x="1606" y="346"/>
                    <a:pt x="1655" y="297"/>
                  </a:cubicBezTo>
                  <a:cubicBezTo>
                    <a:pt x="1596" y="267"/>
                    <a:pt x="1537" y="218"/>
                    <a:pt x="1468" y="208"/>
                  </a:cubicBezTo>
                  <a:cubicBezTo>
                    <a:pt x="1330" y="189"/>
                    <a:pt x="1182" y="208"/>
                    <a:pt x="1044" y="179"/>
                  </a:cubicBezTo>
                  <a:cubicBezTo>
                    <a:pt x="759" y="129"/>
                    <a:pt x="483" y="51"/>
                    <a:pt x="197" y="1"/>
                  </a:cubicBezTo>
                  <a:cubicBezTo>
                    <a:pt x="192" y="1"/>
                    <a:pt x="186" y="0"/>
                    <a:pt x="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388110" y="1131616"/>
              <a:ext cx="49554" cy="14070"/>
            </a:xfrm>
            <a:custGeom>
              <a:avLst/>
              <a:gdLst/>
              <a:ahLst/>
              <a:cxnLst/>
              <a:rect l="l" t="t" r="r" b="b"/>
              <a:pathLst>
                <a:path w="1261" h="358" extrusionOk="0">
                  <a:moveTo>
                    <a:pt x="232" y="0"/>
                  </a:moveTo>
                  <a:cubicBezTo>
                    <a:pt x="156" y="0"/>
                    <a:pt x="66" y="20"/>
                    <a:pt x="49" y="52"/>
                  </a:cubicBezTo>
                  <a:cubicBezTo>
                    <a:pt x="0" y="180"/>
                    <a:pt x="108" y="230"/>
                    <a:pt x="207" y="249"/>
                  </a:cubicBezTo>
                  <a:cubicBezTo>
                    <a:pt x="453" y="289"/>
                    <a:pt x="699" y="328"/>
                    <a:pt x="946" y="358"/>
                  </a:cubicBezTo>
                  <a:cubicBezTo>
                    <a:pt x="946" y="358"/>
                    <a:pt x="946" y="348"/>
                    <a:pt x="946" y="348"/>
                  </a:cubicBezTo>
                  <a:lnTo>
                    <a:pt x="1005" y="348"/>
                  </a:lnTo>
                  <a:cubicBezTo>
                    <a:pt x="1016" y="347"/>
                    <a:pt x="1027" y="346"/>
                    <a:pt x="1039" y="346"/>
                  </a:cubicBezTo>
                  <a:cubicBezTo>
                    <a:pt x="1065" y="346"/>
                    <a:pt x="1092" y="348"/>
                    <a:pt x="1119" y="348"/>
                  </a:cubicBezTo>
                  <a:cubicBezTo>
                    <a:pt x="1189" y="348"/>
                    <a:pt x="1251" y="335"/>
                    <a:pt x="1251" y="239"/>
                  </a:cubicBezTo>
                  <a:cubicBezTo>
                    <a:pt x="1261" y="72"/>
                    <a:pt x="1113" y="101"/>
                    <a:pt x="1005" y="92"/>
                  </a:cubicBezTo>
                  <a:cubicBezTo>
                    <a:pt x="759" y="62"/>
                    <a:pt x="522" y="23"/>
                    <a:pt x="276" y="3"/>
                  </a:cubicBezTo>
                  <a:cubicBezTo>
                    <a:pt x="262" y="1"/>
                    <a:pt x="247" y="0"/>
                    <a:pt x="2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580875" y="1212063"/>
              <a:ext cx="36429" cy="18040"/>
            </a:xfrm>
            <a:custGeom>
              <a:avLst/>
              <a:gdLst/>
              <a:ahLst/>
              <a:cxnLst/>
              <a:rect l="l" t="t" r="r" b="b"/>
              <a:pathLst>
                <a:path w="927" h="459" extrusionOk="0">
                  <a:moveTo>
                    <a:pt x="156" y="1"/>
                  </a:moveTo>
                  <a:cubicBezTo>
                    <a:pt x="110" y="1"/>
                    <a:pt x="52" y="47"/>
                    <a:pt x="1" y="64"/>
                  </a:cubicBezTo>
                  <a:cubicBezTo>
                    <a:pt x="30" y="123"/>
                    <a:pt x="40" y="212"/>
                    <a:pt x="89" y="231"/>
                  </a:cubicBezTo>
                  <a:cubicBezTo>
                    <a:pt x="306" y="310"/>
                    <a:pt x="533" y="379"/>
                    <a:pt x="779" y="458"/>
                  </a:cubicBezTo>
                  <a:cubicBezTo>
                    <a:pt x="838" y="419"/>
                    <a:pt x="917" y="379"/>
                    <a:pt x="927" y="340"/>
                  </a:cubicBezTo>
                  <a:cubicBezTo>
                    <a:pt x="927" y="291"/>
                    <a:pt x="868" y="212"/>
                    <a:pt x="818" y="192"/>
                  </a:cubicBezTo>
                  <a:cubicBezTo>
                    <a:pt x="611" y="113"/>
                    <a:pt x="395" y="54"/>
                    <a:pt x="178" y="5"/>
                  </a:cubicBezTo>
                  <a:cubicBezTo>
                    <a:pt x="171" y="2"/>
                    <a:pt x="164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463958" y="1132874"/>
              <a:ext cx="34110" cy="12420"/>
            </a:xfrm>
            <a:custGeom>
              <a:avLst/>
              <a:gdLst/>
              <a:ahLst/>
              <a:cxnLst/>
              <a:rect l="l" t="t" r="r" b="b"/>
              <a:pathLst>
                <a:path w="868" h="316" extrusionOk="0">
                  <a:moveTo>
                    <a:pt x="710" y="1"/>
                  </a:moveTo>
                  <a:cubicBezTo>
                    <a:pt x="513" y="1"/>
                    <a:pt x="306" y="30"/>
                    <a:pt x="109" y="60"/>
                  </a:cubicBezTo>
                  <a:cubicBezTo>
                    <a:pt x="70" y="69"/>
                    <a:pt x="11" y="119"/>
                    <a:pt x="11" y="158"/>
                  </a:cubicBezTo>
                  <a:cubicBezTo>
                    <a:pt x="1" y="198"/>
                    <a:pt x="40" y="257"/>
                    <a:pt x="80" y="276"/>
                  </a:cubicBezTo>
                  <a:cubicBezTo>
                    <a:pt x="129" y="306"/>
                    <a:pt x="188" y="306"/>
                    <a:pt x="227" y="316"/>
                  </a:cubicBezTo>
                  <a:cubicBezTo>
                    <a:pt x="415" y="286"/>
                    <a:pt x="572" y="276"/>
                    <a:pt x="730" y="247"/>
                  </a:cubicBezTo>
                  <a:cubicBezTo>
                    <a:pt x="789" y="237"/>
                    <a:pt x="818" y="158"/>
                    <a:pt x="868" y="109"/>
                  </a:cubicBezTo>
                  <a:cubicBezTo>
                    <a:pt x="818" y="69"/>
                    <a:pt x="759" y="1"/>
                    <a:pt x="7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549514" y="1098290"/>
              <a:ext cx="28294" cy="15721"/>
            </a:xfrm>
            <a:custGeom>
              <a:avLst/>
              <a:gdLst/>
              <a:ahLst/>
              <a:cxnLst/>
              <a:rect l="l" t="t" r="r" b="b"/>
              <a:pathLst>
                <a:path w="720" h="400" extrusionOk="0">
                  <a:moveTo>
                    <a:pt x="133" y="0"/>
                  </a:moveTo>
                  <a:cubicBezTo>
                    <a:pt x="95" y="0"/>
                    <a:pt x="44" y="57"/>
                    <a:pt x="1" y="83"/>
                  </a:cubicBezTo>
                  <a:cubicBezTo>
                    <a:pt x="30" y="132"/>
                    <a:pt x="50" y="201"/>
                    <a:pt x="99" y="230"/>
                  </a:cubicBezTo>
                  <a:cubicBezTo>
                    <a:pt x="227" y="299"/>
                    <a:pt x="355" y="358"/>
                    <a:pt x="493" y="398"/>
                  </a:cubicBezTo>
                  <a:cubicBezTo>
                    <a:pt x="499" y="399"/>
                    <a:pt x="504" y="399"/>
                    <a:pt x="509" y="399"/>
                  </a:cubicBezTo>
                  <a:cubicBezTo>
                    <a:pt x="565" y="399"/>
                    <a:pt x="630" y="355"/>
                    <a:pt x="720" y="319"/>
                  </a:cubicBezTo>
                  <a:cubicBezTo>
                    <a:pt x="651" y="230"/>
                    <a:pt x="621" y="171"/>
                    <a:pt x="582" y="161"/>
                  </a:cubicBezTo>
                  <a:cubicBezTo>
                    <a:pt x="444" y="92"/>
                    <a:pt x="296" y="33"/>
                    <a:pt x="149" y="4"/>
                  </a:cubicBezTo>
                  <a:cubicBezTo>
                    <a:pt x="144" y="1"/>
                    <a:pt x="139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374945" y="1234896"/>
              <a:ext cx="17055" cy="47831"/>
            </a:xfrm>
            <a:custGeom>
              <a:avLst/>
              <a:gdLst/>
              <a:ahLst/>
              <a:cxnLst/>
              <a:rect l="l" t="t" r="r" b="b"/>
              <a:pathLst>
                <a:path w="434" h="1217" extrusionOk="0">
                  <a:moveTo>
                    <a:pt x="174" y="0"/>
                  </a:moveTo>
                  <a:cubicBezTo>
                    <a:pt x="164" y="0"/>
                    <a:pt x="152" y="2"/>
                    <a:pt x="138" y="5"/>
                  </a:cubicBezTo>
                  <a:cubicBezTo>
                    <a:pt x="79" y="15"/>
                    <a:pt x="30" y="123"/>
                    <a:pt x="0" y="163"/>
                  </a:cubicBezTo>
                  <a:cubicBezTo>
                    <a:pt x="59" y="498"/>
                    <a:pt x="118" y="793"/>
                    <a:pt x="187" y="1079"/>
                  </a:cubicBezTo>
                  <a:cubicBezTo>
                    <a:pt x="197" y="1138"/>
                    <a:pt x="296" y="1167"/>
                    <a:pt x="355" y="1217"/>
                  </a:cubicBezTo>
                  <a:cubicBezTo>
                    <a:pt x="384" y="1148"/>
                    <a:pt x="434" y="1079"/>
                    <a:pt x="424" y="1020"/>
                  </a:cubicBezTo>
                  <a:cubicBezTo>
                    <a:pt x="384" y="744"/>
                    <a:pt x="315" y="468"/>
                    <a:pt x="266" y="192"/>
                  </a:cubicBezTo>
                  <a:cubicBezTo>
                    <a:pt x="257" y="104"/>
                    <a:pt x="264" y="0"/>
                    <a:pt x="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349360" y="1228883"/>
              <a:ext cx="12064" cy="24053"/>
            </a:xfrm>
            <a:custGeom>
              <a:avLst/>
              <a:gdLst/>
              <a:ahLst/>
              <a:cxnLst/>
              <a:rect l="l" t="t" r="r" b="b"/>
              <a:pathLst>
                <a:path w="307" h="612" extrusionOk="0">
                  <a:moveTo>
                    <a:pt x="168" y="0"/>
                  </a:moveTo>
                  <a:cubicBezTo>
                    <a:pt x="119" y="60"/>
                    <a:pt x="21" y="129"/>
                    <a:pt x="11" y="197"/>
                  </a:cubicBezTo>
                  <a:cubicBezTo>
                    <a:pt x="1" y="306"/>
                    <a:pt x="31" y="414"/>
                    <a:pt x="70" y="513"/>
                  </a:cubicBezTo>
                  <a:cubicBezTo>
                    <a:pt x="90" y="562"/>
                    <a:pt x="178" y="582"/>
                    <a:pt x="237" y="611"/>
                  </a:cubicBezTo>
                  <a:cubicBezTo>
                    <a:pt x="257" y="552"/>
                    <a:pt x="297" y="493"/>
                    <a:pt x="297" y="434"/>
                  </a:cubicBezTo>
                  <a:cubicBezTo>
                    <a:pt x="306" y="365"/>
                    <a:pt x="277" y="286"/>
                    <a:pt x="257" y="207"/>
                  </a:cubicBezTo>
                  <a:cubicBezTo>
                    <a:pt x="277" y="197"/>
                    <a:pt x="297" y="188"/>
                    <a:pt x="306" y="178"/>
                  </a:cubicBezTo>
                  <a:cubicBezTo>
                    <a:pt x="267" y="119"/>
                    <a:pt x="218" y="60"/>
                    <a:pt x="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8"/>
            <p:cNvSpPr/>
            <p:nvPr/>
          </p:nvSpPr>
          <p:spPr>
            <a:xfrm>
              <a:off x="184066" y="1146196"/>
              <a:ext cx="62758" cy="31245"/>
            </a:xfrm>
            <a:custGeom>
              <a:avLst/>
              <a:gdLst/>
              <a:ahLst/>
              <a:cxnLst/>
              <a:rect l="l" t="t" r="r" b="b"/>
              <a:pathLst>
                <a:path w="1597" h="795" extrusionOk="0">
                  <a:moveTo>
                    <a:pt x="1431" y="1"/>
                  </a:moveTo>
                  <a:cubicBezTo>
                    <a:pt x="1419" y="1"/>
                    <a:pt x="1409" y="3"/>
                    <a:pt x="1400" y="6"/>
                  </a:cubicBezTo>
                  <a:cubicBezTo>
                    <a:pt x="966" y="174"/>
                    <a:pt x="533" y="351"/>
                    <a:pt x="109" y="538"/>
                  </a:cubicBezTo>
                  <a:cubicBezTo>
                    <a:pt x="60" y="558"/>
                    <a:pt x="11" y="637"/>
                    <a:pt x="1" y="696"/>
                  </a:cubicBezTo>
                  <a:cubicBezTo>
                    <a:pt x="1" y="725"/>
                    <a:pt x="89" y="765"/>
                    <a:pt x="119" y="794"/>
                  </a:cubicBezTo>
                  <a:cubicBezTo>
                    <a:pt x="178" y="784"/>
                    <a:pt x="208" y="784"/>
                    <a:pt x="227" y="775"/>
                  </a:cubicBezTo>
                  <a:cubicBezTo>
                    <a:pt x="651" y="597"/>
                    <a:pt x="1084" y="420"/>
                    <a:pt x="1508" y="233"/>
                  </a:cubicBezTo>
                  <a:cubicBezTo>
                    <a:pt x="1557" y="203"/>
                    <a:pt x="1567" y="105"/>
                    <a:pt x="1597" y="46"/>
                  </a:cubicBezTo>
                  <a:cubicBezTo>
                    <a:pt x="1541" y="30"/>
                    <a:pt x="1479" y="1"/>
                    <a:pt x="1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/>
          <p:nvPr/>
        </p:nvSpPr>
        <p:spPr>
          <a:xfrm>
            <a:off x="157650" y="170900"/>
            <a:ext cx="8828700" cy="4801800"/>
          </a:xfrm>
          <a:prstGeom prst="plaque">
            <a:avLst>
              <a:gd name="adj" fmla="val 377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9"/>
          <p:cNvSpPr txBox="1">
            <a:spLocks noGrp="1"/>
          </p:cNvSpPr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1" name="Google Shape;171;p9"/>
          <p:cNvSpPr txBox="1">
            <a:spLocks noGrp="1"/>
          </p:cNvSpPr>
          <p:nvPr>
            <p:ph type="subTitle" idx="1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/>
          <p:nvPr/>
        </p:nvSpPr>
        <p:spPr>
          <a:xfrm>
            <a:off x="157650" y="170900"/>
            <a:ext cx="8828700" cy="4801800"/>
          </a:xfrm>
          <a:prstGeom prst="plaque">
            <a:avLst>
              <a:gd name="adj" fmla="val 377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1"/>
          <p:cNvSpPr txBox="1">
            <a:spLocks noGrp="1"/>
          </p:cNvSpPr>
          <p:nvPr>
            <p:ph type="title" hasCustomPrompt="1"/>
          </p:nvPr>
        </p:nvSpPr>
        <p:spPr>
          <a:xfrm>
            <a:off x="4572000" y="1998163"/>
            <a:ext cx="3856800" cy="109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78" name="Google Shape;178;p11"/>
          <p:cNvSpPr txBox="1">
            <a:spLocks noGrp="1"/>
          </p:cNvSpPr>
          <p:nvPr>
            <p:ph type="subTitle" idx="1"/>
          </p:nvPr>
        </p:nvSpPr>
        <p:spPr>
          <a:xfrm>
            <a:off x="4572000" y="3214288"/>
            <a:ext cx="3856800" cy="427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_1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"/>
          <p:cNvSpPr/>
          <p:nvPr/>
        </p:nvSpPr>
        <p:spPr>
          <a:xfrm>
            <a:off x="157650" y="170900"/>
            <a:ext cx="8828700" cy="4801800"/>
          </a:xfrm>
          <a:prstGeom prst="plaque">
            <a:avLst>
              <a:gd name="adj" fmla="val 377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17"/>
          <p:cNvSpPr txBox="1">
            <a:spLocks noGrp="1"/>
          </p:cNvSpPr>
          <p:nvPr>
            <p:ph type="body" idx="1"/>
          </p:nvPr>
        </p:nvSpPr>
        <p:spPr>
          <a:xfrm>
            <a:off x="720000" y="1478375"/>
            <a:ext cx="3579000" cy="13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4"/>
          <p:cNvSpPr/>
          <p:nvPr/>
        </p:nvSpPr>
        <p:spPr>
          <a:xfrm>
            <a:off x="157650" y="170900"/>
            <a:ext cx="8828700" cy="4801800"/>
          </a:xfrm>
          <a:prstGeom prst="plaque">
            <a:avLst>
              <a:gd name="adj" fmla="val 807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1" name="Google Shape;421;p24"/>
          <p:cNvGrpSpPr/>
          <p:nvPr/>
        </p:nvGrpSpPr>
        <p:grpSpPr>
          <a:xfrm>
            <a:off x="509387" y="417273"/>
            <a:ext cx="8197495" cy="4249932"/>
            <a:chOff x="509387" y="417273"/>
            <a:chExt cx="8197495" cy="4249932"/>
          </a:xfrm>
        </p:grpSpPr>
        <p:grpSp>
          <p:nvGrpSpPr>
            <p:cNvPr id="422" name="Google Shape;422;p24"/>
            <p:cNvGrpSpPr/>
            <p:nvPr/>
          </p:nvGrpSpPr>
          <p:grpSpPr>
            <a:xfrm>
              <a:off x="7991981" y="417273"/>
              <a:ext cx="714901" cy="826180"/>
              <a:chOff x="6579854" y="4228515"/>
              <a:chExt cx="270642" cy="312769"/>
            </a:xfrm>
          </p:grpSpPr>
          <p:sp>
            <p:nvSpPr>
              <p:cNvPr id="423" name="Google Shape;423;p24"/>
              <p:cNvSpPr/>
              <p:nvPr/>
            </p:nvSpPr>
            <p:spPr>
              <a:xfrm>
                <a:off x="6579854" y="4228515"/>
                <a:ext cx="270642" cy="312769"/>
              </a:xfrm>
              <a:custGeom>
                <a:avLst/>
                <a:gdLst/>
                <a:ahLst/>
                <a:cxnLst/>
                <a:rect l="l" t="t" r="r" b="b"/>
                <a:pathLst>
                  <a:path w="6887" h="7958" extrusionOk="0">
                    <a:moveTo>
                      <a:pt x="2749" y="144"/>
                    </a:moveTo>
                    <a:lnTo>
                      <a:pt x="2749" y="144"/>
                    </a:lnTo>
                    <a:cubicBezTo>
                      <a:pt x="2847" y="154"/>
                      <a:pt x="2916" y="154"/>
                      <a:pt x="2985" y="164"/>
                    </a:cubicBezTo>
                    <a:cubicBezTo>
                      <a:pt x="3133" y="183"/>
                      <a:pt x="3251" y="233"/>
                      <a:pt x="3320" y="371"/>
                    </a:cubicBezTo>
                    <a:cubicBezTo>
                      <a:pt x="3369" y="479"/>
                      <a:pt x="3330" y="538"/>
                      <a:pt x="3212" y="558"/>
                    </a:cubicBezTo>
                    <a:cubicBezTo>
                      <a:pt x="3064" y="577"/>
                      <a:pt x="2916" y="597"/>
                      <a:pt x="2759" y="617"/>
                    </a:cubicBezTo>
                    <a:cubicBezTo>
                      <a:pt x="2778" y="459"/>
                      <a:pt x="2680" y="302"/>
                      <a:pt x="2749" y="144"/>
                    </a:cubicBezTo>
                    <a:close/>
                    <a:moveTo>
                      <a:pt x="1478" y="331"/>
                    </a:moveTo>
                    <a:lnTo>
                      <a:pt x="1478" y="331"/>
                    </a:lnTo>
                    <a:cubicBezTo>
                      <a:pt x="1586" y="439"/>
                      <a:pt x="1665" y="755"/>
                      <a:pt x="1685" y="1129"/>
                    </a:cubicBezTo>
                    <a:cubicBezTo>
                      <a:pt x="1537" y="932"/>
                      <a:pt x="1498" y="755"/>
                      <a:pt x="1478" y="331"/>
                    </a:cubicBezTo>
                    <a:close/>
                    <a:moveTo>
                      <a:pt x="1928" y="79"/>
                    </a:moveTo>
                    <a:cubicBezTo>
                      <a:pt x="1976" y="79"/>
                      <a:pt x="2027" y="101"/>
                      <a:pt x="2099" y="144"/>
                    </a:cubicBezTo>
                    <a:cubicBezTo>
                      <a:pt x="2146" y="178"/>
                      <a:pt x="2193" y="193"/>
                      <a:pt x="2243" y="193"/>
                    </a:cubicBezTo>
                    <a:cubicBezTo>
                      <a:pt x="2266" y="193"/>
                      <a:pt x="2290" y="190"/>
                      <a:pt x="2315" y="183"/>
                    </a:cubicBezTo>
                    <a:cubicBezTo>
                      <a:pt x="2355" y="173"/>
                      <a:pt x="2404" y="164"/>
                      <a:pt x="2453" y="164"/>
                    </a:cubicBezTo>
                    <a:cubicBezTo>
                      <a:pt x="2469" y="163"/>
                      <a:pt x="2483" y="162"/>
                      <a:pt x="2496" y="162"/>
                    </a:cubicBezTo>
                    <a:cubicBezTo>
                      <a:pt x="2595" y="162"/>
                      <a:pt x="2610" y="199"/>
                      <a:pt x="2601" y="321"/>
                    </a:cubicBezTo>
                    <a:cubicBezTo>
                      <a:pt x="2601" y="430"/>
                      <a:pt x="2631" y="538"/>
                      <a:pt x="2650" y="666"/>
                    </a:cubicBezTo>
                    <a:cubicBezTo>
                      <a:pt x="2601" y="686"/>
                      <a:pt x="2542" y="725"/>
                      <a:pt x="2473" y="755"/>
                    </a:cubicBezTo>
                    <a:cubicBezTo>
                      <a:pt x="2345" y="804"/>
                      <a:pt x="2227" y="883"/>
                      <a:pt x="2138" y="1001"/>
                    </a:cubicBezTo>
                    <a:cubicBezTo>
                      <a:pt x="2109" y="1050"/>
                      <a:pt x="2069" y="1090"/>
                      <a:pt x="2020" y="1129"/>
                    </a:cubicBezTo>
                    <a:cubicBezTo>
                      <a:pt x="1991" y="1155"/>
                      <a:pt x="1951" y="1167"/>
                      <a:pt x="1911" y="1167"/>
                    </a:cubicBezTo>
                    <a:cubicBezTo>
                      <a:pt x="1843" y="1167"/>
                      <a:pt x="1776" y="1132"/>
                      <a:pt x="1764" y="1070"/>
                    </a:cubicBezTo>
                    <a:cubicBezTo>
                      <a:pt x="1695" y="814"/>
                      <a:pt x="1636" y="548"/>
                      <a:pt x="1577" y="282"/>
                    </a:cubicBezTo>
                    <a:cubicBezTo>
                      <a:pt x="1655" y="223"/>
                      <a:pt x="1714" y="193"/>
                      <a:pt x="1764" y="154"/>
                    </a:cubicBezTo>
                    <a:cubicBezTo>
                      <a:pt x="1829" y="103"/>
                      <a:pt x="1877" y="79"/>
                      <a:pt x="1928" y="79"/>
                    </a:cubicBezTo>
                    <a:close/>
                    <a:moveTo>
                      <a:pt x="1198" y="189"/>
                    </a:moveTo>
                    <a:cubicBezTo>
                      <a:pt x="1300" y="189"/>
                      <a:pt x="1354" y="241"/>
                      <a:pt x="1380" y="351"/>
                    </a:cubicBezTo>
                    <a:cubicBezTo>
                      <a:pt x="1449" y="607"/>
                      <a:pt x="1498" y="873"/>
                      <a:pt x="1557" y="1149"/>
                    </a:cubicBezTo>
                    <a:cubicBezTo>
                      <a:pt x="1220" y="1168"/>
                      <a:pt x="949" y="1366"/>
                      <a:pt x="625" y="1366"/>
                    </a:cubicBezTo>
                    <a:cubicBezTo>
                      <a:pt x="617" y="1366"/>
                      <a:pt x="609" y="1366"/>
                      <a:pt x="601" y="1365"/>
                    </a:cubicBezTo>
                    <a:cubicBezTo>
                      <a:pt x="572" y="1306"/>
                      <a:pt x="552" y="1257"/>
                      <a:pt x="532" y="1218"/>
                    </a:cubicBezTo>
                    <a:cubicBezTo>
                      <a:pt x="434" y="1031"/>
                      <a:pt x="444" y="962"/>
                      <a:pt x="582" y="814"/>
                    </a:cubicBezTo>
                    <a:cubicBezTo>
                      <a:pt x="690" y="715"/>
                      <a:pt x="739" y="597"/>
                      <a:pt x="710" y="449"/>
                    </a:cubicBezTo>
                    <a:cubicBezTo>
                      <a:pt x="690" y="361"/>
                      <a:pt x="729" y="302"/>
                      <a:pt x="818" y="272"/>
                    </a:cubicBezTo>
                    <a:cubicBezTo>
                      <a:pt x="926" y="252"/>
                      <a:pt x="1035" y="213"/>
                      <a:pt x="1143" y="193"/>
                    </a:cubicBezTo>
                    <a:cubicBezTo>
                      <a:pt x="1163" y="190"/>
                      <a:pt x="1181" y="189"/>
                      <a:pt x="1198" y="189"/>
                    </a:cubicBezTo>
                    <a:close/>
                    <a:moveTo>
                      <a:pt x="3258" y="653"/>
                    </a:moveTo>
                    <a:cubicBezTo>
                      <a:pt x="3491" y="653"/>
                      <a:pt x="3726" y="680"/>
                      <a:pt x="3941" y="824"/>
                    </a:cubicBezTo>
                    <a:cubicBezTo>
                      <a:pt x="4157" y="971"/>
                      <a:pt x="4364" y="1405"/>
                      <a:pt x="4295" y="1700"/>
                    </a:cubicBezTo>
                    <a:cubicBezTo>
                      <a:pt x="4276" y="1789"/>
                      <a:pt x="4246" y="1878"/>
                      <a:pt x="4217" y="1986"/>
                    </a:cubicBezTo>
                    <a:cubicBezTo>
                      <a:pt x="3872" y="1779"/>
                      <a:pt x="3596" y="1523"/>
                      <a:pt x="3241" y="1415"/>
                    </a:cubicBezTo>
                    <a:cubicBezTo>
                      <a:pt x="2897" y="1306"/>
                      <a:pt x="2532" y="1237"/>
                      <a:pt x="2158" y="1149"/>
                    </a:cubicBezTo>
                    <a:cubicBezTo>
                      <a:pt x="2187" y="1031"/>
                      <a:pt x="2266" y="952"/>
                      <a:pt x="2365" y="902"/>
                    </a:cubicBezTo>
                    <a:cubicBezTo>
                      <a:pt x="2591" y="774"/>
                      <a:pt x="2837" y="666"/>
                      <a:pt x="3094" y="656"/>
                    </a:cubicBezTo>
                    <a:cubicBezTo>
                      <a:pt x="3148" y="654"/>
                      <a:pt x="3203" y="653"/>
                      <a:pt x="3258" y="653"/>
                    </a:cubicBezTo>
                    <a:close/>
                    <a:moveTo>
                      <a:pt x="4811" y="1578"/>
                    </a:moveTo>
                    <a:cubicBezTo>
                      <a:pt x="4917" y="1578"/>
                      <a:pt x="5014" y="1624"/>
                      <a:pt x="5093" y="1710"/>
                    </a:cubicBezTo>
                    <a:cubicBezTo>
                      <a:pt x="5172" y="1799"/>
                      <a:pt x="5251" y="1878"/>
                      <a:pt x="5349" y="1976"/>
                    </a:cubicBezTo>
                    <a:cubicBezTo>
                      <a:pt x="5349" y="1996"/>
                      <a:pt x="5330" y="2055"/>
                      <a:pt x="5310" y="2104"/>
                    </a:cubicBezTo>
                    <a:cubicBezTo>
                      <a:pt x="5326" y="2112"/>
                      <a:pt x="5340" y="2116"/>
                      <a:pt x="5351" y="2116"/>
                    </a:cubicBezTo>
                    <a:cubicBezTo>
                      <a:pt x="5380" y="2116"/>
                      <a:pt x="5394" y="2091"/>
                      <a:pt x="5409" y="2055"/>
                    </a:cubicBezTo>
                    <a:cubicBezTo>
                      <a:pt x="5426" y="2020"/>
                      <a:pt x="5450" y="2006"/>
                      <a:pt x="5481" y="2006"/>
                    </a:cubicBezTo>
                    <a:cubicBezTo>
                      <a:pt x="5503" y="2006"/>
                      <a:pt x="5528" y="2013"/>
                      <a:pt x="5556" y="2025"/>
                    </a:cubicBezTo>
                    <a:cubicBezTo>
                      <a:pt x="5468" y="2203"/>
                      <a:pt x="5389" y="2370"/>
                      <a:pt x="5320" y="2528"/>
                    </a:cubicBezTo>
                    <a:cubicBezTo>
                      <a:pt x="5103" y="2459"/>
                      <a:pt x="4916" y="2400"/>
                      <a:pt x="4729" y="2341"/>
                    </a:cubicBezTo>
                    <a:cubicBezTo>
                      <a:pt x="4561" y="2282"/>
                      <a:pt x="4394" y="2232"/>
                      <a:pt x="4295" y="2055"/>
                    </a:cubicBezTo>
                    <a:cubicBezTo>
                      <a:pt x="4315" y="1956"/>
                      <a:pt x="4345" y="1838"/>
                      <a:pt x="4364" y="1730"/>
                    </a:cubicBezTo>
                    <a:cubicBezTo>
                      <a:pt x="4463" y="1691"/>
                      <a:pt x="4561" y="1661"/>
                      <a:pt x="4650" y="1612"/>
                    </a:cubicBezTo>
                    <a:cubicBezTo>
                      <a:pt x="4705" y="1589"/>
                      <a:pt x="4759" y="1578"/>
                      <a:pt x="4811" y="1578"/>
                    </a:cubicBezTo>
                    <a:close/>
                    <a:moveTo>
                      <a:pt x="4768" y="2463"/>
                    </a:moveTo>
                    <a:cubicBezTo>
                      <a:pt x="4951" y="2463"/>
                      <a:pt x="5160" y="2547"/>
                      <a:pt x="5280" y="2676"/>
                    </a:cubicBezTo>
                    <a:cubicBezTo>
                      <a:pt x="5468" y="2863"/>
                      <a:pt x="5606" y="3089"/>
                      <a:pt x="5645" y="3365"/>
                    </a:cubicBezTo>
                    <a:cubicBezTo>
                      <a:pt x="5674" y="3572"/>
                      <a:pt x="5724" y="3769"/>
                      <a:pt x="5606" y="3976"/>
                    </a:cubicBezTo>
                    <a:cubicBezTo>
                      <a:pt x="5409" y="3405"/>
                      <a:pt x="5014" y="2961"/>
                      <a:pt x="4689" y="2469"/>
                    </a:cubicBezTo>
                    <a:cubicBezTo>
                      <a:pt x="4715" y="2465"/>
                      <a:pt x="4741" y="2463"/>
                      <a:pt x="4768" y="2463"/>
                    </a:cubicBezTo>
                    <a:close/>
                    <a:moveTo>
                      <a:pt x="5645" y="2016"/>
                    </a:moveTo>
                    <a:cubicBezTo>
                      <a:pt x="5822" y="2094"/>
                      <a:pt x="5960" y="2173"/>
                      <a:pt x="6039" y="2341"/>
                    </a:cubicBezTo>
                    <a:cubicBezTo>
                      <a:pt x="6059" y="2380"/>
                      <a:pt x="6108" y="2419"/>
                      <a:pt x="6147" y="2439"/>
                    </a:cubicBezTo>
                    <a:cubicBezTo>
                      <a:pt x="6256" y="2508"/>
                      <a:pt x="6315" y="2597"/>
                      <a:pt x="6305" y="2715"/>
                    </a:cubicBezTo>
                    <a:cubicBezTo>
                      <a:pt x="6295" y="2882"/>
                      <a:pt x="6325" y="3030"/>
                      <a:pt x="6433" y="3158"/>
                    </a:cubicBezTo>
                    <a:cubicBezTo>
                      <a:pt x="6463" y="3198"/>
                      <a:pt x="6472" y="3247"/>
                      <a:pt x="6482" y="3296"/>
                    </a:cubicBezTo>
                    <a:cubicBezTo>
                      <a:pt x="6522" y="3414"/>
                      <a:pt x="6571" y="3533"/>
                      <a:pt x="6591" y="3651"/>
                    </a:cubicBezTo>
                    <a:cubicBezTo>
                      <a:pt x="6610" y="3769"/>
                      <a:pt x="6620" y="3887"/>
                      <a:pt x="6630" y="3996"/>
                    </a:cubicBezTo>
                    <a:cubicBezTo>
                      <a:pt x="6305" y="4055"/>
                      <a:pt x="6000" y="4114"/>
                      <a:pt x="5665" y="4183"/>
                    </a:cubicBezTo>
                    <a:cubicBezTo>
                      <a:pt x="5674" y="4104"/>
                      <a:pt x="5674" y="4065"/>
                      <a:pt x="5694" y="4025"/>
                    </a:cubicBezTo>
                    <a:cubicBezTo>
                      <a:pt x="5832" y="3611"/>
                      <a:pt x="5734" y="3237"/>
                      <a:pt x="5546" y="2873"/>
                    </a:cubicBezTo>
                    <a:cubicBezTo>
                      <a:pt x="5527" y="2853"/>
                      <a:pt x="5517" y="2813"/>
                      <a:pt x="5487" y="2794"/>
                    </a:cubicBezTo>
                    <a:cubicBezTo>
                      <a:pt x="5340" y="2666"/>
                      <a:pt x="5379" y="2528"/>
                      <a:pt x="5458" y="2380"/>
                    </a:cubicBezTo>
                    <a:cubicBezTo>
                      <a:pt x="5527" y="2262"/>
                      <a:pt x="5586" y="2144"/>
                      <a:pt x="5645" y="2016"/>
                    </a:cubicBezTo>
                    <a:close/>
                    <a:moveTo>
                      <a:pt x="6526" y="4107"/>
                    </a:moveTo>
                    <a:cubicBezTo>
                      <a:pt x="6563" y="4107"/>
                      <a:pt x="6601" y="4109"/>
                      <a:pt x="6640" y="4114"/>
                    </a:cubicBezTo>
                    <a:lnTo>
                      <a:pt x="6640" y="4271"/>
                    </a:lnTo>
                    <a:cubicBezTo>
                      <a:pt x="6374" y="4321"/>
                      <a:pt x="6108" y="4370"/>
                      <a:pt x="5842" y="4409"/>
                    </a:cubicBezTo>
                    <a:cubicBezTo>
                      <a:pt x="5828" y="4412"/>
                      <a:pt x="5815" y="4414"/>
                      <a:pt x="5804" y="4414"/>
                    </a:cubicBezTo>
                    <a:cubicBezTo>
                      <a:pt x="5736" y="4414"/>
                      <a:pt x="5715" y="4364"/>
                      <a:pt x="5724" y="4271"/>
                    </a:cubicBezTo>
                    <a:cubicBezTo>
                      <a:pt x="5985" y="4228"/>
                      <a:pt x="6239" y="4107"/>
                      <a:pt x="6526" y="4107"/>
                    </a:cubicBezTo>
                    <a:close/>
                    <a:moveTo>
                      <a:pt x="6650" y="4370"/>
                    </a:moveTo>
                    <a:cubicBezTo>
                      <a:pt x="6807" y="4577"/>
                      <a:pt x="6817" y="4616"/>
                      <a:pt x="6689" y="4784"/>
                    </a:cubicBezTo>
                    <a:cubicBezTo>
                      <a:pt x="6571" y="4922"/>
                      <a:pt x="6492" y="5069"/>
                      <a:pt x="6463" y="5247"/>
                    </a:cubicBezTo>
                    <a:cubicBezTo>
                      <a:pt x="6463" y="5266"/>
                      <a:pt x="6443" y="5276"/>
                      <a:pt x="6443" y="5276"/>
                    </a:cubicBezTo>
                    <a:cubicBezTo>
                      <a:pt x="6256" y="5168"/>
                      <a:pt x="6078" y="5069"/>
                      <a:pt x="5871" y="4951"/>
                    </a:cubicBezTo>
                    <a:cubicBezTo>
                      <a:pt x="5852" y="4843"/>
                      <a:pt x="5812" y="4685"/>
                      <a:pt x="5783" y="4518"/>
                    </a:cubicBezTo>
                    <a:cubicBezTo>
                      <a:pt x="5940" y="4488"/>
                      <a:pt x="6078" y="4459"/>
                      <a:pt x="6226" y="4429"/>
                    </a:cubicBezTo>
                    <a:cubicBezTo>
                      <a:pt x="6364" y="4409"/>
                      <a:pt x="6512" y="4390"/>
                      <a:pt x="6650" y="4370"/>
                    </a:cubicBezTo>
                    <a:close/>
                    <a:moveTo>
                      <a:pt x="5981" y="5131"/>
                    </a:moveTo>
                    <a:cubicBezTo>
                      <a:pt x="6099" y="5131"/>
                      <a:pt x="6191" y="5184"/>
                      <a:pt x="6256" y="5256"/>
                    </a:cubicBezTo>
                    <a:cubicBezTo>
                      <a:pt x="6472" y="5473"/>
                      <a:pt x="6610" y="5729"/>
                      <a:pt x="6541" y="6054"/>
                    </a:cubicBezTo>
                    <a:cubicBezTo>
                      <a:pt x="6463" y="6448"/>
                      <a:pt x="6266" y="6754"/>
                      <a:pt x="5980" y="7010"/>
                    </a:cubicBezTo>
                    <a:cubicBezTo>
                      <a:pt x="5881" y="7099"/>
                      <a:pt x="5704" y="7158"/>
                      <a:pt x="5537" y="7158"/>
                    </a:cubicBezTo>
                    <a:cubicBezTo>
                      <a:pt x="5694" y="6842"/>
                      <a:pt x="5842" y="6517"/>
                      <a:pt x="5871" y="6163"/>
                    </a:cubicBezTo>
                    <a:cubicBezTo>
                      <a:pt x="5901" y="5828"/>
                      <a:pt x="5891" y="5483"/>
                      <a:pt x="5901" y="5138"/>
                    </a:cubicBezTo>
                    <a:cubicBezTo>
                      <a:pt x="5929" y="5133"/>
                      <a:pt x="5956" y="5131"/>
                      <a:pt x="5981" y="5131"/>
                    </a:cubicBezTo>
                    <a:close/>
                    <a:moveTo>
                      <a:pt x="5516" y="7305"/>
                    </a:moveTo>
                    <a:cubicBezTo>
                      <a:pt x="5523" y="7305"/>
                      <a:pt x="5529" y="7305"/>
                      <a:pt x="5537" y="7305"/>
                    </a:cubicBezTo>
                    <a:cubicBezTo>
                      <a:pt x="5468" y="7365"/>
                      <a:pt x="5428" y="7404"/>
                      <a:pt x="5379" y="7443"/>
                    </a:cubicBezTo>
                    <a:cubicBezTo>
                      <a:pt x="5398" y="7387"/>
                      <a:pt x="5399" y="7305"/>
                      <a:pt x="5516" y="7305"/>
                    </a:cubicBezTo>
                    <a:close/>
                    <a:moveTo>
                      <a:pt x="1849" y="1249"/>
                    </a:moveTo>
                    <a:cubicBezTo>
                      <a:pt x="2132" y="1249"/>
                      <a:pt x="2416" y="1277"/>
                      <a:pt x="2690" y="1365"/>
                    </a:cubicBezTo>
                    <a:cubicBezTo>
                      <a:pt x="2818" y="1405"/>
                      <a:pt x="2946" y="1415"/>
                      <a:pt x="3074" y="1454"/>
                    </a:cubicBezTo>
                    <a:cubicBezTo>
                      <a:pt x="3310" y="1513"/>
                      <a:pt x="3527" y="1641"/>
                      <a:pt x="3734" y="1769"/>
                    </a:cubicBezTo>
                    <a:cubicBezTo>
                      <a:pt x="4039" y="1976"/>
                      <a:pt x="4335" y="2193"/>
                      <a:pt x="4561" y="2469"/>
                    </a:cubicBezTo>
                    <a:cubicBezTo>
                      <a:pt x="4886" y="2863"/>
                      <a:pt x="5172" y="3267"/>
                      <a:pt x="5409" y="3710"/>
                    </a:cubicBezTo>
                    <a:cubicBezTo>
                      <a:pt x="5468" y="3838"/>
                      <a:pt x="5487" y="3996"/>
                      <a:pt x="5537" y="4133"/>
                    </a:cubicBezTo>
                    <a:cubicBezTo>
                      <a:pt x="5546" y="4163"/>
                      <a:pt x="5556" y="4193"/>
                      <a:pt x="5576" y="4212"/>
                    </a:cubicBezTo>
                    <a:cubicBezTo>
                      <a:pt x="5596" y="4262"/>
                      <a:pt x="5635" y="4301"/>
                      <a:pt x="5645" y="4350"/>
                    </a:cubicBezTo>
                    <a:cubicBezTo>
                      <a:pt x="5714" y="4656"/>
                      <a:pt x="5812" y="4951"/>
                      <a:pt x="5822" y="5247"/>
                    </a:cubicBezTo>
                    <a:cubicBezTo>
                      <a:pt x="5832" y="5739"/>
                      <a:pt x="5852" y="6242"/>
                      <a:pt x="5655" y="6714"/>
                    </a:cubicBezTo>
                    <a:cubicBezTo>
                      <a:pt x="5566" y="6931"/>
                      <a:pt x="5438" y="7138"/>
                      <a:pt x="5310" y="7345"/>
                    </a:cubicBezTo>
                    <a:cubicBezTo>
                      <a:pt x="5290" y="7384"/>
                      <a:pt x="5231" y="7404"/>
                      <a:pt x="5192" y="7433"/>
                    </a:cubicBezTo>
                    <a:cubicBezTo>
                      <a:pt x="5143" y="7463"/>
                      <a:pt x="5113" y="7512"/>
                      <a:pt x="5152" y="7562"/>
                    </a:cubicBezTo>
                    <a:cubicBezTo>
                      <a:pt x="5167" y="7583"/>
                      <a:pt x="5206" y="7599"/>
                      <a:pt x="5239" y="7599"/>
                    </a:cubicBezTo>
                    <a:cubicBezTo>
                      <a:pt x="5251" y="7599"/>
                      <a:pt x="5262" y="7597"/>
                      <a:pt x="5271" y="7591"/>
                    </a:cubicBezTo>
                    <a:cubicBezTo>
                      <a:pt x="5379" y="7532"/>
                      <a:pt x="5507" y="7473"/>
                      <a:pt x="5596" y="7384"/>
                    </a:cubicBezTo>
                    <a:cubicBezTo>
                      <a:pt x="5734" y="7217"/>
                      <a:pt x="5940" y="7187"/>
                      <a:pt x="6098" y="7069"/>
                    </a:cubicBezTo>
                    <a:lnTo>
                      <a:pt x="6098" y="7069"/>
                    </a:lnTo>
                    <a:cubicBezTo>
                      <a:pt x="5931" y="7493"/>
                      <a:pt x="5635" y="7768"/>
                      <a:pt x="5182" y="7847"/>
                    </a:cubicBezTo>
                    <a:cubicBezTo>
                      <a:pt x="5164" y="7851"/>
                      <a:pt x="5146" y="7852"/>
                      <a:pt x="5129" y="7852"/>
                    </a:cubicBezTo>
                    <a:cubicBezTo>
                      <a:pt x="5054" y="7852"/>
                      <a:pt x="4988" y="7822"/>
                      <a:pt x="4916" y="7798"/>
                    </a:cubicBezTo>
                    <a:cubicBezTo>
                      <a:pt x="4689" y="7709"/>
                      <a:pt x="4542" y="7532"/>
                      <a:pt x="4384" y="7365"/>
                    </a:cubicBezTo>
                    <a:cubicBezTo>
                      <a:pt x="3862" y="6813"/>
                      <a:pt x="3330" y="6261"/>
                      <a:pt x="2818" y="5700"/>
                    </a:cubicBezTo>
                    <a:cubicBezTo>
                      <a:pt x="2522" y="5375"/>
                      <a:pt x="2256" y="5010"/>
                      <a:pt x="1990" y="4646"/>
                    </a:cubicBezTo>
                    <a:cubicBezTo>
                      <a:pt x="1705" y="4252"/>
                      <a:pt x="1389" y="3877"/>
                      <a:pt x="1094" y="3493"/>
                    </a:cubicBezTo>
                    <a:cubicBezTo>
                      <a:pt x="917" y="3267"/>
                      <a:pt x="749" y="3040"/>
                      <a:pt x="591" y="2804"/>
                    </a:cubicBezTo>
                    <a:cubicBezTo>
                      <a:pt x="463" y="2616"/>
                      <a:pt x="355" y="2410"/>
                      <a:pt x="227" y="2222"/>
                    </a:cubicBezTo>
                    <a:cubicBezTo>
                      <a:pt x="148" y="2114"/>
                      <a:pt x="148" y="1996"/>
                      <a:pt x="138" y="1868"/>
                    </a:cubicBezTo>
                    <a:cubicBezTo>
                      <a:pt x="129" y="1710"/>
                      <a:pt x="257" y="1641"/>
                      <a:pt x="375" y="1592"/>
                    </a:cubicBezTo>
                    <a:cubicBezTo>
                      <a:pt x="759" y="1434"/>
                      <a:pt x="1143" y="1267"/>
                      <a:pt x="1567" y="1257"/>
                    </a:cubicBezTo>
                    <a:cubicBezTo>
                      <a:pt x="1660" y="1252"/>
                      <a:pt x="1754" y="1249"/>
                      <a:pt x="1849" y="1249"/>
                    </a:cubicBezTo>
                    <a:close/>
                    <a:moveTo>
                      <a:pt x="1937" y="1"/>
                    </a:moveTo>
                    <a:cubicBezTo>
                      <a:pt x="1877" y="1"/>
                      <a:pt x="1817" y="23"/>
                      <a:pt x="1754" y="65"/>
                    </a:cubicBezTo>
                    <a:cubicBezTo>
                      <a:pt x="1685" y="114"/>
                      <a:pt x="1616" y="164"/>
                      <a:pt x="1537" y="193"/>
                    </a:cubicBezTo>
                    <a:cubicBezTo>
                      <a:pt x="1519" y="202"/>
                      <a:pt x="1496" y="207"/>
                      <a:pt x="1472" y="207"/>
                    </a:cubicBezTo>
                    <a:cubicBezTo>
                      <a:pt x="1444" y="207"/>
                      <a:pt x="1416" y="200"/>
                      <a:pt x="1399" y="183"/>
                    </a:cubicBezTo>
                    <a:cubicBezTo>
                      <a:pt x="1334" y="124"/>
                      <a:pt x="1266" y="103"/>
                      <a:pt x="1195" y="103"/>
                    </a:cubicBezTo>
                    <a:cubicBezTo>
                      <a:pt x="1137" y="103"/>
                      <a:pt x="1077" y="116"/>
                      <a:pt x="1015" y="134"/>
                    </a:cubicBezTo>
                    <a:cubicBezTo>
                      <a:pt x="946" y="164"/>
                      <a:pt x="877" y="183"/>
                      <a:pt x="808" y="203"/>
                    </a:cubicBezTo>
                    <a:cubicBezTo>
                      <a:pt x="680" y="233"/>
                      <a:pt x="621" y="302"/>
                      <a:pt x="631" y="439"/>
                    </a:cubicBezTo>
                    <a:cubicBezTo>
                      <a:pt x="651" y="587"/>
                      <a:pt x="611" y="696"/>
                      <a:pt x="493" y="794"/>
                    </a:cubicBezTo>
                    <a:cubicBezTo>
                      <a:pt x="385" y="893"/>
                      <a:pt x="365" y="1011"/>
                      <a:pt x="424" y="1149"/>
                    </a:cubicBezTo>
                    <a:cubicBezTo>
                      <a:pt x="454" y="1228"/>
                      <a:pt x="483" y="1306"/>
                      <a:pt x="513" y="1395"/>
                    </a:cubicBezTo>
                    <a:cubicBezTo>
                      <a:pt x="424" y="1434"/>
                      <a:pt x="355" y="1464"/>
                      <a:pt x="286" y="1503"/>
                    </a:cubicBezTo>
                    <a:cubicBezTo>
                      <a:pt x="286" y="1493"/>
                      <a:pt x="276" y="1484"/>
                      <a:pt x="266" y="1474"/>
                    </a:cubicBezTo>
                    <a:cubicBezTo>
                      <a:pt x="306" y="1425"/>
                      <a:pt x="335" y="1365"/>
                      <a:pt x="365" y="1316"/>
                    </a:cubicBezTo>
                    <a:cubicBezTo>
                      <a:pt x="355" y="1306"/>
                      <a:pt x="345" y="1296"/>
                      <a:pt x="335" y="1287"/>
                    </a:cubicBezTo>
                    <a:cubicBezTo>
                      <a:pt x="296" y="1316"/>
                      <a:pt x="257" y="1346"/>
                      <a:pt x="227" y="1385"/>
                    </a:cubicBezTo>
                    <a:cubicBezTo>
                      <a:pt x="20" y="1671"/>
                      <a:pt x="0" y="2045"/>
                      <a:pt x="197" y="2341"/>
                    </a:cubicBezTo>
                    <a:cubicBezTo>
                      <a:pt x="365" y="2587"/>
                      <a:pt x="532" y="2833"/>
                      <a:pt x="710" y="3079"/>
                    </a:cubicBezTo>
                    <a:cubicBezTo>
                      <a:pt x="946" y="3414"/>
                      <a:pt x="1202" y="3759"/>
                      <a:pt x="1458" y="4094"/>
                    </a:cubicBezTo>
                    <a:cubicBezTo>
                      <a:pt x="1665" y="4370"/>
                      <a:pt x="1902" y="4616"/>
                      <a:pt x="2099" y="4902"/>
                    </a:cubicBezTo>
                    <a:cubicBezTo>
                      <a:pt x="2473" y="5424"/>
                      <a:pt x="2906" y="5907"/>
                      <a:pt x="3350" y="6389"/>
                    </a:cubicBezTo>
                    <a:cubicBezTo>
                      <a:pt x="3714" y="6783"/>
                      <a:pt x="4089" y="7177"/>
                      <a:pt x="4463" y="7562"/>
                    </a:cubicBezTo>
                    <a:cubicBezTo>
                      <a:pt x="4601" y="7690"/>
                      <a:pt x="4709" y="7837"/>
                      <a:pt x="4896" y="7906"/>
                    </a:cubicBezTo>
                    <a:cubicBezTo>
                      <a:pt x="4974" y="7935"/>
                      <a:pt x="5046" y="7958"/>
                      <a:pt x="5125" y="7958"/>
                    </a:cubicBezTo>
                    <a:cubicBezTo>
                      <a:pt x="5156" y="7958"/>
                      <a:pt x="5188" y="7954"/>
                      <a:pt x="5221" y="7946"/>
                    </a:cubicBezTo>
                    <a:cubicBezTo>
                      <a:pt x="5665" y="7827"/>
                      <a:pt x="5980" y="7562"/>
                      <a:pt x="6177" y="7148"/>
                    </a:cubicBezTo>
                    <a:cubicBezTo>
                      <a:pt x="6256" y="7000"/>
                      <a:pt x="6305" y="6842"/>
                      <a:pt x="6374" y="6685"/>
                    </a:cubicBezTo>
                    <a:cubicBezTo>
                      <a:pt x="6433" y="6567"/>
                      <a:pt x="6512" y="6448"/>
                      <a:pt x="6551" y="6320"/>
                    </a:cubicBezTo>
                    <a:cubicBezTo>
                      <a:pt x="6650" y="6005"/>
                      <a:pt x="6669" y="5700"/>
                      <a:pt x="6482" y="5404"/>
                    </a:cubicBezTo>
                    <a:cubicBezTo>
                      <a:pt x="6502" y="5355"/>
                      <a:pt x="6551" y="5306"/>
                      <a:pt x="6551" y="5256"/>
                    </a:cubicBezTo>
                    <a:cubicBezTo>
                      <a:pt x="6551" y="5079"/>
                      <a:pt x="6620" y="4941"/>
                      <a:pt x="6748" y="4823"/>
                    </a:cubicBezTo>
                    <a:cubicBezTo>
                      <a:pt x="6817" y="4754"/>
                      <a:pt x="6886" y="4646"/>
                      <a:pt x="6837" y="4547"/>
                    </a:cubicBezTo>
                    <a:cubicBezTo>
                      <a:pt x="6768" y="4399"/>
                      <a:pt x="6768" y="4242"/>
                      <a:pt x="6738" y="4094"/>
                    </a:cubicBezTo>
                    <a:cubicBezTo>
                      <a:pt x="6709" y="3956"/>
                      <a:pt x="6660" y="3828"/>
                      <a:pt x="6679" y="3680"/>
                    </a:cubicBezTo>
                    <a:cubicBezTo>
                      <a:pt x="6689" y="3661"/>
                      <a:pt x="6669" y="3631"/>
                      <a:pt x="6660" y="3611"/>
                    </a:cubicBezTo>
                    <a:cubicBezTo>
                      <a:pt x="6630" y="3493"/>
                      <a:pt x="6591" y="3375"/>
                      <a:pt x="6551" y="3257"/>
                    </a:cubicBezTo>
                    <a:cubicBezTo>
                      <a:pt x="6531" y="3198"/>
                      <a:pt x="6512" y="3129"/>
                      <a:pt x="6472" y="3079"/>
                    </a:cubicBezTo>
                    <a:cubicBezTo>
                      <a:pt x="6394" y="2981"/>
                      <a:pt x="6374" y="2882"/>
                      <a:pt x="6384" y="2764"/>
                    </a:cubicBezTo>
                    <a:cubicBezTo>
                      <a:pt x="6394" y="2616"/>
                      <a:pt x="6334" y="2508"/>
                      <a:pt x="6236" y="2400"/>
                    </a:cubicBezTo>
                    <a:cubicBezTo>
                      <a:pt x="6157" y="2331"/>
                      <a:pt x="6078" y="2242"/>
                      <a:pt x="6009" y="2153"/>
                    </a:cubicBezTo>
                    <a:cubicBezTo>
                      <a:pt x="5901" y="2025"/>
                      <a:pt x="5763" y="1937"/>
                      <a:pt x="5586" y="1917"/>
                    </a:cubicBezTo>
                    <a:cubicBezTo>
                      <a:pt x="5428" y="1897"/>
                      <a:pt x="5300" y="1838"/>
                      <a:pt x="5202" y="1710"/>
                    </a:cubicBezTo>
                    <a:cubicBezTo>
                      <a:pt x="5182" y="1681"/>
                      <a:pt x="5152" y="1661"/>
                      <a:pt x="5133" y="1641"/>
                    </a:cubicBezTo>
                    <a:cubicBezTo>
                      <a:pt x="5042" y="1556"/>
                      <a:pt x="4955" y="1516"/>
                      <a:pt x="4858" y="1516"/>
                    </a:cubicBezTo>
                    <a:cubicBezTo>
                      <a:pt x="4797" y="1516"/>
                      <a:pt x="4732" y="1532"/>
                      <a:pt x="4660" y="1562"/>
                    </a:cubicBezTo>
                    <a:cubicBezTo>
                      <a:pt x="4581" y="1592"/>
                      <a:pt x="4502" y="1602"/>
                      <a:pt x="4404" y="1631"/>
                    </a:cubicBezTo>
                    <a:cubicBezTo>
                      <a:pt x="4335" y="1001"/>
                      <a:pt x="4069" y="597"/>
                      <a:pt x="3409" y="577"/>
                    </a:cubicBezTo>
                    <a:cubicBezTo>
                      <a:pt x="3419" y="292"/>
                      <a:pt x="3320" y="154"/>
                      <a:pt x="3094" y="105"/>
                    </a:cubicBezTo>
                    <a:cubicBezTo>
                      <a:pt x="2977" y="81"/>
                      <a:pt x="2861" y="71"/>
                      <a:pt x="2745" y="71"/>
                    </a:cubicBezTo>
                    <a:cubicBezTo>
                      <a:pt x="2615" y="71"/>
                      <a:pt x="2485" y="84"/>
                      <a:pt x="2355" y="105"/>
                    </a:cubicBezTo>
                    <a:cubicBezTo>
                      <a:pt x="2326" y="107"/>
                      <a:pt x="2299" y="109"/>
                      <a:pt x="2274" y="109"/>
                    </a:cubicBezTo>
                    <a:cubicBezTo>
                      <a:pt x="2211" y="109"/>
                      <a:pt x="2155" y="97"/>
                      <a:pt x="2099" y="55"/>
                    </a:cubicBezTo>
                    <a:cubicBezTo>
                      <a:pt x="2043" y="18"/>
                      <a:pt x="1990" y="1"/>
                      <a:pt x="19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4"/>
              <p:cNvSpPr/>
              <p:nvPr/>
            </p:nvSpPr>
            <p:spPr>
              <a:xfrm>
                <a:off x="6783859" y="4311202"/>
                <a:ext cx="7388" cy="12420"/>
              </a:xfrm>
              <a:custGeom>
                <a:avLst/>
                <a:gdLst/>
                <a:ahLst/>
                <a:cxnLst/>
                <a:rect l="l" t="t" r="r" b="b"/>
                <a:pathLst>
                  <a:path w="188" h="316" extrusionOk="0">
                    <a:moveTo>
                      <a:pt x="119" y="0"/>
                    </a:moveTo>
                    <a:lnTo>
                      <a:pt x="119" y="0"/>
                    </a:lnTo>
                    <a:cubicBezTo>
                      <a:pt x="80" y="99"/>
                      <a:pt x="40" y="197"/>
                      <a:pt x="1" y="296"/>
                    </a:cubicBezTo>
                    <a:cubicBezTo>
                      <a:pt x="11" y="306"/>
                      <a:pt x="30" y="306"/>
                      <a:pt x="40" y="315"/>
                    </a:cubicBezTo>
                    <a:cubicBezTo>
                      <a:pt x="60" y="207"/>
                      <a:pt x="188" y="128"/>
                      <a:pt x="1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5" name="Google Shape;425;p24"/>
            <p:cNvGrpSpPr/>
            <p:nvPr/>
          </p:nvGrpSpPr>
          <p:grpSpPr>
            <a:xfrm>
              <a:off x="509387" y="4019798"/>
              <a:ext cx="1021812" cy="647406"/>
              <a:chOff x="382262" y="4231673"/>
              <a:chExt cx="1021812" cy="647406"/>
            </a:xfrm>
          </p:grpSpPr>
          <p:sp>
            <p:nvSpPr>
              <p:cNvPr id="426" name="Google Shape;426;p24"/>
              <p:cNvSpPr/>
              <p:nvPr/>
            </p:nvSpPr>
            <p:spPr>
              <a:xfrm>
                <a:off x="855874" y="4278847"/>
                <a:ext cx="548200" cy="553065"/>
              </a:xfrm>
              <a:custGeom>
                <a:avLst/>
                <a:gdLst/>
                <a:ahLst/>
                <a:cxnLst/>
                <a:rect l="l" t="t" r="r" b="b"/>
                <a:pathLst>
                  <a:path w="13950" h="14072" extrusionOk="0">
                    <a:moveTo>
                      <a:pt x="8045" y="1"/>
                    </a:moveTo>
                    <a:cubicBezTo>
                      <a:pt x="7994" y="1"/>
                      <a:pt x="7946" y="11"/>
                      <a:pt x="7901" y="50"/>
                    </a:cubicBezTo>
                    <a:cubicBezTo>
                      <a:pt x="7881" y="60"/>
                      <a:pt x="7852" y="70"/>
                      <a:pt x="7822" y="70"/>
                    </a:cubicBezTo>
                    <a:cubicBezTo>
                      <a:pt x="7703" y="78"/>
                      <a:pt x="7583" y="92"/>
                      <a:pt x="7469" y="92"/>
                    </a:cubicBezTo>
                    <a:cubicBezTo>
                      <a:pt x="7442" y="92"/>
                      <a:pt x="7415" y="92"/>
                      <a:pt x="7389" y="90"/>
                    </a:cubicBezTo>
                    <a:cubicBezTo>
                      <a:pt x="7336" y="87"/>
                      <a:pt x="7283" y="86"/>
                      <a:pt x="7230" y="86"/>
                    </a:cubicBezTo>
                    <a:cubicBezTo>
                      <a:pt x="6909" y="86"/>
                      <a:pt x="6588" y="131"/>
                      <a:pt x="6275" y="139"/>
                    </a:cubicBezTo>
                    <a:cubicBezTo>
                      <a:pt x="6246" y="139"/>
                      <a:pt x="6216" y="149"/>
                      <a:pt x="6197" y="159"/>
                    </a:cubicBezTo>
                    <a:cubicBezTo>
                      <a:pt x="6118" y="169"/>
                      <a:pt x="6039" y="188"/>
                      <a:pt x="6000" y="267"/>
                    </a:cubicBezTo>
                    <a:cubicBezTo>
                      <a:pt x="5975" y="298"/>
                      <a:pt x="5943" y="313"/>
                      <a:pt x="5907" y="313"/>
                    </a:cubicBezTo>
                    <a:cubicBezTo>
                      <a:pt x="5886" y="313"/>
                      <a:pt x="5864" y="308"/>
                      <a:pt x="5842" y="297"/>
                    </a:cubicBezTo>
                    <a:cubicBezTo>
                      <a:pt x="5806" y="282"/>
                      <a:pt x="5770" y="273"/>
                      <a:pt x="5738" y="273"/>
                    </a:cubicBezTo>
                    <a:cubicBezTo>
                      <a:pt x="5726" y="273"/>
                      <a:pt x="5715" y="274"/>
                      <a:pt x="5704" y="277"/>
                    </a:cubicBezTo>
                    <a:cubicBezTo>
                      <a:pt x="5487" y="326"/>
                      <a:pt x="5271" y="385"/>
                      <a:pt x="5054" y="444"/>
                    </a:cubicBezTo>
                    <a:cubicBezTo>
                      <a:pt x="5024" y="444"/>
                      <a:pt x="5005" y="464"/>
                      <a:pt x="4985" y="474"/>
                    </a:cubicBezTo>
                    <a:cubicBezTo>
                      <a:pt x="4837" y="563"/>
                      <a:pt x="4690" y="641"/>
                      <a:pt x="4542" y="730"/>
                    </a:cubicBezTo>
                    <a:cubicBezTo>
                      <a:pt x="4483" y="769"/>
                      <a:pt x="4424" y="809"/>
                      <a:pt x="4345" y="809"/>
                    </a:cubicBezTo>
                    <a:cubicBezTo>
                      <a:pt x="4305" y="799"/>
                      <a:pt x="4276" y="779"/>
                      <a:pt x="4236" y="760"/>
                    </a:cubicBezTo>
                    <a:cubicBezTo>
                      <a:pt x="4213" y="748"/>
                      <a:pt x="4190" y="742"/>
                      <a:pt x="4167" y="742"/>
                    </a:cubicBezTo>
                    <a:cubicBezTo>
                      <a:pt x="4132" y="742"/>
                      <a:pt x="4099" y="755"/>
                      <a:pt x="4069" y="779"/>
                    </a:cubicBezTo>
                    <a:cubicBezTo>
                      <a:pt x="4039" y="799"/>
                      <a:pt x="4010" y="829"/>
                      <a:pt x="3980" y="848"/>
                    </a:cubicBezTo>
                    <a:cubicBezTo>
                      <a:pt x="3882" y="937"/>
                      <a:pt x="3783" y="1026"/>
                      <a:pt x="3695" y="1104"/>
                    </a:cubicBezTo>
                    <a:cubicBezTo>
                      <a:pt x="3645" y="1144"/>
                      <a:pt x="3606" y="1173"/>
                      <a:pt x="3537" y="1173"/>
                    </a:cubicBezTo>
                    <a:cubicBezTo>
                      <a:pt x="3448" y="1193"/>
                      <a:pt x="3360" y="1223"/>
                      <a:pt x="3281" y="1272"/>
                    </a:cubicBezTo>
                    <a:cubicBezTo>
                      <a:pt x="3163" y="1341"/>
                      <a:pt x="3044" y="1429"/>
                      <a:pt x="2946" y="1528"/>
                    </a:cubicBezTo>
                    <a:cubicBezTo>
                      <a:pt x="2838" y="1636"/>
                      <a:pt x="2719" y="1715"/>
                      <a:pt x="2572" y="1764"/>
                    </a:cubicBezTo>
                    <a:cubicBezTo>
                      <a:pt x="2503" y="1784"/>
                      <a:pt x="2434" y="1814"/>
                      <a:pt x="2394" y="1873"/>
                    </a:cubicBezTo>
                    <a:cubicBezTo>
                      <a:pt x="2237" y="2109"/>
                      <a:pt x="1961" y="2237"/>
                      <a:pt x="1793" y="2464"/>
                    </a:cubicBezTo>
                    <a:cubicBezTo>
                      <a:pt x="1784" y="2483"/>
                      <a:pt x="1764" y="2493"/>
                      <a:pt x="1744" y="2493"/>
                    </a:cubicBezTo>
                    <a:cubicBezTo>
                      <a:pt x="1675" y="2513"/>
                      <a:pt x="1646" y="2572"/>
                      <a:pt x="1616" y="2621"/>
                    </a:cubicBezTo>
                    <a:cubicBezTo>
                      <a:pt x="1498" y="2828"/>
                      <a:pt x="1350" y="2996"/>
                      <a:pt x="1153" y="3124"/>
                    </a:cubicBezTo>
                    <a:cubicBezTo>
                      <a:pt x="1114" y="3153"/>
                      <a:pt x="1084" y="3203"/>
                      <a:pt x="1055" y="3242"/>
                    </a:cubicBezTo>
                    <a:cubicBezTo>
                      <a:pt x="986" y="3380"/>
                      <a:pt x="907" y="3518"/>
                      <a:pt x="848" y="3666"/>
                    </a:cubicBezTo>
                    <a:cubicBezTo>
                      <a:pt x="779" y="3853"/>
                      <a:pt x="690" y="4050"/>
                      <a:pt x="769" y="4266"/>
                    </a:cubicBezTo>
                    <a:cubicBezTo>
                      <a:pt x="730" y="4306"/>
                      <a:pt x="690" y="4345"/>
                      <a:pt x="661" y="4395"/>
                    </a:cubicBezTo>
                    <a:cubicBezTo>
                      <a:pt x="552" y="4562"/>
                      <a:pt x="404" y="4710"/>
                      <a:pt x="473" y="4926"/>
                    </a:cubicBezTo>
                    <a:cubicBezTo>
                      <a:pt x="316" y="5015"/>
                      <a:pt x="316" y="5015"/>
                      <a:pt x="286" y="5173"/>
                    </a:cubicBezTo>
                    <a:cubicBezTo>
                      <a:pt x="286" y="5222"/>
                      <a:pt x="276" y="5271"/>
                      <a:pt x="267" y="5320"/>
                    </a:cubicBezTo>
                    <a:cubicBezTo>
                      <a:pt x="247" y="5498"/>
                      <a:pt x="207" y="5665"/>
                      <a:pt x="138" y="5823"/>
                    </a:cubicBezTo>
                    <a:cubicBezTo>
                      <a:pt x="79" y="5961"/>
                      <a:pt x="50" y="6109"/>
                      <a:pt x="10" y="6256"/>
                    </a:cubicBezTo>
                    <a:cubicBezTo>
                      <a:pt x="1" y="6286"/>
                      <a:pt x="1" y="6315"/>
                      <a:pt x="1" y="6345"/>
                    </a:cubicBezTo>
                    <a:cubicBezTo>
                      <a:pt x="30" y="6621"/>
                      <a:pt x="50" y="6887"/>
                      <a:pt x="30" y="7163"/>
                    </a:cubicBezTo>
                    <a:cubicBezTo>
                      <a:pt x="20" y="7330"/>
                      <a:pt x="30" y="7497"/>
                      <a:pt x="40" y="7665"/>
                    </a:cubicBezTo>
                    <a:cubicBezTo>
                      <a:pt x="40" y="7724"/>
                      <a:pt x="50" y="7793"/>
                      <a:pt x="70" y="7862"/>
                    </a:cubicBezTo>
                    <a:cubicBezTo>
                      <a:pt x="89" y="7970"/>
                      <a:pt x="99" y="8089"/>
                      <a:pt x="158" y="8187"/>
                    </a:cubicBezTo>
                    <a:cubicBezTo>
                      <a:pt x="237" y="8286"/>
                      <a:pt x="198" y="8414"/>
                      <a:pt x="257" y="8522"/>
                    </a:cubicBezTo>
                    <a:cubicBezTo>
                      <a:pt x="286" y="8561"/>
                      <a:pt x="286" y="8611"/>
                      <a:pt x="286" y="8660"/>
                    </a:cubicBezTo>
                    <a:cubicBezTo>
                      <a:pt x="276" y="8719"/>
                      <a:pt x="286" y="8778"/>
                      <a:pt x="306" y="8827"/>
                    </a:cubicBezTo>
                    <a:cubicBezTo>
                      <a:pt x="316" y="8896"/>
                      <a:pt x="345" y="8955"/>
                      <a:pt x="365" y="9024"/>
                    </a:cubicBezTo>
                    <a:cubicBezTo>
                      <a:pt x="365" y="9054"/>
                      <a:pt x="385" y="9103"/>
                      <a:pt x="365" y="9133"/>
                    </a:cubicBezTo>
                    <a:cubicBezTo>
                      <a:pt x="286" y="9231"/>
                      <a:pt x="345" y="9320"/>
                      <a:pt x="385" y="9409"/>
                    </a:cubicBezTo>
                    <a:cubicBezTo>
                      <a:pt x="454" y="9537"/>
                      <a:pt x="533" y="9665"/>
                      <a:pt x="582" y="9793"/>
                    </a:cubicBezTo>
                    <a:cubicBezTo>
                      <a:pt x="631" y="9950"/>
                      <a:pt x="680" y="10098"/>
                      <a:pt x="739" y="10256"/>
                    </a:cubicBezTo>
                    <a:cubicBezTo>
                      <a:pt x="769" y="10315"/>
                      <a:pt x="798" y="10374"/>
                      <a:pt x="848" y="10423"/>
                    </a:cubicBezTo>
                    <a:cubicBezTo>
                      <a:pt x="897" y="10472"/>
                      <a:pt x="936" y="10522"/>
                      <a:pt x="986" y="10561"/>
                    </a:cubicBezTo>
                    <a:cubicBezTo>
                      <a:pt x="1074" y="10660"/>
                      <a:pt x="1163" y="10758"/>
                      <a:pt x="1242" y="10866"/>
                    </a:cubicBezTo>
                    <a:cubicBezTo>
                      <a:pt x="1330" y="11014"/>
                      <a:pt x="1449" y="11142"/>
                      <a:pt x="1557" y="11270"/>
                    </a:cubicBezTo>
                    <a:cubicBezTo>
                      <a:pt x="1596" y="11320"/>
                      <a:pt x="1636" y="11369"/>
                      <a:pt x="1685" y="11418"/>
                    </a:cubicBezTo>
                    <a:cubicBezTo>
                      <a:pt x="1852" y="11605"/>
                      <a:pt x="2010" y="11792"/>
                      <a:pt x="2187" y="11970"/>
                    </a:cubicBezTo>
                    <a:cubicBezTo>
                      <a:pt x="2355" y="12137"/>
                      <a:pt x="2542" y="12295"/>
                      <a:pt x="2778" y="12393"/>
                    </a:cubicBezTo>
                    <a:cubicBezTo>
                      <a:pt x="2818" y="12413"/>
                      <a:pt x="2838" y="12443"/>
                      <a:pt x="2867" y="12472"/>
                    </a:cubicBezTo>
                    <a:cubicBezTo>
                      <a:pt x="2956" y="12571"/>
                      <a:pt x="3035" y="12669"/>
                      <a:pt x="3133" y="12768"/>
                    </a:cubicBezTo>
                    <a:cubicBezTo>
                      <a:pt x="3182" y="12827"/>
                      <a:pt x="3241" y="12866"/>
                      <a:pt x="3340" y="12866"/>
                    </a:cubicBezTo>
                    <a:cubicBezTo>
                      <a:pt x="3379" y="12866"/>
                      <a:pt x="3429" y="12886"/>
                      <a:pt x="3468" y="12915"/>
                    </a:cubicBezTo>
                    <a:cubicBezTo>
                      <a:pt x="3537" y="12958"/>
                      <a:pt x="3613" y="12986"/>
                      <a:pt x="3709" y="12986"/>
                    </a:cubicBezTo>
                    <a:cubicBezTo>
                      <a:pt x="3724" y="12986"/>
                      <a:pt x="3738" y="12986"/>
                      <a:pt x="3754" y="12984"/>
                    </a:cubicBezTo>
                    <a:cubicBezTo>
                      <a:pt x="3773" y="13014"/>
                      <a:pt x="3803" y="13043"/>
                      <a:pt x="3832" y="13073"/>
                    </a:cubicBezTo>
                    <a:cubicBezTo>
                      <a:pt x="3911" y="13142"/>
                      <a:pt x="4000" y="13211"/>
                      <a:pt x="4089" y="13270"/>
                    </a:cubicBezTo>
                    <a:cubicBezTo>
                      <a:pt x="4131" y="13306"/>
                      <a:pt x="4179" y="13331"/>
                      <a:pt x="4233" y="13331"/>
                    </a:cubicBezTo>
                    <a:cubicBezTo>
                      <a:pt x="4253" y="13331"/>
                      <a:pt x="4274" y="13327"/>
                      <a:pt x="4295" y="13319"/>
                    </a:cubicBezTo>
                    <a:cubicBezTo>
                      <a:pt x="4310" y="13310"/>
                      <a:pt x="4325" y="13307"/>
                      <a:pt x="4340" y="13307"/>
                    </a:cubicBezTo>
                    <a:cubicBezTo>
                      <a:pt x="4375" y="13307"/>
                      <a:pt x="4409" y="13325"/>
                      <a:pt x="4443" y="13339"/>
                    </a:cubicBezTo>
                    <a:cubicBezTo>
                      <a:pt x="4591" y="13418"/>
                      <a:pt x="4729" y="13497"/>
                      <a:pt x="4877" y="13575"/>
                    </a:cubicBezTo>
                    <a:cubicBezTo>
                      <a:pt x="4906" y="13585"/>
                      <a:pt x="4936" y="13605"/>
                      <a:pt x="4955" y="13634"/>
                    </a:cubicBezTo>
                    <a:cubicBezTo>
                      <a:pt x="4995" y="13723"/>
                      <a:pt x="5074" y="13733"/>
                      <a:pt x="5162" y="13743"/>
                    </a:cubicBezTo>
                    <a:cubicBezTo>
                      <a:pt x="5379" y="13763"/>
                      <a:pt x="5596" y="13812"/>
                      <a:pt x="5803" y="13891"/>
                    </a:cubicBezTo>
                    <a:cubicBezTo>
                      <a:pt x="5862" y="13910"/>
                      <a:pt x="5941" y="13920"/>
                      <a:pt x="6010" y="13930"/>
                    </a:cubicBezTo>
                    <a:cubicBezTo>
                      <a:pt x="6039" y="13940"/>
                      <a:pt x="6078" y="13940"/>
                      <a:pt x="6108" y="13950"/>
                    </a:cubicBezTo>
                    <a:cubicBezTo>
                      <a:pt x="6386" y="14011"/>
                      <a:pt x="6664" y="14071"/>
                      <a:pt x="6956" y="14071"/>
                    </a:cubicBezTo>
                    <a:cubicBezTo>
                      <a:pt x="6995" y="14071"/>
                      <a:pt x="7034" y="14070"/>
                      <a:pt x="7073" y="14068"/>
                    </a:cubicBezTo>
                    <a:cubicBezTo>
                      <a:pt x="7088" y="14066"/>
                      <a:pt x="7103" y="14065"/>
                      <a:pt x="7118" y="14065"/>
                    </a:cubicBezTo>
                    <a:cubicBezTo>
                      <a:pt x="7160" y="14065"/>
                      <a:pt x="7204" y="14071"/>
                      <a:pt x="7245" y="14071"/>
                    </a:cubicBezTo>
                    <a:cubicBezTo>
                      <a:pt x="7261" y="14071"/>
                      <a:pt x="7276" y="14070"/>
                      <a:pt x="7290" y="14068"/>
                    </a:cubicBezTo>
                    <a:cubicBezTo>
                      <a:pt x="7438" y="14038"/>
                      <a:pt x="7576" y="13989"/>
                      <a:pt x="7714" y="13960"/>
                    </a:cubicBezTo>
                    <a:cubicBezTo>
                      <a:pt x="7783" y="13940"/>
                      <a:pt x="7852" y="13910"/>
                      <a:pt x="7921" y="13910"/>
                    </a:cubicBezTo>
                    <a:cubicBezTo>
                      <a:pt x="8024" y="13905"/>
                      <a:pt x="8125" y="13905"/>
                      <a:pt x="8225" y="13905"/>
                    </a:cubicBezTo>
                    <a:cubicBezTo>
                      <a:pt x="8324" y="13905"/>
                      <a:pt x="8423" y="13905"/>
                      <a:pt x="8521" y="13900"/>
                    </a:cubicBezTo>
                    <a:cubicBezTo>
                      <a:pt x="8590" y="13900"/>
                      <a:pt x="8650" y="13900"/>
                      <a:pt x="8709" y="13950"/>
                    </a:cubicBezTo>
                    <a:cubicBezTo>
                      <a:pt x="8733" y="13969"/>
                      <a:pt x="8760" y="13977"/>
                      <a:pt x="8789" y="13977"/>
                    </a:cubicBezTo>
                    <a:cubicBezTo>
                      <a:pt x="8817" y="13977"/>
                      <a:pt x="8847" y="13969"/>
                      <a:pt x="8876" y="13960"/>
                    </a:cubicBezTo>
                    <a:cubicBezTo>
                      <a:pt x="8906" y="13950"/>
                      <a:pt x="8925" y="13940"/>
                      <a:pt x="8955" y="13930"/>
                    </a:cubicBezTo>
                    <a:cubicBezTo>
                      <a:pt x="9181" y="13822"/>
                      <a:pt x="9418" y="13713"/>
                      <a:pt x="9684" y="13684"/>
                    </a:cubicBezTo>
                    <a:cubicBezTo>
                      <a:pt x="9733" y="13684"/>
                      <a:pt x="9792" y="13664"/>
                      <a:pt x="9822" y="13625"/>
                    </a:cubicBezTo>
                    <a:cubicBezTo>
                      <a:pt x="9891" y="13536"/>
                      <a:pt x="9989" y="13506"/>
                      <a:pt x="10088" y="13487"/>
                    </a:cubicBezTo>
                    <a:cubicBezTo>
                      <a:pt x="10216" y="13457"/>
                      <a:pt x="10324" y="13398"/>
                      <a:pt x="10432" y="13339"/>
                    </a:cubicBezTo>
                    <a:cubicBezTo>
                      <a:pt x="10472" y="13319"/>
                      <a:pt x="10511" y="13290"/>
                      <a:pt x="10551" y="13270"/>
                    </a:cubicBezTo>
                    <a:cubicBezTo>
                      <a:pt x="10620" y="13231"/>
                      <a:pt x="10659" y="13191"/>
                      <a:pt x="10679" y="13112"/>
                    </a:cubicBezTo>
                    <a:cubicBezTo>
                      <a:pt x="10689" y="13073"/>
                      <a:pt x="10728" y="13034"/>
                      <a:pt x="10758" y="13004"/>
                    </a:cubicBezTo>
                    <a:cubicBezTo>
                      <a:pt x="10915" y="12846"/>
                      <a:pt x="11073" y="12679"/>
                      <a:pt x="11299" y="12580"/>
                    </a:cubicBezTo>
                    <a:cubicBezTo>
                      <a:pt x="11339" y="12561"/>
                      <a:pt x="11368" y="12521"/>
                      <a:pt x="11388" y="12492"/>
                    </a:cubicBezTo>
                    <a:cubicBezTo>
                      <a:pt x="11496" y="12364"/>
                      <a:pt x="11595" y="12246"/>
                      <a:pt x="11684" y="12117"/>
                    </a:cubicBezTo>
                    <a:cubicBezTo>
                      <a:pt x="11733" y="12058"/>
                      <a:pt x="11762" y="11980"/>
                      <a:pt x="11812" y="11920"/>
                    </a:cubicBezTo>
                    <a:cubicBezTo>
                      <a:pt x="11861" y="11861"/>
                      <a:pt x="11940" y="11822"/>
                      <a:pt x="11999" y="11763"/>
                    </a:cubicBezTo>
                    <a:cubicBezTo>
                      <a:pt x="12186" y="11556"/>
                      <a:pt x="12373" y="11349"/>
                      <a:pt x="12521" y="11113"/>
                    </a:cubicBezTo>
                    <a:cubicBezTo>
                      <a:pt x="12560" y="11044"/>
                      <a:pt x="12600" y="10985"/>
                      <a:pt x="12639" y="10916"/>
                    </a:cubicBezTo>
                    <a:cubicBezTo>
                      <a:pt x="12678" y="10866"/>
                      <a:pt x="12708" y="10817"/>
                      <a:pt x="12777" y="10788"/>
                    </a:cubicBezTo>
                    <a:cubicBezTo>
                      <a:pt x="12836" y="10768"/>
                      <a:pt x="12875" y="10719"/>
                      <a:pt x="12905" y="10669"/>
                    </a:cubicBezTo>
                    <a:cubicBezTo>
                      <a:pt x="12944" y="10610"/>
                      <a:pt x="12984" y="10541"/>
                      <a:pt x="13023" y="10482"/>
                    </a:cubicBezTo>
                    <a:cubicBezTo>
                      <a:pt x="13250" y="10167"/>
                      <a:pt x="13407" y="9812"/>
                      <a:pt x="13506" y="9448"/>
                    </a:cubicBezTo>
                    <a:cubicBezTo>
                      <a:pt x="13545" y="9320"/>
                      <a:pt x="13575" y="9192"/>
                      <a:pt x="13634" y="9074"/>
                    </a:cubicBezTo>
                    <a:cubicBezTo>
                      <a:pt x="13772" y="8827"/>
                      <a:pt x="13831" y="8552"/>
                      <a:pt x="13870" y="8276"/>
                    </a:cubicBezTo>
                    <a:cubicBezTo>
                      <a:pt x="13880" y="8226"/>
                      <a:pt x="13890" y="8157"/>
                      <a:pt x="13861" y="8108"/>
                    </a:cubicBezTo>
                    <a:cubicBezTo>
                      <a:pt x="13831" y="8039"/>
                      <a:pt x="13851" y="7970"/>
                      <a:pt x="13870" y="7892"/>
                    </a:cubicBezTo>
                    <a:cubicBezTo>
                      <a:pt x="13900" y="7813"/>
                      <a:pt x="13910" y="7724"/>
                      <a:pt x="13890" y="7626"/>
                    </a:cubicBezTo>
                    <a:cubicBezTo>
                      <a:pt x="13821" y="7576"/>
                      <a:pt x="13742" y="7517"/>
                      <a:pt x="13664" y="7458"/>
                    </a:cubicBezTo>
                    <a:cubicBezTo>
                      <a:pt x="13644" y="7379"/>
                      <a:pt x="13644" y="7291"/>
                      <a:pt x="13664" y="7202"/>
                    </a:cubicBezTo>
                    <a:cubicBezTo>
                      <a:pt x="13762" y="7143"/>
                      <a:pt x="13752" y="7025"/>
                      <a:pt x="13821" y="6956"/>
                    </a:cubicBezTo>
                    <a:cubicBezTo>
                      <a:pt x="13861" y="6906"/>
                      <a:pt x="13870" y="6857"/>
                      <a:pt x="13870" y="6798"/>
                    </a:cubicBezTo>
                    <a:cubicBezTo>
                      <a:pt x="13851" y="6591"/>
                      <a:pt x="13880" y="6384"/>
                      <a:pt x="13910" y="6187"/>
                    </a:cubicBezTo>
                    <a:cubicBezTo>
                      <a:pt x="13939" y="6000"/>
                      <a:pt x="13949" y="5803"/>
                      <a:pt x="13939" y="5616"/>
                    </a:cubicBezTo>
                    <a:cubicBezTo>
                      <a:pt x="13929" y="5537"/>
                      <a:pt x="13929" y="5449"/>
                      <a:pt x="13900" y="5380"/>
                    </a:cubicBezTo>
                    <a:cubicBezTo>
                      <a:pt x="13861" y="5291"/>
                      <a:pt x="13851" y="5212"/>
                      <a:pt x="13851" y="5123"/>
                    </a:cubicBezTo>
                    <a:cubicBezTo>
                      <a:pt x="13851" y="4946"/>
                      <a:pt x="13841" y="4926"/>
                      <a:pt x="13703" y="4798"/>
                    </a:cubicBezTo>
                    <a:cubicBezTo>
                      <a:pt x="13723" y="4749"/>
                      <a:pt x="13742" y="4690"/>
                      <a:pt x="13742" y="4641"/>
                    </a:cubicBezTo>
                    <a:cubicBezTo>
                      <a:pt x="13703" y="4463"/>
                      <a:pt x="13673" y="4276"/>
                      <a:pt x="13624" y="4099"/>
                    </a:cubicBezTo>
                    <a:cubicBezTo>
                      <a:pt x="13565" y="3853"/>
                      <a:pt x="13486" y="3616"/>
                      <a:pt x="13417" y="3380"/>
                    </a:cubicBezTo>
                    <a:cubicBezTo>
                      <a:pt x="13358" y="3153"/>
                      <a:pt x="13260" y="2946"/>
                      <a:pt x="13102" y="2769"/>
                    </a:cubicBezTo>
                    <a:cubicBezTo>
                      <a:pt x="13072" y="2769"/>
                      <a:pt x="13053" y="2759"/>
                      <a:pt x="13033" y="2759"/>
                    </a:cubicBezTo>
                    <a:cubicBezTo>
                      <a:pt x="13023" y="2760"/>
                      <a:pt x="13013" y="2761"/>
                      <a:pt x="13004" y="2761"/>
                    </a:cubicBezTo>
                    <a:cubicBezTo>
                      <a:pt x="12902" y="2761"/>
                      <a:pt x="12830" y="2712"/>
                      <a:pt x="12767" y="2631"/>
                    </a:cubicBezTo>
                    <a:cubicBezTo>
                      <a:pt x="12728" y="2572"/>
                      <a:pt x="12698" y="2523"/>
                      <a:pt x="12738" y="2464"/>
                    </a:cubicBezTo>
                    <a:cubicBezTo>
                      <a:pt x="12767" y="2395"/>
                      <a:pt x="12757" y="2336"/>
                      <a:pt x="12708" y="2286"/>
                    </a:cubicBezTo>
                    <a:cubicBezTo>
                      <a:pt x="12550" y="2139"/>
                      <a:pt x="12383" y="2001"/>
                      <a:pt x="12215" y="1853"/>
                    </a:cubicBezTo>
                    <a:cubicBezTo>
                      <a:pt x="12186" y="1823"/>
                      <a:pt x="12137" y="1804"/>
                      <a:pt x="12117" y="1764"/>
                    </a:cubicBezTo>
                    <a:cubicBezTo>
                      <a:pt x="12048" y="1636"/>
                      <a:pt x="11920" y="1567"/>
                      <a:pt x="11812" y="1479"/>
                    </a:cubicBezTo>
                    <a:cubicBezTo>
                      <a:pt x="11713" y="1410"/>
                      <a:pt x="11654" y="1331"/>
                      <a:pt x="11664" y="1213"/>
                    </a:cubicBezTo>
                    <a:cubicBezTo>
                      <a:pt x="11674" y="1124"/>
                      <a:pt x="11624" y="1075"/>
                      <a:pt x="11536" y="1045"/>
                    </a:cubicBezTo>
                    <a:cubicBezTo>
                      <a:pt x="11309" y="986"/>
                      <a:pt x="11092" y="888"/>
                      <a:pt x="10856" y="848"/>
                    </a:cubicBezTo>
                    <a:cubicBezTo>
                      <a:pt x="10797" y="838"/>
                      <a:pt x="10738" y="819"/>
                      <a:pt x="10708" y="769"/>
                    </a:cubicBezTo>
                    <a:cubicBezTo>
                      <a:pt x="10639" y="681"/>
                      <a:pt x="10541" y="622"/>
                      <a:pt x="10432" y="592"/>
                    </a:cubicBezTo>
                    <a:cubicBezTo>
                      <a:pt x="10295" y="563"/>
                      <a:pt x="10157" y="523"/>
                      <a:pt x="10029" y="474"/>
                    </a:cubicBezTo>
                    <a:cubicBezTo>
                      <a:pt x="9832" y="395"/>
                      <a:pt x="9625" y="366"/>
                      <a:pt x="9408" y="366"/>
                    </a:cubicBezTo>
                    <a:cubicBezTo>
                      <a:pt x="9393" y="366"/>
                      <a:pt x="9378" y="367"/>
                      <a:pt x="9363" y="367"/>
                    </a:cubicBezTo>
                    <a:cubicBezTo>
                      <a:pt x="9205" y="367"/>
                      <a:pt x="9070" y="320"/>
                      <a:pt x="8935" y="257"/>
                    </a:cubicBezTo>
                    <a:cubicBezTo>
                      <a:pt x="8876" y="238"/>
                      <a:pt x="8827" y="208"/>
                      <a:pt x="8768" y="188"/>
                    </a:cubicBezTo>
                    <a:cubicBezTo>
                      <a:pt x="8581" y="90"/>
                      <a:pt x="8374" y="50"/>
                      <a:pt x="8167" y="11"/>
                    </a:cubicBezTo>
                    <a:cubicBezTo>
                      <a:pt x="8124" y="7"/>
                      <a:pt x="8084" y="1"/>
                      <a:pt x="80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27" name="Google Shape;427;p24"/>
              <p:cNvGrpSpPr/>
              <p:nvPr/>
            </p:nvGrpSpPr>
            <p:grpSpPr>
              <a:xfrm>
                <a:off x="382262" y="4231673"/>
                <a:ext cx="841749" cy="647406"/>
                <a:chOff x="6464470" y="2315713"/>
                <a:chExt cx="318663" cy="245090"/>
              </a:xfrm>
            </p:grpSpPr>
            <p:sp>
              <p:nvSpPr>
                <p:cNvPr id="428" name="Google Shape;428;p24"/>
                <p:cNvSpPr/>
                <p:nvPr/>
              </p:nvSpPr>
              <p:spPr>
                <a:xfrm>
                  <a:off x="6464470" y="2315713"/>
                  <a:ext cx="318663" cy="2450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09" h="6236" extrusionOk="0">
                      <a:moveTo>
                        <a:pt x="5767" y="92"/>
                      </a:moveTo>
                      <a:cubicBezTo>
                        <a:pt x="6066" y="92"/>
                        <a:pt x="6357" y="202"/>
                        <a:pt x="6630" y="321"/>
                      </a:cubicBezTo>
                      <a:cubicBezTo>
                        <a:pt x="6887" y="419"/>
                        <a:pt x="7113" y="577"/>
                        <a:pt x="7320" y="744"/>
                      </a:cubicBezTo>
                      <a:cubicBezTo>
                        <a:pt x="7468" y="873"/>
                        <a:pt x="7556" y="1030"/>
                        <a:pt x="7625" y="1198"/>
                      </a:cubicBezTo>
                      <a:cubicBezTo>
                        <a:pt x="7694" y="1336"/>
                        <a:pt x="7724" y="1473"/>
                        <a:pt x="7773" y="1621"/>
                      </a:cubicBezTo>
                      <a:cubicBezTo>
                        <a:pt x="7822" y="1779"/>
                        <a:pt x="7852" y="1946"/>
                        <a:pt x="7763" y="2124"/>
                      </a:cubicBezTo>
                      <a:cubicBezTo>
                        <a:pt x="7635" y="2143"/>
                        <a:pt x="7527" y="2202"/>
                        <a:pt x="7507" y="2360"/>
                      </a:cubicBezTo>
                      <a:cubicBezTo>
                        <a:pt x="7507" y="2409"/>
                        <a:pt x="7448" y="2449"/>
                        <a:pt x="7399" y="2518"/>
                      </a:cubicBezTo>
                      <a:cubicBezTo>
                        <a:pt x="7340" y="2429"/>
                        <a:pt x="7300" y="2350"/>
                        <a:pt x="7251" y="2291"/>
                      </a:cubicBezTo>
                      <a:cubicBezTo>
                        <a:pt x="7212" y="2242"/>
                        <a:pt x="7162" y="2193"/>
                        <a:pt x="7103" y="2173"/>
                      </a:cubicBezTo>
                      <a:cubicBezTo>
                        <a:pt x="7085" y="2168"/>
                        <a:pt x="7067" y="2165"/>
                        <a:pt x="7049" y="2165"/>
                      </a:cubicBezTo>
                      <a:cubicBezTo>
                        <a:pt x="7001" y="2165"/>
                        <a:pt x="6958" y="2189"/>
                        <a:pt x="6936" y="2262"/>
                      </a:cubicBezTo>
                      <a:cubicBezTo>
                        <a:pt x="6837" y="2587"/>
                        <a:pt x="6581" y="2774"/>
                        <a:pt x="6345" y="2990"/>
                      </a:cubicBezTo>
                      <a:cubicBezTo>
                        <a:pt x="6296" y="3030"/>
                        <a:pt x="6256" y="3059"/>
                        <a:pt x="6217" y="3109"/>
                      </a:cubicBezTo>
                      <a:cubicBezTo>
                        <a:pt x="6079" y="3266"/>
                        <a:pt x="6069" y="3424"/>
                        <a:pt x="6177" y="3601"/>
                      </a:cubicBezTo>
                      <a:cubicBezTo>
                        <a:pt x="6227" y="3690"/>
                        <a:pt x="6286" y="3769"/>
                        <a:pt x="6335" y="3857"/>
                      </a:cubicBezTo>
                      <a:cubicBezTo>
                        <a:pt x="6384" y="3966"/>
                        <a:pt x="6414" y="4084"/>
                        <a:pt x="6315" y="4202"/>
                      </a:cubicBezTo>
                      <a:cubicBezTo>
                        <a:pt x="6273" y="4244"/>
                        <a:pt x="6234" y="4265"/>
                        <a:pt x="6192" y="4265"/>
                      </a:cubicBezTo>
                      <a:cubicBezTo>
                        <a:pt x="6166" y="4265"/>
                        <a:pt x="6139" y="4257"/>
                        <a:pt x="6108" y="4241"/>
                      </a:cubicBezTo>
                      <a:cubicBezTo>
                        <a:pt x="5970" y="4173"/>
                        <a:pt x="5892" y="4054"/>
                        <a:pt x="5823" y="3926"/>
                      </a:cubicBezTo>
                      <a:cubicBezTo>
                        <a:pt x="5773" y="3847"/>
                        <a:pt x="5724" y="3759"/>
                        <a:pt x="5665" y="3680"/>
                      </a:cubicBezTo>
                      <a:cubicBezTo>
                        <a:pt x="5599" y="3599"/>
                        <a:pt x="5496" y="3559"/>
                        <a:pt x="5393" y="3559"/>
                      </a:cubicBezTo>
                      <a:cubicBezTo>
                        <a:pt x="5296" y="3559"/>
                        <a:pt x="5200" y="3594"/>
                        <a:pt x="5133" y="3660"/>
                      </a:cubicBezTo>
                      <a:cubicBezTo>
                        <a:pt x="5045" y="3749"/>
                        <a:pt x="4966" y="3847"/>
                        <a:pt x="4887" y="3936"/>
                      </a:cubicBezTo>
                      <a:cubicBezTo>
                        <a:pt x="4803" y="4020"/>
                        <a:pt x="4719" y="4104"/>
                        <a:pt x="4584" y="4104"/>
                      </a:cubicBezTo>
                      <a:cubicBezTo>
                        <a:pt x="4577" y="4104"/>
                        <a:pt x="4569" y="4104"/>
                        <a:pt x="4562" y="4104"/>
                      </a:cubicBezTo>
                      <a:cubicBezTo>
                        <a:pt x="4553" y="4103"/>
                        <a:pt x="4545" y="4102"/>
                        <a:pt x="4537" y="4102"/>
                      </a:cubicBezTo>
                      <a:cubicBezTo>
                        <a:pt x="4466" y="4102"/>
                        <a:pt x="4436" y="4144"/>
                        <a:pt x="4453" y="4241"/>
                      </a:cubicBezTo>
                      <a:cubicBezTo>
                        <a:pt x="4469" y="4385"/>
                        <a:pt x="4368" y="4488"/>
                        <a:pt x="4244" y="4488"/>
                      </a:cubicBezTo>
                      <a:cubicBezTo>
                        <a:pt x="4207" y="4488"/>
                        <a:pt x="4167" y="4479"/>
                        <a:pt x="4128" y="4458"/>
                      </a:cubicBezTo>
                      <a:cubicBezTo>
                        <a:pt x="4069" y="4429"/>
                        <a:pt x="4020" y="4370"/>
                        <a:pt x="3961" y="4340"/>
                      </a:cubicBezTo>
                      <a:cubicBezTo>
                        <a:pt x="3862" y="4271"/>
                        <a:pt x="3764" y="4212"/>
                        <a:pt x="3656" y="4173"/>
                      </a:cubicBezTo>
                      <a:cubicBezTo>
                        <a:pt x="3622" y="4160"/>
                        <a:pt x="3589" y="4155"/>
                        <a:pt x="3556" y="4155"/>
                      </a:cubicBezTo>
                      <a:cubicBezTo>
                        <a:pt x="3486" y="4155"/>
                        <a:pt x="3421" y="4181"/>
                        <a:pt x="3360" y="4222"/>
                      </a:cubicBezTo>
                      <a:cubicBezTo>
                        <a:pt x="3173" y="4350"/>
                        <a:pt x="3015" y="4488"/>
                        <a:pt x="2966" y="4714"/>
                      </a:cubicBezTo>
                      <a:cubicBezTo>
                        <a:pt x="2946" y="4793"/>
                        <a:pt x="2936" y="4872"/>
                        <a:pt x="2936" y="4961"/>
                      </a:cubicBezTo>
                      <a:cubicBezTo>
                        <a:pt x="2927" y="5010"/>
                        <a:pt x="2946" y="5049"/>
                        <a:pt x="2946" y="5099"/>
                      </a:cubicBezTo>
                      <a:cubicBezTo>
                        <a:pt x="2966" y="5266"/>
                        <a:pt x="2907" y="5374"/>
                        <a:pt x="2799" y="5433"/>
                      </a:cubicBezTo>
                      <a:cubicBezTo>
                        <a:pt x="2775" y="5445"/>
                        <a:pt x="2746" y="5451"/>
                        <a:pt x="2716" y="5451"/>
                      </a:cubicBezTo>
                      <a:cubicBezTo>
                        <a:pt x="2623" y="5451"/>
                        <a:pt x="2509" y="5397"/>
                        <a:pt x="2434" y="5315"/>
                      </a:cubicBezTo>
                      <a:cubicBezTo>
                        <a:pt x="2296" y="5167"/>
                        <a:pt x="2178" y="4990"/>
                        <a:pt x="2001" y="4872"/>
                      </a:cubicBezTo>
                      <a:cubicBezTo>
                        <a:pt x="1892" y="4799"/>
                        <a:pt x="1783" y="4753"/>
                        <a:pt x="1672" y="4753"/>
                      </a:cubicBezTo>
                      <a:cubicBezTo>
                        <a:pt x="1602" y="4753"/>
                        <a:pt x="1531" y="4771"/>
                        <a:pt x="1459" y="4813"/>
                      </a:cubicBezTo>
                      <a:cubicBezTo>
                        <a:pt x="1407" y="4846"/>
                        <a:pt x="1358" y="4858"/>
                        <a:pt x="1310" y="4858"/>
                      </a:cubicBezTo>
                      <a:cubicBezTo>
                        <a:pt x="1259" y="4858"/>
                        <a:pt x="1210" y="4843"/>
                        <a:pt x="1163" y="4823"/>
                      </a:cubicBezTo>
                      <a:cubicBezTo>
                        <a:pt x="1065" y="4783"/>
                        <a:pt x="976" y="4704"/>
                        <a:pt x="888" y="4645"/>
                      </a:cubicBezTo>
                      <a:cubicBezTo>
                        <a:pt x="769" y="4567"/>
                        <a:pt x="651" y="4468"/>
                        <a:pt x="513" y="4399"/>
                      </a:cubicBezTo>
                      <a:cubicBezTo>
                        <a:pt x="405" y="4350"/>
                        <a:pt x="346" y="4271"/>
                        <a:pt x="316" y="4163"/>
                      </a:cubicBezTo>
                      <a:cubicBezTo>
                        <a:pt x="208" y="3779"/>
                        <a:pt x="129" y="3394"/>
                        <a:pt x="218" y="2981"/>
                      </a:cubicBezTo>
                      <a:cubicBezTo>
                        <a:pt x="287" y="2695"/>
                        <a:pt x="444" y="2449"/>
                        <a:pt x="592" y="2193"/>
                      </a:cubicBezTo>
                      <a:cubicBezTo>
                        <a:pt x="819" y="1818"/>
                        <a:pt x="1153" y="1533"/>
                        <a:pt x="1508" y="1276"/>
                      </a:cubicBezTo>
                      <a:cubicBezTo>
                        <a:pt x="1754" y="1109"/>
                        <a:pt x="2001" y="942"/>
                        <a:pt x="2257" y="794"/>
                      </a:cubicBezTo>
                      <a:cubicBezTo>
                        <a:pt x="2385" y="715"/>
                        <a:pt x="2533" y="685"/>
                        <a:pt x="2670" y="626"/>
                      </a:cubicBezTo>
                      <a:cubicBezTo>
                        <a:pt x="2877" y="547"/>
                        <a:pt x="3074" y="449"/>
                        <a:pt x="3281" y="360"/>
                      </a:cubicBezTo>
                      <a:cubicBezTo>
                        <a:pt x="3626" y="222"/>
                        <a:pt x="3990" y="203"/>
                        <a:pt x="4355" y="144"/>
                      </a:cubicBezTo>
                      <a:cubicBezTo>
                        <a:pt x="4594" y="101"/>
                        <a:pt x="4836" y="93"/>
                        <a:pt x="5078" y="93"/>
                      </a:cubicBezTo>
                      <a:cubicBezTo>
                        <a:pt x="5227" y="93"/>
                        <a:pt x="5376" y="96"/>
                        <a:pt x="5524" y="96"/>
                      </a:cubicBezTo>
                      <a:cubicBezTo>
                        <a:pt x="5581" y="96"/>
                        <a:pt x="5638" y="96"/>
                        <a:pt x="5695" y="94"/>
                      </a:cubicBezTo>
                      <a:cubicBezTo>
                        <a:pt x="5719" y="93"/>
                        <a:pt x="5743" y="92"/>
                        <a:pt x="5767" y="92"/>
                      </a:cubicBezTo>
                      <a:close/>
                      <a:moveTo>
                        <a:pt x="7773" y="2173"/>
                      </a:moveTo>
                      <a:cubicBezTo>
                        <a:pt x="7832" y="2330"/>
                        <a:pt x="7891" y="2449"/>
                        <a:pt x="7911" y="2577"/>
                      </a:cubicBezTo>
                      <a:cubicBezTo>
                        <a:pt x="7970" y="2823"/>
                        <a:pt x="7980" y="3069"/>
                        <a:pt x="7911" y="3325"/>
                      </a:cubicBezTo>
                      <a:cubicBezTo>
                        <a:pt x="7832" y="3650"/>
                        <a:pt x="7714" y="3966"/>
                        <a:pt x="7537" y="4241"/>
                      </a:cubicBezTo>
                      <a:cubicBezTo>
                        <a:pt x="7320" y="4586"/>
                        <a:pt x="7034" y="4882"/>
                        <a:pt x="6699" y="5128"/>
                      </a:cubicBezTo>
                      <a:cubicBezTo>
                        <a:pt x="6365" y="5364"/>
                        <a:pt x="5990" y="5512"/>
                        <a:pt x="5626" y="5670"/>
                      </a:cubicBezTo>
                      <a:cubicBezTo>
                        <a:pt x="5291" y="5808"/>
                        <a:pt x="4956" y="5916"/>
                        <a:pt x="4611" y="6015"/>
                      </a:cubicBezTo>
                      <a:cubicBezTo>
                        <a:pt x="4264" y="6101"/>
                        <a:pt x="3902" y="6135"/>
                        <a:pt x="3538" y="6135"/>
                      </a:cubicBezTo>
                      <a:cubicBezTo>
                        <a:pt x="3489" y="6135"/>
                        <a:pt x="3439" y="6134"/>
                        <a:pt x="3390" y="6133"/>
                      </a:cubicBezTo>
                      <a:cubicBezTo>
                        <a:pt x="2936" y="6123"/>
                        <a:pt x="2533" y="5965"/>
                        <a:pt x="2119" y="5788"/>
                      </a:cubicBezTo>
                      <a:cubicBezTo>
                        <a:pt x="1774" y="5640"/>
                        <a:pt x="1488" y="5414"/>
                        <a:pt x="1203" y="5187"/>
                      </a:cubicBezTo>
                      <a:cubicBezTo>
                        <a:pt x="1075" y="5089"/>
                        <a:pt x="976" y="4941"/>
                        <a:pt x="868" y="4823"/>
                      </a:cubicBezTo>
                      <a:cubicBezTo>
                        <a:pt x="878" y="4813"/>
                        <a:pt x="888" y="4803"/>
                        <a:pt x="897" y="4793"/>
                      </a:cubicBezTo>
                      <a:cubicBezTo>
                        <a:pt x="947" y="4823"/>
                        <a:pt x="996" y="4862"/>
                        <a:pt x="1055" y="4892"/>
                      </a:cubicBezTo>
                      <a:cubicBezTo>
                        <a:pt x="1140" y="4942"/>
                        <a:pt x="1227" y="4977"/>
                        <a:pt x="1315" y="4977"/>
                      </a:cubicBezTo>
                      <a:cubicBezTo>
                        <a:pt x="1380" y="4977"/>
                        <a:pt x="1445" y="4958"/>
                        <a:pt x="1508" y="4911"/>
                      </a:cubicBezTo>
                      <a:cubicBezTo>
                        <a:pt x="1569" y="4867"/>
                        <a:pt x="1628" y="4849"/>
                        <a:pt x="1686" y="4849"/>
                      </a:cubicBezTo>
                      <a:cubicBezTo>
                        <a:pt x="1768" y="4849"/>
                        <a:pt x="1847" y="4885"/>
                        <a:pt x="1922" y="4931"/>
                      </a:cubicBezTo>
                      <a:cubicBezTo>
                        <a:pt x="2050" y="5020"/>
                        <a:pt x="2168" y="5128"/>
                        <a:pt x="2257" y="5256"/>
                      </a:cubicBezTo>
                      <a:cubicBezTo>
                        <a:pt x="2355" y="5414"/>
                        <a:pt x="2473" y="5532"/>
                        <a:pt x="2670" y="5542"/>
                      </a:cubicBezTo>
                      <a:cubicBezTo>
                        <a:pt x="2684" y="5544"/>
                        <a:pt x="2698" y="5545"/>
                        <a:pt x="2712" y="5545"/>
                      </a:cubicBezTo>
                      <a:cubicBezTo>
                        <a:pt x="2846" y="5545"/>
                        <a:pt x="2980" y="5459"/>
                        <a:pt x="3015" y="5325"/>
                      </a:cubicBezTo>
                      <a:cubicBezTo>
                        <a:pt x="3035" y="5227"/>
                        <a:pt x="3055" y="5118"/>
                        <a:pt x="3035" y="5020"/>
                      </a:cubicBezTo>
                      <a:cubicBezTo>
                        <a:pt x="2976" y="4685"/>
                        <a:pt x="3133" y="4468"/>
                        <a:pt x="3390" y="4301"/>
                      </a:cubicBezTo>
                      <a:cubicBezTo>
                        <a:pt x="3443" y="4269"/>
                        <a:pt x="3500" y="4253"/>
                        <a:pt x="3559" y="4253"/>
                      </a:cubicBezTo>
                      <a:cubicBezTo>
                        <a:pt x="3663" y="4253"/>
                        <a:pt x="3772" y="4301"/>
                        <a:pt x="3872" y="4389"/>
                      </a:cubicBezTo>
                      <a:cubicBezTo>
                        <a:pt x="3931" y="4448"/>
                        <a:pt x="3981" y="4498"/>
                        <a:pt x="4050" y="4537"/>
                      </a:cubicBezTo>
                      <a:cubicBezTo>
                        <a:pt x="4115" y="4574"/>
                        <a:pt x="4180" y="4592"/>
                        <a:pt x="4241" y="4592"/>
                      </a:cubicBezTo>
                      <a:cubicBezTo>
                        <a:pt x="4374" y="4592"/>
                        <a:pt x="4488" y="4508"/>
                        <a:pt x="4542" y="4360"/>
                      </a:cubicBezTo>
                      <a:cubicBezTo>
                        <a:pt x="4572" y="4271"/>
                        <a:pt x="4611" y="4232"/>
                        <a:pt x="4700" y="4182"/>
                      </a:cubicBezTo>
                      <a:cubicBezTo>
                        <a:pt x="4798" y="4133"/>
                        <a:pt x="4887" y="4054"/>
                        <a:pt x="4976" y="3976"/>
                      </a:cubicBezTo>
                      <a:cubicBezTo>
                        <a:pt x="5064" y="3897"/>
                        <a:pt x="5143" y="3798"/>
                        <a:pt x="5251" y="3739"/>
                      </a:cubicBezTo>
                      <a:cubicBezTo>
                        <a:pt x="5320" y="3695"/>
                        <a:pt x="5380" y="3675"/>
                        <a:pt x="5434" y="3675"/>
                      </a:cubicBezTo>
                      <a:cubicBezTo>
                        <a:pt x="5526" y="3675"/>
                        <a:pt x="5600" y="3736"/>
                        <a:pt x="5675" y="3847"/>
                      </a:cubicBezTo>
                      <a:cubicBezTo>
                        <a:pt x="5705" y="3907"/>
                        <a:pt x="5724" y="3985"/>
                        <a:pt x="5764" y="4044"/>
                      </a:cubicBezTo>
                      <a:cubicBezTo>
                        <a:pt x="5842" y="4143"/>
                        <a:pt x="5921" y="4251"/>
                        <a:pt x="6030" y="4320"/>
                      </a:cubicBezTo>
                      <a:cubicBezTo>
                        <a:pt x="6082" y="4356"/>
                        <a:pt x="6138" y="4373"/>
                        <a:pt x="6191" y="4373"/>
                      </a:cubicBezTo>
                      <a:cubicBezTo>
                        <a:pt x="6328" y="4373"/>
                        <a:pt x="6452" y="4264"/>
                        <a:pt x="6473" y="4094"/>
                      </a:cubicBezTo>
                      <a:cubicBezTo>
                        <a:pt x="6483" y="3976"/>
                        <a:pt x="6453" y="3867"/>
                        <a:pt x="6384" y="3759"/>
                      </a:cubicBezTo>
                      <a:cubicBezTo>
                        <a:pt x="6325" y="3660"/>
                        <a:pt x="6266" y="3562"/>
                        <a:pt x="6217" y="3453"/>
                      </a:cubicBezTo>
                      <a:cubicBezTo>
                        <a:pt x="6177" y="3355"/>
                        <a:pt x="6187" y="3256"/>
                        <a:pt x="6276" y="3178"/>
                      </a:cubicBezTo>
                      <a:cubicBezTo>
                        <a:pt x="6414" y="3059"/>
                        <a:pt x="6542" y="2922"/>
                        <a:pt x="6680" y="2813"/>
                      </a:cubicBezTo>
                      <a:cubicBezTo>
                        <a:pt x="6818" y="2695"/>
                        <a:pt x="6926" y="2557"/>
                        <a:pt x="6995" y="2390"/>
                      </a:cubicBezTo>
                      <a:cubicBezTo>
                        <a:pt x="7015" y="2350"/>
                        <a:pt x="7044" y="2321"/>
                        <a:pt x="7084" y="2262"/>
                      </a:cubicBezTo>
                      <a:cubicBezTo>
                        <a:pt x="7133" y="2330"/>
                        <a:pt x="7162" y="2370"/>
                        <a:pt x="7192" y="2419"/>
                      </a:cubicBezTo>
                      <a:cubicBezTo>
                        <a:pt x="7212" y="2449"/>
                        <a:pt x="7222" y="2488"/>
                        <a:pt x="7251" y="2518"/>
                      </a:cubicBezTo>
                      <a:cubicBezTo>
                        <a:pt x="7293" y="2578"/>
                        <a:pt x="7344" y="2608"/>
                        <a:pt x="7394" y="2608"/>
                      </a:cubicBezTo>
                      <a:cubicBezTo>
                        <a:pt x="7450" y="2608"/>
                        <a:pt x="7505" y="2571"/>
                        <a:pt x="7547" y="2498"/>
                      </a:cubicBezTo>
                      <a:cubicBezTo>
                        <a:pt x="7566" y="2459"/>
                        <a:pt x="7576" y="2419"/>
                        <a:pt x="7606" y="2380"/>
                      </a:cubicBezTo>
                      <a:cubicBezTo>
                        <a:pt x="7645" y="2321"/>
                        <a:pt x="7694" y="2262"/>
                        <a:pt x="7773" y="2173"/>
                      </a:cubicBezTo>
                      <a:close/>
                      <a:moveTo>
                        <a:pt x="5502" y="1"/>
                      </a:moveTo>
                      <a:cubicBezTo>
                        <a:pt x="5402" y="1"/>
                        <a:pt x="5302" y="6"/>
                        <a:pt x="5202" y="16"/>
                      </a:cubicBezTo>
                      <a:cubicBezTo>
                        <a:pt x="5130" y="16"/>
                        <a:pt x="5053" y="11"/>
                        <a:pt x="4978" y="11"/>
                      </a:cubicBezTo>
                      <a:cubicBezTo>
                        <a:pt x="4941" y="11"/>
                        <a:pt x="4903" y="12"/>
                        <a:pt x="4867" y="16"/>
                      </a:cubicBezTo>
                      <a:cubicBezTo>
                        <a:pt x="4552" y="45"/>
                        <a:pt x="4247" y="75"/>
                        <a:pt x="3931" y="104"/>
                      </a:cubicBezTo>
                      <a:cubicBezTo>
                        <a:pt x="3803" y="124"/>
                        <a:pt x="3675" y="144"/>
                        <a:pt x="3547" y="173"/>
                      </a:cubicBezTo>
                      <a:cubicBezTo>
                        <a:pt x="3124" y="311"/>
                        <a:pt x="2720" y="479"/>
                        <a:pt x="2336" y="685"/>
                      </a:cubicBezTo>
                      <a:cubicBezTo>
                        <a:pt x="2089" y="804"/>
                        <a:pt x="1863" y="961"/>
                        <a:pt x="1636" y="1109"/>
                      </a:cubicBezTo>
                      <a:cubicBezTo>
                        <a:pt x="1262" y="1336"/>
                        <a:pt x="917" y="1592"/>
                        <a:pt x="661" y="1956"/>
                      </a:cubicBezTo>
                      <a:cubicBezTo>
                        <a:pt x="493" y="2183"/>
                        <a:pt x="326" y="2429"/>
                        <a:pt x="218" y="2685"/>
                      </a:cubicBezTo>
                      <a:cubicBezTo>
                        <a:pt x="1" y="3227"/>
                        <a:pt x="50" y="3769"/>
                        <a:pt x="267" y="4301"/>
                      </a:cubicBezTo>
                      <a:cubicBezTo>
                        <a:pt x="287" y="4360"/>
                        <a:pt x="336" y="4419"/>
                        <a:pt x="385" y="4448"/>
                      </a:cubicBezTo>
                      <a:cubicBezTo>
                        <a:pt x="454" y="4478"/>
                        <a:pt x="493" y="4527"/>
                        <a:pt x="543" y="4586"/>
                      </a:cubicBezTo>
                      <a:cubicBezTo>
                        <a:pt x="740" y="4823"/>
                        <a:pt x="947" y="5069"/>
                        <a:pt x="1173" y="5286"/>
                      </a:cubicBezTo>
                      <a:cubicBezTo>
                        <a:pt x="1390" y="5493"/>
                        <a:pt x="1626" y="5699"/>
                        <a:pt x="1912" y="5818"/>
                      </a:cubicBezTo>
                      <a:cubicBezTo>
                        <a:pt x="2099" y="5896"/>
                        <a:pt x="2296" y="5956"/>
                        <a:pt x="2483" y="6044"/>
                      </a:cubicBezTo>
                      <a:cubicBezTo>
                        <a:pt x="2817" y="6207"/>
                        <a:pt x="3174" y="6236"/>
                        <a:pt x="3532" y="6236"/>
                      </a:cubicBezTo>
                      <a:cubicBezTo>
                        <a:pt x="3629" y="6236"/>
                        <a:pt x="3726" y="6233"/>
                        <a:pt x="3823" y="6231"/>
                      </a:cubicBezTo>
                      <a:cubicBezTo>
                        <a:pt x="4148" y="6221"/>
                        <a:pt x="4463" y="6162"/>
                        <a:pt x="4779" y="6054"/>
                      </a:cubicBezTo>
                      <a:cubicBezTo>
                        <a:pt x="4877" y="6015"/>
                        <a:pt x="4985" y="6015"/>
                        <a:pt x="5084" y="5975"/>
                      </a:cubicBezTo>
                      <a:cubicBezTo>
                        <a:pt x="5389" y="5867"/>
                        <a:pt x="5705" y="5749"/>
                        <a:pt x="6000" y="5621"/>
                      </a:cubicBezTo>
                      <a:cubicBezTo>
                        <a:pt x="6187" y="5542"/>
                        <a:pt x="6365" y="5443"/>
                        <a:pt x="6542" y="5345"/>
                      </a:cubicBezTo>
                      <a:cubicBezTo>
                        <a:pt x="6837" y="5187"/>
                        <a:pt x="7084" y="4961"/>
                        <a:pt x="7300" y="4704"/>
                      </a:cubicBezTo>
                      <a:cubicBezTo>
                        <a:pt x="7448" y="4537"/>
                        <a:pt x="7586" y="4340"/>
                        <a:pt x="7694" y="4133"/>
                      </a:cubicBezTo>
                      <a:cubicBezTo>
                        <a:pt x="7813" y="3916"/>
                        <a:pt x="7901" y="3690"/>
                        <a:pt x="7980" y="3453"/>
                      </a:cubicBezTo>
                      <a:cubicBezTo>
                        <a:pt x="8108" y="3089"/>
                        <a:pt x="8088" y="2715"/>
                        <a:pt x="7950" y="2350"/>
                      </a:cubicBezTo>
                      <a:cubicBezTo>
                        <a:pt x="7921" y="2262"/>
                        <a:pt x="7931" y="2153"/>
                        <a:pt x="7921" y="2064"/>
                      </a:cubicBezTo>
                      <a:cubicBezTo>
                        <a:pt x="7921" y="1976"/>
                        <a:pt x="7950" y="1887"/>
                        <a:pt x="7931" y="1818"/>
                      </a:cubicBezTo>
                      <a:cubicBezTo>
                        <a:pt x="7862" y="1592"/>
                        <a:pt x="7793" y="1365"/>
                        <a:pt x="7704" y="1148"/>
                      </a:cubicBezTo>
                      <a:cubicBezTo>
                        <a:pt x="7625" y="932"/>
                        <a:pt x="7497" y="735"/>
                        <a:pt x="7310" y="607"/>
                      </a:cubicBezTo>
                      <a:cubicBezTo>
                        <a:pt x="7015" y="410"/>
                        <a:pt x="6719" y="232"/>
                        <a:pt x="6374" y="124"/>
                      </a:cubicBezTo>
                      <a:cubicBezTo>
                        <a:pt x="6088" y="43"/>
                        <a:pt x="5796" y="1"/>
                        <a:pt x="550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9" name="Google Shape;429;p24"/>
                <p:cNvSpPr/>
                <p:nvPr/>
              </p:nvSpPr>
              <p:spPr>
                <a:xfrm>
                  <a:off x="6658847" y="2365467"/>
                  <a:ext cx="49554" cy="457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1" h="1163" extrusionOk="0">
                      <a:moveTo>
                        <a:pt x="1061" y="146"/>
                      </a:moveTo>
                      <a:cubicBezTo>
                        <a:pt x="1079" y="146"/>
                        <a:pt x="1096" y="147"/>
                        <a:pt x="1113" y="148"/>
                      </a:cubicBezTo>
                      <a:cubicBezTo>
                        <a:pt x="1038" y="280"/>
                        <a:pt x="818" y="385"/>
                        <a:pt x="617" y="385"/>
                      </a:cubicBezTo>
                      <a:cubicBezTo>
                        <a:pt x="609" y="385"/>
                        <a:pt x="600" y="385"/>
                        <a:pt x="591" y="385"/>
                      </a:cubicBezTo>
                      <a:cubicBezTo>
                        <a:pt x="645" y="249"/>
                        <a:pt x="859" y="146"/>
                        <a:pt x="1061" y="146"/>
                      </a:cubicBezTo>
                      <a:close/>
                      <a:moveTo>
                        <a:pt x="453" y="316"/>
                      </a:moveTo>
                      <a:cubicBezTo>
                        <a:pt x="463" y="345"/>
                        <a:pt x="483" y="385"/>
                        <a:pt x="483" y="414"/>
                      </a:cubicBezTo>
                      <a:cubicBezTo>
                        <a:pt x="424" y="601"/>
                        <a:pt x="364" y="779"/>
                        <a:pt x="296" y="966"/>
                      </a:cubicBezTo>
                      <a:cubicBezTo>
                        <a:pt x="286" y="986"/>
                        <a:pt x="227" y="996"/>
                        <a:pt x="187" y="1015"/>
                      </a:cubicBezTo>
                      <a:cubicBezTo>
                        <a:pt x="177" y="976"/>
                        <a:pt x="148" y="936"/>
                        <a:pt x="158" y="897"/>
                      </a:cubicBezTo>
                      <a:cubicBezTo>
                        <a:pt x="236" y="710"/>
                        <a:pt x="315" y="513"/>
                        <a:pt x="404" y="316"/>
                      </a:cubicBezTo>
                      <a:close/>
                      <a:moveTo>
                        <a:pt x="1172" y="1"/>
                      </a:moveTo>
                      <a:cubicBezTo>
                        <a:pt x="1153" y="6"/>
                        <a:pt x="1138" y="6"/>
                        <a:pt x="1125" y="6"/>
                      </a:cubicBezTo>
                      <a:cubicBezTo>
                        <a:pt x="1113" y="6"/>
                        <a:pt x="1103" y="6"/>
                        <a:pt x="1093" y="10"/>
                      </a:cubicBezTo>
                      <a:cubicBezTo>
                        <a:pt x="877" y="79"/>
                        <a:pt x="670" y="148"/>
                        <a:pt x="443" y="207"/>
                      </a:cubicBezTo>
                      <a:cubicBezTo>
                        <a:pt x="364" y="227"/>
                        <a:pt x="325" y="276"/>
                        <a:pt x="296" y="345"/>
                      </a:cubicBezTo>
                      <a:cubicBezTo>
                        <a:pt x="197" y="572"/>
                        <a:pt x="99" y="789"/>
                        <a:pt x="0" y="1035"/>
                      </a:cubicBezTo>
                      <a:cubicBezTo>
                        <a:pt x="99" y="1074"/>
                        <a:pt x="197" y="1114"/>
                        <a:pt x="305" y="1163"/>
                      </a:cubicBezTo>
                      <a:cubicBezTo>
                        <a:pt x="374" y="986"/>
                        <a:pt x="443" y="838"/>
                        <a:pt x="493" y="680"/>
                      </a:cubicBezTo>
                      <a:cubicBezTo>
                        <a:pt x="522" y="582"/>
                        <a:pt x="571" y="533"/>
                        <a:pt x="670" y="493"/>
                      </a:cubicBezTo>
                      <a:cubicBezTo>
                        <a:pt x="867" y="434"/>
                        <a:pt x="1054" y="345"/>
                        <a:pt x="1261" y="257"/>
                      </a:cubicBezTo>
                      <a:cubicBezTo>
                        <a:pt x="1231" y="168"/>
                        <a:pt x="1202" y="89"/>
                        <a:pt x="117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" name="Google Shape;430;p24"/>
                <p:cNvSpPr/>
                <p:nvPr/>
              </p:nvSpPr>
              <p:spPr>
                <a:xfrm>
                  <a:off x="6575610" y="2392191"/>
                  <a:ext cx="70460" cy="27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3" h="708" extrusionOk="0">
                      <a:moveTo>
                        <a:pt x="1793" y="0"/>
                      </a:moveTo>
                      <a:lnTo>
                        <a:pt x="1793" y="0"/>
                      </a:lnTo>
                      <a:cubicBezTo>
                        <a:pt x="1693" y="75"/>
                        <a:pt x="1656" y="103"/>
                        <a:pt x="1590" y="103"/>
                      </a:cubicBezTo>
                      <a:cubicBezTo>
                        <a:pt x="1552" y="103"/>
                        <a:pt x="1504" y="94"/>
                        <a:pt x="1428" y="79"/>
                      </a:cubicBezTo>
                      <a:cubicBezTo>
                        <a:pt x="1391" y="74"/>
                        <a:pt x="1350" y="57"/>
                        <a:pt x="1308" y="57"/>
                      </a:cubicBezTo>
                      <a:cubicBezTo>
                        <a:pt x="1273" y="57"/>
                        <a:pt x="1238" y="68"/>
                        <a:pt x="1202" y="109"/>
                      </a:cubicBezTo>
                      <a:cubicBezTo>
                        <a:pt x="1310" y="138"/>
                        <a:pt x="1409" y="168"/>
                        <a:pt x="1517" y="197"/>
                      </a:cubicBezTo>
                      <a:cubicBezTo>
                        <a:pt x="1428" y="316"/>
                        <a:pt x="1359" y="424"/>
                        <a:pt x="1222" y="453"/>
                      </a:cubicBezTo>
                      <a:cubicBezTo>
                        <a:pt x="956" y="513"/>
                        <a:pt x="690" y="562"/>
                        <a:pt x="424" y="611"/>
                      </a:cubicBezTo>
                      <a:cubicBezTo>
                        <a:pt x="404" y="611"/>
                        <a:pt x="374" y="591"/>
                        <a:pt x="305" y="572"/>
                      </a:cubicBezTo>
                      <a:cubicBezTo>
                        <a:pt x="493" y="424"/>
                        <a:pt x="660" y="306"/>
                        <a:pt x="847" y="158"/>
                      </a:cubicBezTo>
                      <a:lnTo>
                        <a:pt x="847" y="158"/>
                      </a:lnTo>
                      <a:cubicBezTo>
                        <a:pt x="788" y="168"/>
                        <a:pt x="759" y="168"/>
                        <a:pt x="729" y="178"/>
                      </a:cubicBezTo>
                      <a:cubicBezTo>
                        <a:pt x="640" y="227"/>
                        <a:pt x="552" y="286"/>
                        <a:pt x="463" y="335"/>
                      </a:cubicBezTo>
                      <a:cubicBezTo>
                        <a:pt x="305" y="424"/>
                        <a:pt x="207" y="601"/>
                        <a:pt x="0" y="611"/>
                      </a:cubicBezTo>
                      <a:cubicBezTo>
                        <a:pt x="69" y="650"/>
                        <a:pt x="128" y="690"/>
                        <a:pt x="187" y="690"/>
                      </a:cubicBezTo>
                      <a:cubicBezTo>
                        <a:pt x="289" y="695"/>
                        <a:pt x="391" y="708"/>
                        <a:pt x="495" y="708"/>
                      </a:cubicBezTo>
                      <a:cubicBezTo>
                        <a:pt x="571" y="708"/>
                        <a:pt x="649" y="701"/>
                        <a:pt x="729" y="680"/>
                      </a:cubicBezTo>
                      <a:cubicBezTo>
                        <a:pt x="926" y="621"/>
                        <a:pt x="1143" y="601"/>
                        <a:pt x="1350" y="522"/>
                      </a:cubicBezTo>
                      <a:cubicBezTo>
                        <a:pt x="1527" y="444"/>
                        <a:pt x="1625" y="306"/>
                        <a:pt x="1734" y="158"/>
                      </a:cubicBezTo>
                      <a:cubicBezTo>
                        <a:pt x="1763" y="109"/>
                        <a:pt x="1773" y="50"/>
                        <a:pt x="179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" name="Google Shape;431;p24"/>
                <p:cNvSpPr/>
                <p:nvPr/>
              </p:nvSpPr>
              <p:spPr>
                <a:xfrm>
                  <a:off x="6659986" y="2342791"/>
                  <a:ext cx="34503" cy="141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8" h="361" extrusionOk="0">
                      <a:moveTo>
                        <a:pt x="432" y="104"/>
                      </a:moveTo>
                      <a:cubicBezTo>
                        <a:pt x="469" y="104"/>
                        <a:pt x="505" y="106"/>
                        <a:pt x="540" y="106"/>
                      </a:cubicBezTo>
                      <a:cubicBezTo>
                        <a:pt x="554" y="106"/>
                        <a:pt x="568" y="106"/>
                        <a:pt x="582" y="105"/>
                      </a:cubicBezTo>
                      <a:cubicBezTo>
                        <a:pt x="651" y="105"/>
                        <a:pt x="720" y="115"/>
                        <a:pt x="720" y="233"/>
                      </a:cubicBezTo>
                      <a:cubicBezTo>
                        <a:pt x="631" y="233"/>
                        <a:pt x="542" y="240"/>
                        <a:pt x="452" y="240"/>
                      </a:cubicBezTo>
                      <a:cubicBezTo>
                        <a:pt x="363" y="240"/>
                        <a:pt x="271" y="233"/>
                        <a:pt x="178" y="203"/>
                      </a:cubicBezTo>
                      <a:cubicBezTo>
                        <a:pt x="258" y="117"/>
                        <a:pt x="346" y="104"/>
                        <a:pt x="432" y="104"/>
                      </a:cubicBezTo>
                      <a:close/>
                      <a:moveTo>
                        <a:pt x="551" y="1"/>
                      </a:moveTo>
                      <a:cubicBezTo>
                        <a:pt x="365" y="1"/>
                        <a:pt x="183" y="18"/>
                        <a:pt x="1" y="95"/>
                      </a:cubicBezTo>
                      <a:cubicBezTo>
                        <a:pt x="50" y="184"/>
                        <a:pt x="89" y="262"/>
                        <a:pt x="148" y="361"/>
                      </a:cubicBezTo>
                      <a:cubicBezTo>
                        <a:pt x="218" y="332"/>
                        <a:pt x="289" y="323"/>
                        <a:pt x="360" y="323"/>
                      </a:cubicBezTo>
                      <a:cubicBezTo>
                        <a:pt x="459" y="323"/>
                        <a:pt x="559" y="339"/>
                        <a:pt x="659" y="339"/>
                      </a:cubicBezTo>
                      <a:cubicBezTo>
                        <a:pt x="732" y="339"/>
                        <a:pt x="804" y="331"/>
                        <a:pt x="877" y="302"/>
                      </a:cubicBezTo>
                      <a:cubicBezTo>
                        <a:pt x="838" y="203"/>
                        <a:pt x="808" y="115"/>
                        <a:pt x="779" y="6"/>
                      </a:cubicBezTo>
                      <a:cubicBezTo>
                        <a:pt x="702" y="3"/>
                        <a:pt x="626" y="1"/>
                        <a:pt x="55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" name="Google Shape;432;p24"/>
                <p:cNvSpPr/>
                <p:nvPr/>
              </p:nvSpPr>
              <p:spPr>
                <a:xfrm>
                  <a:off x="6515599" y="2432827"/>
                  <a:ext cx="36036" cy="228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7" h="582" extrusionOk="0">
                      <a:moveTo>
                        <a:pt x="759" y="139"/>
                      </a:moveTo>
                      <a:cubicBezTo>
                        <a:pt x="818" y="207"/>
                        <a:pt x="788" y="257"/>
                        <a:pt x="739" y="286"/>
                      </a:cubicBezTo>
                      <a:cubicBezTo>
                        <a:pt x="631" y="336"/>
                        <a:pt x="522" y="385"/>
                        <a:pt x="414" y="414"/>
                      </a:cubicBezTo>
                      <a:cubicBezTo>
                        <a:pt x="391" y="421"/>
                        <a:pt x="367" y="423"/>
                        <a:pt x="341" y="423"/>
                      </a:cubicBezTo>
                      <a:cubicBezTo>
                        <a:pt x="289" y="423"/>
                        <a:pt x="230" y="414"/>
                        <a:pt x="158" y="414"/>
                      </a:cubicBezTo>
                      <a:cubicBezTo>
                        <a:pt x="384" y="316"/>
                        <a:pt x="572" y="227"/>
                        <a:pt x="759" y="139"/>
                      </a:cubicBezTo>
                      <a:close/>
                      <a:moveTo>
                        <a:pt x="857" y="1"/>
                      </a:moveTo>
                      <a:cubicBezTo>
                        <a:pt x="562" y="109"/>
                        <a:pt x="325" y="286"/>
                        <a:pt x="0" y="336"/>
                      </a:cubicBezTo>
                      <a:cubicBezTo>
                        <a:pt x="49" y="424"/>
                        <a:pt x="89" y="493"/>
                        <a:pt x="138" y="582"/>
                      </a:cubicBezTo>
                      <a:cubicBezTo>
                        <a:pt x="335" y="513"/>
                        <a:pt x="512" y="454"/>
                        <a:pt x="700" y="404"/>
                      </a:cubicBezTo>
                      <a:cubicBezTo>
                        <a:pt x="897" y="345"/>
                        <a:pt x="916" y="316"/>
                        <a:pt x="887" y="119"/>
                      </a:cubicBezTo>
                      <a:cubicBezTo>
                        <a:pt x="877" y="89"/>
                        <a:pt x="867" y="60"/>
                        <a:pt x="85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" name="Google Shape;433;p24"/>
                <p:cNvSpPr/>
                <p:nvPr/>
              </p:nvSpPr>
              <p:spPr>
                <a:xfrm>
                  <a:off x="6627486" y="2421902"/>
                  <a:ext cx="32145" cy="21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8" h="555" extrusionOk="0">
                      <a:moveTo>
                        <a:pt x="611" y="131"/>
                      </a:moveTo>
                      <a:cubicBezTo>
                        <a:pt x="640" y="131"/>
                        <a:pt x="690" y="180"/>
                        <a:pt x="699" y="210"/>
                      </a:cubicBezTo>
                      <a:cubicBezTo>
                        <a:pt x="699" y="239"/>
                        <a:pt x="670" y="298"/>
                        <a:pt x="640" y="308"/>
                      </a:cubicBezTo>
                      <a:cubicBezTo>
                        <a:pt x="505" y="340"/>
                        <a:pt x="376" y="410"/>
                        <a:pt x="223" y="410"/>
                      </a:cubicBezTo>
                      <a:cubicBezTo>
                        <a:pt x="186" y="410"/>
                        <a:pt x="148" y="406"/>
                        <a:pt x="108" y="397"/>
                      </a:cubicBezTo>
                      <a:cubicBezTo>
                        <a:pt x="227" y="180"/>
                        <a:pt x="424" y="170"/>
                        <a:pt x="611" y="131"/>
                      </a:cubicBezTo>
                      <a:close/>
                      <a:moveTo>
                        <a:pt x="712" y="0"/>
                      </a:moveTo>
                      <a:cubicBezTo>
                        <a:pt x="694" y="0"/>
                        <a:pt x="670" y="4"/>
                        <a:pt x="640" y="13"/>
                      </a:cubicBezTo>
                      <a:cubicBezTo>
                        <a:pt x="502" y="52"/>
                        <a:pt x="365" y="91"/>
                        <a:pt x="237" y="141"/>
                      </a:cubicBezTo>
                      <a:cubicBezTo>
                        <a:pt x="158" y="180"/>
                        <a:pt x="69" y="239"/>
                        <a:pt x="30" y="308"/>
                      </a:cubicBezTo>
                      <a:cubicBezTo>
                        <a:pt x="0" y="357"/>
                        <a:pt x="20" y="446"/>
                        <a:pt x="30" y="554"/>
                      </a:cubicBezTo>
                      <a:cubicBezTo>
                        <a:pt x="305" y="485"/>
                        <a:pt x="562" y="426"/>
                        <a:pt x="818" y="367"/>
                      </a:cubicBezTo>
                      <a:cubicBezTo>
                        <a:pt x="808" y="269"/>
                        <a:pt x="798" y="180"/>
                        <a:pt x="788" y="101"/>
                      </a:cubicBezTo>
                      <a:cubicBezTo>
                        <a:pt x="774" y="30"/>
                        <a:pt x="760" y="0"/>
                        <a:pt x="71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" name="Google Shape;434;p24"/>
                <p:cNvSpPr/>
                <p:nvPr/>
              </p:nvSpPr>
              <p:spPr>
                <a:xfrm>
                  <a:off x="6495438" y="2406889"/>
                  <a:ext cx="31792" cy="17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" h="454" extrusionOk="0">
                      <a:moveTo>
                        <a:pt x="228" y="129"/>
                      </a:moveTo>
                      <a:cubicBezTo>
                        <a:pt x="336" y="139"/>
                        <a:pt x="434" y="148"/>
                        <a:pt x="533" y="158"/>
                      </a:cubicBezTo>
                      <a:cubicBezTo>
                        <a:pt x="631" y="168"/>
                        <a:pt x="651" y="217"/>
                        <a:pt x="661" y="306"/>
                      </a:cubicBezTo>
                      <a:cubicBezTo>
                        <a:pt x="632" y="310"/>
                        <a:pt x="603" y="312"/>
                        <a:pt x="572" y="312"/>
                      </a:cubicBezTo>
                      <a:cubicBezTo>
                        <a:pt x="448" y="312"/>
                        <a:pt x="309" y="279"/>
                        <a:pt x="119" y="207"/>
                      </a:cubicBezTo>
                      <a:cubicBezTo>
                        <a:pt x="129" y="139"/>
                        <a:pt x="178" y="129"/>
                        <a:pt x="228" y="129"/>
                      </a:cubicBezTo>
                      <a:close/>
                      <a:moveTo>
                        <a:pt x="70" y="1"/>
                      </a:moveTo>
                      <a:lnTo>
                        <a:pt x="70" y="1"/>
                      </a:lnTo>
                      <a:cubicBezTo>
                        <a:pt x="1" y="109"/>
                        <a:pt x="70" y="207"/>
                        <a:pt x="80" y="316"/>
                      </a:cubicBezTo>
                      <a:cubicBezTo>
                        <a:pt x="316" y="355"/>
                        <a:pt x="553" y="404"/>
                        <a:pt x="809" y="454"/>
                      </a:cubicBezTo>
                      <a:cubicBezTo>
                        <a:pt x="769" y="316"/>
                        <a:pt x="730" y="198"/>
                        <a:pt x="700" y="79"/>
                      </a:cubicBezTo>
                      <a:cubicBezTo>
                        <a:pt x="484" y="50"/>
                        <a:pt x="277" y="20"/>
                        <a:pt x="7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" name="Google Shape;435;p24"/>
                <p:cNvSpPr/>
                <p:nvPr/>
              </p:nvSpPr>
              <p:spPr>
                <a:xfrm>
                  <a:off x="6609290" y="2349040"/>
                  <a:ext cx="37175" cy="246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6" h="626" extrusionOk="0">
                      <a:moveTo>
                        <a:pt x="704" y="119"/>
                      </a:moveTo>
                      <a:cubicBezTo>
                        <a:pt x="742" y="119"/>
                        <a:pt x="785" y="133"/>
                        <a:pt x="837" y="172"/>
                      </a:cubicBezTo>
                      <a:cubicBezTo>
                        <a:pt x="612" y="276"/>
                        <a:pt x="458" y="459"/>
                        <a:pt x="206" y="459"/>
                      </a:cubicBezTo>
                      <a:cubicBezTo>
                        <a:pt x="193" y="459"/>
                        <a:pt x="181" y="459"/>
                        <a:pt x="168" y="458"/>
                      </a:cubicBezTo>
                      <a:cubicBezTo>
                        <a:pt x="187" y="320"/>
                        <a:pt x="305" y="350"/>
                        <a:pt x="365" y="300"/>
                      </a:cubicBezTo>
                      <a:cubicBezTo>
                        <a:pt x="434" y="241"/>
                        <a:pt x="502" y="212"/>
                        <a:pt x="581" y="162"/>
                      </a:cubicBezTo>
                      <a:cubicBezTo>
                        <a:pt x="620" y="141"/>
                        <a:pt x="658" y="119"/>
                        <a:pt x="704" y="119"/>
                      </a:cubicBezTo>
                      <a:close/>
                      <a:moveTo>
                        <a:pt x="739" y="1"/>
                      </a:moveTo>
                      <a:cubicBezTo>
                        <a:pt x="688" y="1"/>
                        <a:pt x="628" y="37"/>
                        <a:pt x="522" y="103"/>
                      </a:cubicBezTo>
                      <a:cubicBezTo>
                        <a:pt x="443" y="162"/>
                        <a:pt x="345" y="192"/>
                        <a:pt x="266" y="241"/>
                      </a:cubicBezTo>
                      <a:cubicBezTo>
                        <a:pt x="177" y="281"/>
                        <a:pt x="99" y="330"/>
                        <a:pt x="0" y="399"/>
                      </a:cubicBezTo>
                      <a:cubicBezTo>
                        <a:pt x="69" y="488"/>
                        <a:pt x="128" y="547"/>
                        <a:pt x="177" y="625"/>
                      </a:cubicBezTo>
                      <a:cubicBezTo>
                        <a:pt x="325" y="547"/>
                        <a:pt x="453" y="478"/>
                        <a:pt x="571" y="399"/>
                      </a:cubicBezTo>
                      <a:cubicBezTo>
                        <a:pt x="690" y="320"/>
                        <a:pt x="867" y="320"/>
                        <a:pt x="946" y="182"/>
                      </a:cubicBezTo>
                      <a:cubicBezTo>
                        <a:pt x="848" y="57"/>
                        <a:pt x="801" y="1"/>
                        <a:pt x="73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" name="Google Shape;436;p24"/>
                <p:cNvSpPr/>
                <p:nvPr/>
              </p:nvSpPr>
              <p:spPr>
                <a:xfrm>
                  <a:off x="6558161" y="2435146"/>
                  <a:ext cx="27941" cy="31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" h="789" extrusionOk="0">
                      <a:moveTo>
                        <a:pt x="491" y="175"/>
                      </a:moveTo>
                      <a:cubicBezTo>
                        <a:pt x="506" y="175"/>
                        <a:pt x="534" y="190"/>
                        <a:pt x="582" y="198"/>
                      </a:cubicBezTo>
                      <a:cubicBezTo>
                        <a:pt x="464" y="375"/>
                        <a:pt x="375" y="543"/>
                        <a:pt x="188" y="641"/>
                      </a:cubicBezTo>
                      <a:cubicBezTo>
                        <a:pt x="168" y="602"/>
                        <a:pt x="129" y="552"/>
                        <a:pt x="139" y="543"/>
                      </a:cubicBezTo>
                      <a:cubicBezTo>
                        <a:pt x="247" y="424"/>
                        <a:pt x="365" y="296"/>
                        <a:pt x="483" y="178"/>
                      </a:cubicBezTo>
                      <a:cubicBezTo>
                        <a:pt x="485" y="176"/>
                        <a:pt x="488" y="175"/>
                        <a:pt x="491" y="175"/>
                      </a:cubicBezTo>
                      <a:close/>
                      <a:moveTo>
                        <a:pt x="513" y="1"/>
                      </a:moveTo>
                      <a:cubicBezTo>
                        <a:pt x="336" y="198"/>
                        <a:pt x="168" y="375"/>
                        <a:pt x="1" y="552"/>
                      </a:cubicBezTo>
                      <a:cubicBezTo>
                        <a:pt x="80" y="641"/>
                        <a:pt x="80" y="769"/>
                        <a:pt x="227" y="789"/>
                      </a:cubicBezTo>
                      <a:cubicBezTo>
                        <a:pt x="385" y="611"/>
                        <a:pt x="543" y="424"/>
                        <a:pt x="710" y="227"/>
                      </a:cubicBezTo>
                      <a:cubicBezTo>
                        <a:pt x="641" y="148"/>
                        <a:pt x="582" y="80"/>
                        <a:pt x="51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" name="Google Shape;437;p24"/>
                <p:cNvSpPr/>
                <p:nvPr/>
              </p:nvSpPr>
              <p:spPr>
                <a:xfrm>
                  <a:off x="6588382" y="2429172"/>
                  <a:ext cx="30613" cy="15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9" h="400" extrusionOk="0">
                      <a:moveTo>
                        <a:pt x="292" y="101"/>
                      </a:moveTo>
                      <a:cubicBezTo>
                        <a:pt x="306" y="101"/>
                        <a:pt x="320" y="102"/>
                        <a:pt x="335" y="103"/>
                      </a:cubicBezTo>
                      <a:cubicBezTo>
                        <a:pt x="463" y="123"/>
                        <a:pt x="621" y="74"/>
                        <a:pt x="700" y="291"/>
                      </a:cubicBezTo>
                      <a:cubicBezTo>
                        <a:pt x="663" y="292"/>
                        <a:pt x="628" y="293"/>
                        <a:pt x="593" y="293"/>
                      </a:cubicBezTo>
                      <a:cubicBezTo>
                        <a:pt x="433" y="293"/>
                        <a:pt x="296" y="276"/>
                        <a:pt x="158" y="251"/>
                      </a:cubicBezTo>
                      <a:cubicBezTo>
                        <a:pt x="166" y="128"/>
                        <a:pt x="222" y="101"/>
                        <a:pt x="292" y="101"/>
                      </a:cubicBezTo>
                      <a:close/>
                      <a:moveTo>
                        <a:pt x="324" y="1"/>
                      </a:moveTo>
                      <a:cubicBezTo>
                        <a:pt x="231" y="1"/>
                        <a:pt x="159" y="48"/>
                        <a:pt x="109" y="123"/>
                      </a:cubicBezTo>
                      <a:cubicBezTo>
                        <a:pt x="69" y="172"/>
                        <a:pt x="49" y="232"/>
                        <a:pt x="0" y="340"/>
                      </a:cubicBezTo>
                      <a:cubicBezTo>
                        <a:pt x="187" y="360"/>
                        <a:pt x="335" y="369"/>
                        <a:pt x="493" y="379"/>
                      </a:cubicBezTo>
                      <a:cubicBezTo>
                        <a:pt x="542" y="385"/>
                        <a:pt x="602" y="399"/>
                        <a:pt x="653" y="399"/>
                      </a:cubicBezTo>
                      <a:cubicBezTo>
                        <a:pt x="684" y="399"/>
                        <a:pt x="711" y="394"/>
                        <a:pt x="729" y="379"/>
                      </a:cubicBezTo>
                      <a:cubicBezTo>
                        <a:pt x="778" y="340"/>
                        <a:pt x="769" y="222"/>
                        <a:pt x="778" y="143"/>
                      </a:cubicBezTo>
                      <a:cubicBezTo>
                        <a:pt x="778" y="123"/>
                        <a:pt x="769" y="113"/>
                        <a:pt x="769" y="84"/>
                      </a:cubicBezTo>
                      <a:cubicBezTo>
                        <a:pt x="640" y="54"/>
                        <a:pt x="503" y="25"/>
                        <a:pt x="374" y="5"/>
                      </a:cubicBezTo>
                      <a:cubicBezTo>
                        <a:pt x="357" y="2"/>
                        <a:pt x="340" y="1"/>
                        <a:pt x="32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" name="Google Shape;438;p24"/>
                <p:cNvSpPr/>
                <p:nvPr/>
              </p:nvSpPr>
              <p:spPr>
                <a:xfrm>
                  <a:off x="6534935" y="2376707"/>
                  <a:ext cx="23657" cy="26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" h="664" extrusionOk="0">
                      <a:moveTo>
                        <a:pt x="395" y="138"/>
                      </a:moveTo>
                      <a:cubicBezTo>
                        <a:pt x="405" y="148"/>
                        <a:pt x="424" y="168"/>
                        <a:pt x="444" y="178"/>
                      </a:cubicBezTo>
                      <a:cubicBezTo>
                        <a:pt x="385" y="296"/>
                        <a:pt x="326" y="414"/>
                        <a:pt x="267" y="532"/>
                      </a:cubicBezTo>
                      <a:cubicBezTo>
                        <a:pt x="252" y="547"/>
                        <a:pt x="217" y="556"/>
                        <a:pt x="191" y="556"/>
                      </a:cubicBezTo>
                      <a:cubicBezTo>
                        <a:pt x="182" y="556"/>
                        <a:pt x="174" y="555"/>
                        <a:pt x="168" y="552"/>
                      </a:cubicBezTo>
                      <a:cubicBezTo>
                        <a:pt x="139" y="542"/>
                        <a:pt x="119" y="493"/>
                        <a:pt x="129" y="463"/>
                      </a:cubicBezTo>
                      <a:cubicBezTo>
                        <a:pt x="188" y="335"/>
                        <a:pt x="277" y="217"/>
                        <a:pt x="395" y="138"/>
                      </a:cubicBezTo>
                      <a:close/>
                      <a:moveTo>
                        <a:pt x="395" y="0"/>
                      </a:moveTo>
                      <a:cubicBezTo>
                        <a:pt x="237" y="168"/>
                        <a:pt x="80" y="325"/>
                        <a:pt x="1" y="562"/>
                      </a:cubicBezTo>
                      <a:cubicBezTo>
                        <a:pt x="60" y="601"/>
                        <a:pt x="109" y="650"/>
                        <a:pt x="158" y="660"/>
                      </a:cubicBezTo>
                      <a:cubicBezTo>
                        <a:pt x="171" y="663"/>
                        <a:pt x="185" y="664"/>
                        <a:pt x="201" y="664"/>
                      </a:cubicBezTo>
                      <a:cubicBezTo>
                        <a:pt x="248" y="664"/>
                        <a:pt x="301" y="653"/>
                        <a:pt x="316" y="631"/>
                      </a:cubicBezTo>
                      <a:cubicBezTo>
                        <a:pt x="414" y="453"/>
                        <a:pt x="503" y="266"/>
                        <a:pt x="602" y="59"/>
                      </a:cubicBezTo>
                      <a:cubicBezTo>
                        <a:pt x="513" y="40"/>
                        <a:pt x="454" y="20"/>
                        <a:pt x="39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" name="Google Shape;439;p24"/>
                <p:cNvSpPr/>
                <p:nvPr/>
              </p:nvSpPr>
              <p:spPr>
                <a:xfrm>
                  <a:off x="6565156" y="2353088"/>
                  <a:ext cx="28294" cy="205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0" h="522" extrusionOk="0">
                      <a:moveTo>
                        <a:pt x="330" y="135"/>
                      </a:moveTo>
                      <a:cubicBezTo>
                        <a:pt x="432" y="135"/>
                        <a:pt x="526" y="183"/>
                        <a:pt x="562" y="266"/>
                      </a:cubicBezTo>
                      <a:cubicBezTo>
                        <a:pt x="581" y="296"/>
                        <a:pt x="562" y="345"/>
                        <a:pt x="542" y="365"/>
                      </a:cubicBezTo>
                      <a:cubicBezTo>
                        <a:pt x="527" y="387"/>
                        <a:pt x="490" y="398"/>
                        <a:pt x="464" y="398"/>
                      </a:cubicBezTo>
                      <a:cubicBezTo>
                        <a:pt x="456" y="398"/>
                        <a:pt x="448" y="397"/>
                        <a:pt x="443" y="394"/>
                      </a:cubicBezTo>
                      <a:cubicBezTo>
                        <a:pt x="345" y="335"/>
                        <a:pt x="246" y="266"/>
                        <a:pt x="138" y="197"/>
                      </a:cubicBezTo>
                      <a:cubicBezTo>
                        <a:pt x="196" y="155"/>
                        <a:pt x="265" y="135"/>
                        <a:pt x="330" y="135"/>
                      </a:cubicBezTo>
                      <a:close/>
                      <a:moveTo>
                        <a:pt x="291" y="0"/>
                      </a:moveTo>
                      <a:cubicBezTo>
                        <a:pt x="244" y="0"/>
                        <a:pt x="197" y="20"/>
                        <a:pt x="148" y="59"/>
                      </a:cubicBezTo>
                      <a:cubicBezTo>
                        <a:pt x="99" y="99"/>
                        <a:pt x="59" y="148"/>
                        <a:pt x="0" y="227"/>
                      </a:cubicBezTo>
                      <a:cubicBezTo>
                        <a:pt x="99" y="286"/>
                        <a:pt x="187" y="335"/>
                        <a:pt x="266" y="385"/>
                      </a:cubicBezTo>
                      <a:cubicBezTo>
                        <a:pt x="401" y="476"/>
                        <a:pt x="457" y="521"/>
                        <a:pt x="499" y="521"/>
                      </a:cubicBezTo>
                      <a:cubicBezTo>
                        <a:pt x="552" y="521"/>
                        <a:pt x="582" y="449"/>
                        <a:pt x="719" y="306"/>
                      </a:cubicBezTo>
                      <a:cubicBezTo>
                        <a:pt x="719" y="306"/>
                        <a:pt x="719" y="286"/>
                        <a:pt x="719" y="266"/>
                      </a:cubicBezTo>
                      <a:cubicBezTo>
                        <a:pt x="631" y="197"/>
                        <a:pt x="532" y="128"/>
                        <a:pt x="434" y="59"/>
                      </a:cubicBezTo>
                      <a:cubicBezTo>
                        <a:pt x="384" y="20"/>
                        <a:pt x="338" y="0"/>
                        <a:pt x="29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5"/>
          <p:cNvSpPr/>
          <p:nvPr/>
        </p:nvSpPr>
        <p:spPr>
          <a:xfrm>
            <a:off x="6730357" y="3756050"/>
            <a:ext cx="6228" cy="14430"/>
          </a:xfrm>
          <a:custGeom>
            <a:avLst/>
            <a:gdLst/>
            <a:ahLst/>
            <a:cxnLst/>
            <a:rect l="l" t="t" r="r" b="b"/>
            <a:pathLst>
              <a:path w="60" h="139" extrusionOk="0">
                <a:moveTo>
                  <a:pt x="20" y="1"/>
                </a:moveTo>
                <a:cubicBezTo>
                  <a:pt x="10" y="50"/>
                  <a:pt x="0" y="89"/>
                  <a:pt x="0" y="139"/>
                </a:cubicBezTo>
                <a:lnTo>
                  <a:pt x="59" y="139"/>
                </a:lnTo>
                <a:cubicBezTo>
                  <a:pt x="59" y="99"/>
                  <a:pt x="59" y="50"/>
                  <a:pt x="59" y="11"/>
                </a:cubicBezTo>
                <a:cubicBezTo>
                  <a:pt x="59" y="11"/>
                  <a:pt x="20" y="1"/>
                  <a:pt x="2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5"/>
          <p:cNvSpPr/>
          <p:nvPr/>
        </p:nvSpPr>
        <p:spPr>
          <a:xfrm>
            <a:off x="6986970" y="3700825"/>
            <a:ext cx="9342" cy="11420"/>
          </a:xfrm>
          <a:custGeom>
            <a:avLst/>
            <a:gdLst/>
            <a:ahLst/>
            <a:cxnLst/>
            <a:rect l="l" t="t" r="r" b="b"/>
            <a:pathLst>
              <a:path w="90" h="110" extrusionOk="0">
                <a:moveTo>
                  <a:pt x="30" y="1"/>
                </a:moveTo>
                <a:cubicBezTo>
                  <a:pt x="30" y="1"/>
                  <a:pt x="1" y="20"/>
                  <a:pt x="1" y="30"/>
                </a:cubicBezTo>
                <a:cubicBezTo>
                  <a:pt x="1" y="50"/>
                  <a:pt x="21" y="70"/>
                  <a:pt x="50" y="109"/>
                </a:cubicBezTo>
                <a:cubicBezTo>
                  <a:pt x="70" y="80"/>
                  <a:pt x="90" y="60"/>
                  <a:pt x="80" y="50"/>
                </a:cubicBezTo>
                <a:cubicBezTo>
                  <a:pt x="70" y="30"/>
                  <a:pt x="50" y="11"/>
                  <a:pt x="3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3" name="Google Shape;443;p25"/>
          <p:cNvGrpSpPr/>
          <p:nvPr/>
        </p:nvGrpSpPr>
        <p:grpSpPr>
          <a:xfrm>
            <a:off x="90676" y="1601702"/>
            <a:ext cx="9053324" cy="3541811"/>
            <a:chOff x="90676" y="1601702"/>
            <a:chExt cx="9053324" cy="3541811"/>
          </a:xfrm>
        </p:grpSpPr>
        <p:grpSp>
          <p:nvGrpSpPr>
            <p:cNvPr id="444" name="Google Shape;444;p25"/>
            <p:cNvGrpSpPr/>
            <p:nvPr/>
          </p:nvGrpSpPr>
          <p:grpSpPr>
            <a:xfrm>
              <a:off x="8034475" y="1601702"/>
              <a:ext cx="1109525" cy="3541811"/>
              <a:chOff x="8034475" y="1601702"/>
              <a:chExt cx="1109525" cy="3541811"/>
            </a:xfrm>
          </p:grpSpPr>
          <p:sp>
            <p:nvSpPr>
              <p:cNvPr id="445" name="Google Shape;445;p25"/>
              <p:cNvSpPr/>
              <p:nvPr/>
            </p:nvSpPr>
            <p:spPr>
              <a:xfrm>
                <a:off x="8675420" y="3427821"/>
                <a:ext cx="467969" cy="759915"/>
              </a:xfrm>
              <a:custGeom>
                <a:avLst/>
                <a:gdLst/>
                <a:ahLst/>
                <a:cxnLst/>
                <a:rect l="l" t="t" r="r" b="b"/>
                <a:pathLst>
                  <a:path w="8007" h="13000" extrusionOk="0">
                    <a:moveTo>
                      <a:pt x="6561" y="0"/>
                    </a:moveTo>
                    <a:cubicBezTo>
                      <a:pt x="6535" y="0"/>
                      <a:pt x="6508" y="2"/>
                      <a:pt x="6480" y="7"/>
                    </a:cubicBezTo>
                    <a:cubicBezTo>
                      <a:pt x="6224" y="46"/>
                      <a:pt x="6086" y="223"/>
                      <a:pt x="6027" y="470"/>
                    </a:cubicBezTo>
                    <a:cubicBezTo>
                      <a:pt x="6017" y="519"/>
                      <a:pt x="5997" y="568"/>
                      <a:pt x="5997" y="627"/>
                    </a:cubicBezTo>
                    <a:cubicBezTo>
                      <a:pt x="5977" y="1139"/>
                      <a:pt x="5948" y="1652"/>
                      <a:pt x="5958" y="2174"/>
                    </a:cubicBezTo>
                    <a:cubicBezTo>
                      <a:pt x="5968" y="3119"/>
                      <a:pt x="6174" y="4055"/>
                      <a:pt x="6381" y="4981"/>
                    </a:cubicBezTo>
                    <a:cubicBezTo>
                      <a:pt x="6440" y="5257"/>
                      <a:pt x="6519" y="5523"/>
                      <a:pt x="6588" y="5799"/>
                    </a:cubicBezTo>
                    <a:cubicBezTo>
                      <a:pt x="6509" y="5750"/>
                      <a:pt x="6470" y="5690"/>
                      <a:pt x="6431" y="5631"/>
                    </a:cubicBezTo>
                    <a:cubicBezTo>
                      <a:pt x="5426" y="4055"/>
                      <a:pt x="4332" y="2528"/>
                      <a:pt x="3111" y="1100"/>
                    </a:cubicBezTo>
                    <a:cubicBezTo>
                      <a:pt x="2884" y="834"/>
                      <a:pt x="2608" y="598"/>
                      <a:pt x="2313" y="410"/>
                    </a:cubicBezTo>
                    <a:cubicBezTo>
                      <a:pt x="2226" y="357"/>
                      <a:pt x="2135" y="333"/>
                      <a:pt x="2048" y="333"/>
                    </a:cubicBezTo>
                    <a:cubicBezTo>
                      <a:pt x="1778" y="333"/>
                      <a:pt x="1540" y="563"/>
                      <a:pt x="1554" y="883"/>
                    </a:cubicBezTo>
                    <a:cubicBezTo>
                      <a:pt x="1564" y="1169"/>
                      <a:pt x="1623" y="1474"/>
                      <a:pt x="1722" y="1740"/>
                    </a:cubicBezTo>
                    <a:cubicBezTo>
                      <a:pt x="2264" y="3208"/>
                      <a:pt x="3101" y="4498"/>
                      <a:pt x="4066" y="5730"/>
                    </a:cubicBezTo>
                    <a:cubicBezTo>
                      <a:pt x="4323" y="6055"/>
                      <a:pt x="4569" y="6390"/>
                      <a:pt x="4825" y="6725"/>
                    </a:cubicBezTo>
                    <a:cubicBezTo>
                      <a:pt x="4845" y="6744"/>
                      <a:pt x="4864" y="6764"/>
                      <a:pt x="4874" y="6784"/>
                    </a:cubicBezTo>
                    <a:cubicBezTo>
                      <a:pt x="4864" y="6794"/>
                      <a:pt x="4854" y="6804"/>
                      <a:pt x="4845" y="6804"/>
                    </a:cubicBezTo>
                    <a:cubicBezTo>
                      <a:pt x="4835" y="6784"/>
                      <a:pt x="4825" y="6764"/>
                      <a:pt x="4805" y="6744"/>
                    </a:cubicBezTo>
                    <a:cubicBezTo>
                      <a:pt x="4746" y="6705"/>
                      <a:pt x="4667" y="6666"/>
                      <a:pt x="4608" y="6626"/>
                    </a:cubicBezTo>
                    <a:cubicBezTo>
                      <a:pt x="3722" y="5996"/>
                      <a:pt x="2815" y="5415"/>
                      <a:pt x="1820" y="4971"/>
                    </a:cubicBezTo>
                    <a:cubicBezTo>
                      <a:pt x="1535" y="4833"/>
                      <a:pt x="1220" y="4725"/>
                      <a:pt x="914" y="4666"/>
                    </a:cubicBezTo>
                    <a:cubicBezTo>
                      <a:pt x="854" y="4653"/>
                      <a:pt x="795" y="4647"/>
                      <a:pt x="738" y="4647"/>
                    </a:cubicBezTo>
                    <a:cubicBezTo>
                      <a:pt x="312" y="4647"/>
                      <a:pt x="1" y="4988"/>
                      <a:pt x="97" y="5405"/>
                    </a:cubicBezTo>
                    <a:cubicBezTo>
                      <a:pt x="156" y="5612"/>
                      <a:pt x="284" y="5838"/>
                      <a:pt x="441" y="5986"/>
                    </a:cubicBezTo>
                    <a:cubicBezTo>
                      <a:pt x="855" y="6380"/>
                      <a:pt x="1298" y="6754"/>
                      <a:pt x="1761" y="7089"/>
                    </a:cubicBezTo>
                    <a:cubicBezTo>
                      <a:pt x="2668" y="7759"/>
                      <a:pt x="3663" y="8252"/>
                      <a:pt x="4667" y="8754"/>
                    </a:cubicBezTo>
                    <a:cubicBezTo>
                      <a:pt x="5032" y="8931"/>
                      <a:pt x="5386" y="9138"/>
                      <a:pt x="5780" y="9355"/>
                    </a:cubicBezTo>
                    <a:cubicBezTo>
                      <a:pt x="5711" y="9365"/>
                      <a:pt x="5692" y="9375"/>
                      <a:pt x="5682" y="9375"/>
                    </a:cubicBezTo>
                    <a:cubicBezTo>
                      <a:pt x="5111" y="9256"/>
                      <a:pt x="4539" y="9148"/>
                      <a:pt x="3968" y="9030"/>
                    </a:cubicBezTo>
                    <a:cubicBezTo>
                      <a:pt x="3217" y="8874"/>
                      <a:pt x="2473" y="8704"/>
                      <a:pt x="1704" y="8704"/>
                    </a:cubicBezTo>
                    <a:cubicBezTo>
                      <a:pt x="1596" y="8704"/>
                      <a:pt x="1487" y="8707"/>
                      <a:pt x="1377" y="8715"/>
                    </a:cubicBezTo>
                    <a:cubicBezTo>
                      <a:pt x="1111" y="8734"/>
                      <a:pt x="826" y="8793"/>
                      <a:pt x="589" y="8902"/>
                    </a:cubicBezTo>
                    <a:cubicBezTo>
                      <a:pt x="166" y="9099"/>
                      <a:pt x="97" y="9572"/>
                      <a:pt x="451" y="9867"/>
                    </a:cubicBezTo>
                    <a:cubicBezTo>
                      <a:pt x="688" y="10064"/>
                      <a:pt x="983" y="10202"/>
                      <a:pt x="1269" y="10320"/>
                    </a:cubicBezTo>
                    <a:cubicBezTo>
                      <a:pt x="2323" y="10773"/>
                      <a:pt x="3377" y="11227"/>
                      <a:pt x="4441" y="11650"/>
                    </a:cubicBezTo>
                    <a:cubicBezTo>
                      <a:pt x="5623" y="12113"/>
                      <a:pt x="6815" y="12547"/>
                      <a:pt x="8007" y="13000"/>
                    </a:cubicBezTo>
                    <a:lnTo>
                      <a:pt x="8007" y="3228"/>
                    </a:lnTo>
                    <a:cubicBezTo>
                      <a:pt x="7879" y="2775"/>
                      <a:pt x="7760" y="2312"/>
                      <a:pt x="7613" y="1858"/>
                    </a:cubicBezTo>
                    <a:cubicBezTo>
                      <a:pt x="7435" y="1346"/>
                      <a:pt x="7238" y="834"/>
                      <a:pt x="7031" y="341"/>
                    </a:cubicBezTo>
                    <a:cubicBezTo>
                      <a:pt x="6944" y="140"/>
                      <a:pt x="6778" y="0"/>
                      <a:pt x="65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25"/>
              <p:cNvSpPr/>
              <p:nvPr/>
            </p:nvSpPr>
            <p:spPr>
              <a:xfrm>
                <a:off x="8641286" y="4693765"/>
                <a:ext cx="502101" cy="449694"/>
              </a:xfrm>
              <a:custGeom>
                <a:avLst/>
                <a:gdLst/>
                <a:ahLst/>
                <a:cxnLst/>
                <a:rect l="l" t="t" r="r" b="b"/>
                <a:pathLst>
                  <a:path w="8591" h="7693" extrusionOk="0">
                    <a:moveTo>
                      <a:pt x="8010" y="0"/>
                    </a:moveTo>
                    <a:cubicBezTo>
                      <a:pt x="7849" y="0"/>
                      <a:pt x="7688" y="7"/>
                      <a:pt x="7527" y="29"/>
                    </a:cubicBezTo>
                    <a:cubicBezTo>
                      <a:pt x="6345" y="216"/>
                      <a:pt x="5281" y="699"/>
                      <a:pt x="4296" y="1379"/>
                    </a:cubicBezTo>
                    <a:cubicBezTo>
                      <a:pt x="2483" y="2630"/>
                      <a:pt x="1193" y="4294"/>
                      <a:pt x="385" y="6333"/>
                    </a:cubicBezTo>
                    <a:cubicBezTo>
                      <a:pt x="208" y="6767"/>
                      <a:pt x="129" y="7240"/>
                      <a:pt x="1" y="7693"/>
                    </a:cubicBezTo>
                    <a:lnTo>
                      <a:pt x="8591" y="7693"/>
                    </a:lnTo>
                    <a:lnTo>
                      <a:pt x="8591" y="9"/>
                    </a:lnTo>
                    <a:cubicBezTo>
                      <a:pt x="8397" y="9"/>
                      <a:pt x="8204" y="0"/>
                      <a:pt x="80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25"/>
              <p:cNvSpPr/>
              <p:nvPr/>
            </p:nvSpPr>
            <p:spPr>
              <a:xfrm>
                <a:off x="8383938" y="2561667"/>
                <a:ext cx="759434" cy="651598"/>
              </a:xfrm>
              <a:custGeom>
                <a:avLst/>
                <a:gdLst/>
                <a:ahLst/>
                <a:cxnLst/>
                <a:rect l="l" t="t" r="r" b="b"/>
                <a:pathLst>
                  <a:path w="12994" h="11147" extrusionOk="0">
                    <a:moveTo>
                      <a:pt x="12994" y="0"/>
                    </a:moveTo>
                    <a:cubicBezTo>
                      <a:pt x="12925" y="20"/>
                      <a:pt x="12856" y="40"/>
                      <a:pt x="12797" y="69"/>
                    </a:cubicBezTo>
                    <a:cubicBezTo>
                      <a:pt x="12452" y="227"/>
                      <a:pt x="12117" y="414"/>
                      <a:pt x="11762" y="552"/>
                    </a:cubicBezTo>
                    <a:cubicBezTo>
                      <a:pt x="10679" y="946"/>
                      <a:pt x="9605" y="1340"/>
                      <a:pt x="8512" y="1695"/>
                    </a:cubicBezTo>
                    <a:cubicBezTo>
                      <a:pt x="7152" y="2138"/>
                      <a:pt x="5793" y="2591"/>
                      <a:pt x="4522" y="3290"/>
                    </a:cubicBezTo>
                    <a:cubicBezTo>
                      <a:pt x="2907" y="4187"/>
                      <a:pt x="1567" y="5369"/>
                      <a:pt x="661" y="7004"/>
                    </a:cubicBezTo>
                    <a:cubicBezTo>
                      <a:pt x="296" y="7664"/>
                      <a:pt x="1" y="8363"/>
                      <a:pt x="40" y="9142"/>
                    </a:cubicBezTo>
                    <a:cubicBezTo>
                      <a:pt x="70" y="9802"/>
                      <a:pt x="385" y="10294"/>
                      <a:pt x="1074" y="10472"/>
                    </a:cubicBezTo>
                    <a:cubicBezTo>
                      <a:pt x="1217" y="10509"/>
                      <a:pt x="1357" y="10525"/>
                      <a:pt x="1494" y="10525"/>
                    </a:cubicBezTo>
                    <a:cubicBezTo>
                      <a:pt x="1753" y="10525"/>
                      <a:pt x="2005" y="10467"/>
                      <a:pt x="2256" y="10383"/>
                    </a:cubicBezTo>
                    <a:cubicBezTo>
                      <a:pt x="3251" y="10068"/>
                      <a:pt x="4079" y="9467"/>
                      <a:pt x="4867" y="8807"/>
                    </a:cubicBezTo>
                    <a:cubicBezTo>
                      <a:pt x="5547" y="8245"/>
                      <a:pt x="6177" y="7605"/>
                      <a:pt x="6867" y="7034"/>
                    </a:cubicBezTo>
                    <a:cubicBezTo>
                      <a:pt x="7182" y="6768"/>
                      <a:pt x="7546" y="6521"/>
                      <a:pt x="7930" y="6344"/>
                    </a:cubicBezTo>
                    <a:cubicBezTo>
                      <a:pt x="8047" y="6292"/>
                      <a:pt x="8158" y="6267"/>
                      <a:pt x="8261" y="6267"/>
                    </a:cubicBezTo>
                    <a:cubicBezTo>
                      <a:pt x="8582" y="6267"/>
                      <a:pt x="8821" y="6510"/>
                      <a:pt x="8896" y="6906"/>
                    </a:cubicBezTo>
                    <a:cubicBezTo>
                      <a:pt x="8984" y="7339"/>
                      <a:pt x="8935" y="7772"/>
                      <a:pt x="8837" y="8206"/>
                    </a:cubicBezTo>
                    <a:cubicBezTo>
                      <a:pt x="8709" y="8787"/>
                      <a:pt x="8551" y="9368"/>
                      <a:pt x="8453" y="9949"/>
                    </a:cubicBezTo>
                    <a:cubicBezTo>
                      <a:pt x="8364" y="10432"/>
                      <a:pt x="8630" y="10935"/>
                      <a:pt x="9162" y="11082"/>
                    </a:cubicBezTo>
                    <a:cubicBezTo>
                      <a:pt x="9319" y="11127"/>
                      <a:pt x="9472" y="11146"/>
                      <a:pt x="9624" y="11146"/>
                    </a:cubicBezTo>
                    <a:cubicBezTo>
                      <a:pt x="9775" y="11146"/>
                      <a:pt x="9925" y="11127"/>
                      <a:pt x="10078" y="11092"/>
                    </a:cubicBezTo>
                    <a:cubicBezTo>
                      <a:pt x="11250" y="10806"/>
                      <a:pt x="12196" y="10146"/>
                      <a:pt x="12994" y="9260"/>
                    </a:cubicBezTo>
                    <a:lnTo>
                      <a:pt x="12994" y="8117"/>
                    </a:lnTo>
                    <a:cubicBezTo>
                      <a:pt x="12954" y="8157"/>
                      <a:pt x="12905" y="8196"/>
                      <a:pt x="12875" y="8245"/>
                    </a:cubicBezTo>
                    <a:cubicBezTo>
                      <a:pt x="12255" y="9033"/>
                      <a:pt x="11536" y="9703"/>
                      <a:pt x="10600" y="10107"/>
                    </a:cubicBezTo>
                    <a:cubicBezTo>
                      <a:pt x="10278" y="10241"/>
                      <a:pt x="9956" y="10367"/>
                      <a:pt x="9612" y="10367"/>
                    </a:cubicBezTo>
                    <a:cubicBezTo>
                      <a:pt x="9577" y="10367"/>
                      <a:pt x="9542" y="10366"/>
                      <a:pt x="9507" y="10363"/>
                    </a:cubicBezTo>
                    <a:cubicBezTo>
                      <a:pt x="9290" y="10353"/>
                      <a:pt x="9201" y="10275"/>
                      <a:pt x="9221" y="10078"/>
                    </a:cubicBezTo>
                    <a:cubicBezTo>
                      <a:pt x="9231" y="9861"/>
                      <a:pt x="9270" y="9654"/>
                      <a:pt x="9319" y="9437"/>
                    </a:cubicBezTo>
                    <a:cubicBezTo>
                      <a:pt x="9526" y="8659"/>
                      <a:pt x="9753" y="7871"/>
                      <a:pt x="9684" y="7044"/>
                    </a:cubicBezTo>
                    <a:cubicBezTo>
                      <a:pt x="9644" y="6512"/>
                      <a:pt x="9477" y="6049"/>
                      <a:pt x="9024" y="5753"/>
                    </a:cubicBezTo>
                    <a:cubicBezTo>
                      <a:pt x="8758" y="5576"/>
                      <a:pt x="8492" y="5500"/>
                      <a:pt x="8228" y="5500"/>
                    </a:cubicBezTo>
                    <a:cubicBezTo>
                      <a:pt x="7905" y="5500"/>
                      <a:pt x="7585" y="5614"/>
                      <a:pt x="7270" y="5792"/>
                    </a:cubicBezTo>
                    <a:cubicBezTo>
                      <a:pt x="6581" y="6177"/>
                      <a:pt x="6039" y="6738"/>
                      <a:pt x="5468" y="7270"/>
                    </a:cubicBezTo>
                    <a:cubicBezTo>
                      <a:pt x="4670" y="8019"/>
                      <a:pt x="3842" y="8718"/>
                      <a:pt x="2887" y="9260"/>
                    </a:cubicBezTo>
                    <a:cubicBezTo>
                      <a:pt x="2451" y="9506"/>
                      <a:pt x="2016" y="9734"/>
                      <a:pt x="1493" y="9734"/>
                    </a:cubicBezTo>
                    <a:cubicBezTo>
                      <a:pt x="1472" y="9734"/>
                      <a:pt x="1451" y="9734"/>
                      <a:pt x="1429" y="9733"/>
                    </a:cubicBezTo>
                    <a:cubicBezTo>
                      <a:pt x="1035" y="9723"/>
                      <a:pt x="838" y="9526"/>
                      <a:pt x="818" y="9132"/>
                    </a:cubicBezTo>
                    <a:cubicBezTo>
                      <a:pt x="789" y="8659"/>
                      <a:pt x="927" y="8226"/>
                      <a:pt x="1124" y="7802"/>
                    </a:cubicBezTo>
                    <a:cubicBezTo>
                      <a:pt x="1754" y="6443"/>
                      <a:pt x="2739" y="5379"/>
                      <a:pt x="3961" y="4532"/>
                    </a:cubicBezTo>
                    <a:cubicBezTo>
                      <a:pt x="5379" y="3566"/>
                      <a:pt x="6955" y="2975"/>
                      <a:pt x="8581" y="2483"/>
                    </a:cubicBezTo>
                    <a:cubicBezTo>
                      <a:pt x="10088" y="2020"/>
                      <a:pt x="11585" y="1547"/>
                      <a:pt x="12994" y="828"/>
                    </a:cubicBezTo>
                    <a:lnTo>
                      <a:pt x="129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25"/>
              <p:cNvSpPr/>
              <p:nvPr/>
            </p:nvSpPr>
            <p:spPr>
              <a:xfrm>
                <a:off x="8770866" y="2105648"/>
                <a:ext cx="372528" cy="357394"/>
              </a:xfrm>
              <a:custGeom>
                <a:avLst/>
                <a:gdLst/>
                <a:ahLst/>
                <a:cxnLst/>
                <a:rect l="l" t="t" r="r" b="b"/>
                <a:pathLst>
                  <a:path w="6374" h="6114" extrusionOk="0">
                    <a:moveTo>
                      <a:pt x="6374" y="0"/>
                    </a:moveTo>
                    <a:cubicBezTo>
                      <a:pt x="6177" y="69"/>
                      <a:pt x="5980" y="129"/>
                      <a:pt x="5783" y="207"/>
                    </a:cubicBezTo>
                    <a:cubicBezTo>
                      <a:pt x="4729" y="621"/>
                      <a:pt x="3655" y="986"/>
                      <a:pt x="2670" y="1567"/>
                    </a:cubicBezTo>
                    <a:cubicBezTo>
                      <a:pt x="1764" y="2099"/>
                      <a:pt x="966" y="2739"/>
                      <a:pt x="394" y="3635"/>
                    </a:cubicBezTo>
                    <a:cubicBezTo>
                      <a:pt x="187" y="3970"/>
                      <a:pt x="40" y="4335"/>
                      <a:pt x="30" y="4739"/>
                    </a:cubicBezTo>
                    <a:cubicBezTo>
                      <a:pt x="0" y="5665"/>
                      <a:pt x="621" y="6059"/>
                      <a:pt x="1370" y="6108"/>
                    </a:cubicBezTo>
                    <a:cubicBezTo>
                      <a:pt x="1428" y="6111"/>
                      <a:pt x="1486" y="6113"/>
                      <a:pt x="1544" y="6113"/>
                    </a:cubicBezTo>
                    <a:cubicBezTo>
                      <a:pt x="1988" y="6113"/>
                      <a:pt x="2426" y="6014"/>
                      <a:pt x="2818" y="5822"/>
                    </a:cubicBezTo>
                    <a:cubicBezTo>
                      <a:pt x="3675" y="5428"/>
                      <a:pt x="4502" y="4995"/>
                      <a:pt x="5339" y="4571"/>
                    </a:cubicBezTo>
                    <a:cubicBezTo>
                      <a:pt x="5684" y="4394"/>
                      <a:pt x="6029" y="4207"/>
                      <a:pt x="6374" y="4020"/>
                    </a:cubicBezTo>
                    <a:lnTo>
                      <a:pt x="6374" y="3153"/>
                    </a:lnTo>
                    <a:cubicBezTo>
                      <a:pt x="6187" y="3241"/>
                      <a:pt x="5999" y="3330"/>
                      <a:pt x="5812" y="3429"/>
                    </a:cubicBezTo>
                    <a:cubicBezTo>
                      <a:pt x="4827" y="3951"/>
                      <a:pt x="3852" y="4483"/>
                      <a:pt x="2857" y="4985"/>
                    </a:cubicBezTo>
                    <a:cubicBezTo>
                      <a:pt x="2445" y="5191"/>
                      <a:pt x="2004" y="5329"/>
                      <a:pt x="1533" y="5329"/>
                    </a:cubicBezTo>
                    <a:cubicBezTo>
                      <a:pt x="1463" y="5329"/>
                      <a:pt x="1392" y="5326"/>
                      <a:pt x="1320" y="5320"/>
                    </a:cubicBezTo>
                    <a:cubicBezTo>
                      <a:pt x="916" y="5290"/>
                      <a:pt x="690" y="5024"/>
                      <a:pt x="808" y="4650"/>
                    </a:cubicBezTo>
                    <a:cubicBezTo>
                      <a:pt x="897" y="4364"/>
                      <a:pt x="1025" y="4079"/>
                      <a:pt x="1192" y="3832"/>
                    </a:cubicBezTo>
                    <a:cubicBezTo>
                      <a:pt x="1606" y="3222"/>
                      <a:pt x="2197" y="2769"/>
                      <a:pt x="2818" y="2375"/>
                    </a:cubicBezTo>
                    <a:cubicBezTo>
                      <a:pt x="3606" y="1862"/>
                      <a:pt x="4492" y="1527"/>
                      <a:pt x="5359" y="1192"/>
                    </a:cubicBezTo>
                    <a:cubicBezTo>
                      <a:pt x="5694" y="1055"/>
                      <a:pt x="6039" y="946"/>
                      <a:pt x="6374" y="828"/>
                    </a:cubicBezTo>
                    <a:lnTo>
                      <a:pt x="63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25"/>
              <p:cNvSpPr/>
              <p:nvPr/>
            </p:nvSpPr>
            <p:spPr>
              <a:xfrm>
                <a:off x="9020148" y="1723860"/>
                <a:ext cx="123261" cy="223707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3827" extrusionOk="0">
                    <a:moveTo>
                      <a:pt x="1679" y="0"/>
                    </a:moveTo>
                    <a:cubicBezTo>
                      <a:pt x="1608" y="0"/>
                      <a:pt x="1541" y="8"/>
                      <a:pt x="1478" y="31"/>
                    </a:cubicBezTo>
                    <a:cubicBezTo>
                      <a:pt x="897" y="248"/>
                      <a:pt x="414" y="593"/>
                      <a:pt x="208" y="1223"/>
                    </a:cubicBezTo>
                    <a:cubicBezTo>
                      <a:pt x="60" y="1686"/>
                      <a:pt x="1" y="2139"/>
                      <a:pt x="139" y="2612"/>
                    </a:cubicBezTo>
                    <a:cubicBezTo>
                      <a:pt x="336" y="3262"/>
                      <a:pt x="749" y="3686"/>
                      <a:pt x="1429" y="3814"/>
                    </a:cubicBezTo>
                    <a:cubicBezTo>
                      <a:pt x="1481" y="3823"/>
                      <a:pt x="1534" y="3827"/>
                      <a:pt x="1588" y="3827"/>
                    </a:cubicBezTo>
                    <a:cubicBezTo>
                      <a:pt x="1759" y="3827"/>
                      <a:pt x="1937" y="3789"/>
                      <a:pt x="2109" y="3774"/>
                    </a:cubicBezTo>
                    <a:lnTo>
                      <a:pt x="2109" y="31"/>
                    </a:lnTo>
                    <a:cubicBezTo>
                      <a:pt x="1971" y="31"/>
                      <a:pt x="1820" y="0"/>
                      <a:pt x="167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25"/>
              <p:cNvSpPr/>
              <p:nvPr/>
            </p:nvSpPr>
            <p:spPr>
              <a:xfrm>
                <a:off x="8283173" y="4262997"/>
                <a:ext cx="267211" cy="262638"/>
              </a:xfrm>
              <a:custGeom>
                <a:avLst/>
                <a:gdLst/>
                <a:ahLst/>
                <a:cxnLst/>
                <a:rect l="l" t="t" r="r" b="b"/>
                <a:pathLst>
                  <a:path w="4572" h="4493" extrusionOk="0">
                    <a:moveTo>
                      <a:pt x="2005" y="0"/>
                    </a:moveTo>
                    <a:cubicBezTo>
                      <a:pt x="1644" y="0"/>
                      <a:pt x="1296" y="128"/>
                      <a:pt x="1035" y="415"/>
                    </a:cubicBezTo>
                    <a:cubicBezTo>
                      <a:pt x="375" y="1104"/>
                      <a:pt x="1" y="1912"/>
                      <a:pt x="217" y="2897"/>
                    </a:cubicBezTo>
                    <a:cubicBezTo>
                      <a:pt x="444" y="3892"/>
                      <a:pt x="1183" y="4493"/>
                      <a:pt x="2158" y="4493"/>
                    </a:cubicBezTo>
                    <a:cubicBezTo>
                      <a:pt x="2572" y="4493"/>
                      <a:pt x="2976" y="4365"/>
                      <a:pt x="3320" y="4119"/>
                    </a:cubicBezTo>
                    <a:cubicBezTo>
                      <a:pt x="4118" y="3567"/>
                      <a:pt x="4571" y="2828"/>
                      <a:pt x="4522" y="1823"/>
                    </a:cubicBezTo>
                    <a:cubicBezTo>
                      <a:pt x="4483" y="1183"/>
                      <a:pt x="4227" y="681"/>
                      <a:pt x="3675" y="346"/>
                    </a:cubicBezTo>
                    <a:cubicBezTo>
                      <a:pt x="3274" y="96"/>
                      <a:pt x="2833" y="8"/>
                      <a:pt x="2344" y="8"/>
                    </a:cubicBezTo>
                    <a:cubicBezTo>
                      <a:pt x="2292" y="8"/>
                      <a:pt x="2240" y="9"/>
                      <a:pt x="2188" y="11"/>
                    </a:cubicBezTo>
                    <a:cubicBezTo>
                      <a:pt x="2127" y="4"/>
                      <a:pt x="2066" y="0"/>
                      <a:pt x="20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25"/>
              <p:cNvSpPr/>
              <p:nvPr/>
            </p:nvSpPr>
            <p:spPr>
              <a:xfrm>
                <a:off x="8443263" y="3360078"/>
                <a:ext cx="241845" cy="221428"/>
              </a:xfrm>
              <a:custGeom>
                <a:avLst/>
                <a:gdLst/>
                <a:ahLst/>
                <a:cxnLst/>
                <a:rect l="l" t="t" r="r" b="b"/>
                <a:pathLst>
                  <a:path w="4138" h="3788" extrusionOk="0">
                    <a:moveTo>
                      <a:pt x="2277" y="0"/>
                    </a:moveTo>
                    <a:cubicBezTo>
                      <a:pt x="1308" y="0"/>
                      <a:pt x="454" y="648"/>
                      <a:pt x="187" y="1609"/>
                    </a:cubicBezTo>
                    <a:cubicBezTo>
                      <a:pt x="0" y="2269"/>
                      <a:pt x="197" y="2820"/>
                      <a:pt x="690" y="3254"/>
                    </a:cubicBezTo>
                    <a:cubicBezTo>
                      <a:pt x="1106" y="3606"/>
                      <a:pt x="1556" y="3788"/>
                      <a:pt x="2038" y="3788"/>
                    </a:cubicBezTo>
                    <a:cubicBezTo>
                      <a:pt x="2298" y="3788"/>
                      <a:pt x="2568" y="3735"/>
                      <a:pt x="2847" y="3628"/>
                    </a:cubicBezTo>
                    <a:cubicBezTo>
                      <a:pt x="3438" y="3402"/>
                      <a:pt x="4138" y="2732"/>
                      <a:pt x="4069" y="1845"/>
                    </a:cubicBezTo>
                    <a:cubicBezTo>
                      <a:pt x="4069" y="890"/>
                      <a:pt x="3468" y="141"/>
                      <a:pt x="2591" y="23"/>
                    </a:cubicBezTo>
                    <a:cubicBezTo>
                      <a:pt x="2485" y="8"/>
                      <a:pt x="2380" y="0"/>
                      <a:pt x="22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25"/>
              <p:cNvSpPr/>
              <p:nvPr/>
            </p:nvSpPr>
            <p:spPr>
              <a:xfrm>
                <a:off x="8615978" y="2054973"/>
                <a:ext cx="105435" cy="103758"/>
              </a:xfrm>
              <a:custGeom>
                <a:avLst/>
                <a:gdLst/>
                <a:ahLst/>
                <a:cxnLst/>
                <a:rect l="l" t="t" r="r" b="b"/>
                <a:pathLst>
                  <a:path w="1804" h="1775" extrusionOk="0">
                    <a:moveTo>
                      <a:pt x="907" y="1"/>
                    </a:moveTo>
                    <a:cubicBezTo>
                      <a:pt x="375" y="10"/>
                      <a:pt x="0" y="385"/>
                      <a:pt x="0" y="887"/>
                    </a:cubicBezTo>
                    <a:cubicBezTo>
                      <a:pt x="0" y="1302"/>
                      <a:pt x="426" y="1774"/>
                      <a:pt x="796" y="1774"/>
                    </a:cubicBezTo>
                    <a:cubicBezTo>
                      <a:pt x="803" y="1774"/>
                      <a:pt x="811" y="1774"/>
                      <a:pt x="818" y="1774"/>
                    </a:cubicBezTo>
                    <a:cubicBezTo>
                      <a:pt x="1458" y="1734"/>
                      <a:pt x="1803" y="1360"/>
                      <a:pt x="1774" y="799"/>
                    </a:cubicBezTo>
                    <a:cubicBezTo>
                      <a:pt x="1754" y="355"/>
                      <a:pt x="1380" y="1"/>
                      <a:pt x="90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25"/>
              <p:cNvSpPr/>
              <p:nvPr/>
            </p:nvSpPr>
            <p:spPr>
              <a:xfrm>
                <a:off x="8296441" y="2066488"/>
                <a:ext cx="847511" cy="1384857"/>
              </a:xfrm>
              <a:custGeom>
                <a:avLst/>
                <a:gdLst/>
                <a:ahLst/>
                <a:cxnLst/>
                <a:rect l="l" t="t" r="r" b="b"/>
                <a:pathLst>
                  <a:path w="14501" h="23691" extrusionOk="0">
                    <a:moveTo>
                      <a:pt x="6526" y="10541"/>
                    </a:moveTo>
                    <a:lnTo>
                      <a:pt x="6526" y="10541"/>
                    </a:lnTo>
                    <a:cubicBezTo>
                      <a:pt x="6521" y="10548"/>
                      <a:pt x="6517" y="10556"/>
                      <a:pt x="6512" y="10561"/>
                    </a:cubicBezTo>
                    <a:cubicBezTo>
                      <a:pt x="6502" y="10570"/>
                      <a:pt x="6492" y="10580"/>
                      <a:pt x="6482" y="10590"/>
                    </a:cubicBezTo>
                    <a:cubicBezTo>
                      <a:pt x="6482" y="10590"/>
                      <a:pt x="6472" y="10590"/>
                      <a:pt x="6472" y="10580"/>
                    </a:cubicBezTo>
                    <a:cubicBezTo>
                      <a:pt x="6482" y="10580"/>
                      <a:pt x="6492" y="10570"/>
                      <a:pt x="6502" y="10561"/>
                    </a:cubicBezTo>
                    <a:cubicBezTo>
                      <a:pt x="6512" y="10556"/>
                      <a:pt x="6519" y="10548"/>
                      <a:pt x="6526" y="10541"/>
                    </a:cubicBezTo>
                    <a:close/>
                    <a:moveTo>
                      <a:pt x="9575" y="5763"/>
                    </a:moveTo>
                    <a:cubicBezTo>
                      <a:pt x="9851" y="6315"/>
                      <a:pt x="10344" y="6542"/>
                      <a:pt x="10885" y="6699"/>
                    </a:cubicBezTo>
                    <a:cubicBezTo>
                      <a:pt x="11092" y="6758"/>
                      <a:pt x="11309" y="6778"/>
                      <a:pt x="11516" y="6817"/>
                    </a:cubicBezTo>
                    <a:cubicBezTo>
                      <a:pt x="12383" y="6975"/>
                      <a:pt x="12658" y="7743"/>
                      <a:pt x="12383" y="8482"/>
                    </a:cubicBezTo>
                    <a:cubicBezTo>
                      <a:pt x="12264" y="8778"/>
                      <a:pt x="12176" y="9083"/>
                      <a:pt x="12097" y="9379"/>
                    </a:cubicBezTo>
                    <a:cubicBezTo>
                      <a:pt x="11979" y="9832"/>
                      <a:pt x="12077" y="10216"/>
                      <a:pt x="12471" y="10492"/>
                    </a:cubicBezTo>
                    <a:cubicBezTo>
                      <a:pt x="12501" y="10501"/>
                      <a:pt x="12511" y="10521"/>
                      <a:pt x="12530" y="10541"/>
                    </a:cubicBezTo>
                    <a:cubicBezTo>
                      <a:pt x="12540" y="10551"/>
                      <a:pt x="12540" y="10551"/>
                      <a:pt x="12550" y="10580"/>
                    </a:cubicBezTo>
                    <a:cubicBezTo>
                      <a:pt x="12461" y="10639"/>
                      <a:pt x="12373" y="10699"/>
                      <a:pt x="12264" y="10767"/>
                    </a:cubicBezTo>
                    <a:cubicBezTo>
                      <a:pt x="12127" y="10561"/>
                      <a:pt x="11979" y="10383"/>
                      <a:pt x="11851" y="10186"/>
                    </a:cubicBezTo>
                    <a:cubicBezTo>
                      <a:pt x="11634" y="9851"/>
                      <a:pt x="11614" y="9507"/>
                      <a:pt x="11772" y="9132"/>
                    </a:cubicBezTo>
                    <a:cubicBezTo>
                      <a:pt x="11900" y="8797"/>
                      <a:pt x="12028" y="8462"/>
                      <a:pt x="12107" y="8108"/>
                    </a:cubicBezTo>
                    <a:cubicBezTo>
                      <a:pt x="12225" y="7615"/>
                      <a:pt x="11998" y="7211"/>
                      <a:pt x="11516" y="7064"/>
                    </a:cubicBezTo>
                    <a:cubicBezTo>
                      <a:pt x="11151" y="6955"/>
                      <a:pt x="10757" y="6916"/>
                      <a:pt x="10383" y="6807"/>
                    </a:cubicBezTo>
                    <a:cubicBezTo>
                      <a:pt x="10117" y="6729"/>
                      <a:pt x="9851" y="6620"/>
                      <a:pt x="9624" y="6463"/>
                    </a:cubicBezTo>
                    <a:cubicBezTo>
                      <a:pt x="9467" y="6335"/>
                      <a:pt x="9378" y="6108"/>
                      <a:pt x="9250" y="5911"/>
                    </a:cubicBezTo>
                    <a:cubicBezTo>
                      <a:pt x="9398" y="5842"/>
                      <a:pt x="9496" y="5803"/>
                      <a:pt x="9575" y="5763"/>
                    </a:cubicBezTo>
                    <a:close/>
                    <a:moveTo>
                      <a:pt x="9053" y="6010"/>
                    </a:moveTo>
                    <a:cubicBezTo>
                      <a:pt x="9230" y="6709"/>
                      <a:pt x="9772" y="6955"/>
                      <a:pt x="10393" y="7093"/>
                    </a:cubicBezTo>
                    <a:cubicBezTo>
                      <a:pt x="10718" y="7162"/>
                      <a:pt x="11053" y="7211"/>
                      <a:pt x="11368" y="7300"/>
                    </a:cubicBezTo>
                    <a:cubicBezTo>
                      <a:pt x="11801" y="7428"/>
                      <a:pt x="11949" y="7694"/>
                      <a:pt x="11841" y="8127"/>
                    </a:cubicBezTo>
                    <a:cubicBezTo>
                      <a:pt x="11772" y="8393"/>
                      <a:pt x="11683" y="8659"/>
                      <a:pt x="11565" y="8906"/>
                    </a:cubicBezTo>
                    <a:cubicBezTo>
                      <a:pt x="11279" y="9526"/>
                      <a:pt x="11388" y="10078"/>
                      <a:pt x="11811" y="10590"/>
                    </a:cubicBezTo>
                    <a:cubicBezTo>
                      <a:pt x="11880" y="10679"/>
                      <a:pt x="11959" y="10777"/>
                      <a:pt x="12048" y="10896"/>
                    </a:cubicBezTo>
                    <a:cubicBezTo>
                      <a:pt x="11644" y="11093"/>
                      <a:pt x="11250" y="11290"/>
                      <a:pt x="10895" y="11467"/>
                    </a:cubicBezTo>
                    <a:cubicBezTo>
                      <a:pt x="9962" y="10832"/>
                      <a:pt x="8998" y="10365"/>
                      <a:pt x="7913" y="10365"/>
                    </a:cubicBezTo>
                    <a:cubicBezTo>
                      <a:pt x="7635" y="10365"/>
                      <a:pt x="7349" y="10396"/>
                      <a:pt x="7053" y="10462"/>
                    </a:cubicBezTo>
                    <a:cubicBezTo>
                      <a:pt x="7034" y="10433"/>
                      <a:pt x="7014" y="10413"/>
                      <a:pt x="6994" y="10383"/>
                    </a:cubicBezTo>
                    <a:cubicBezTo>
                      <a:pt x="7044" y="10364"/>
                      <a:pt x="7103" y="10364"/>
                      <a:pt x="7142" y="10324"/>
                    </a:cubicBezTo>
                    <a:cubicBezTo>
                      <a:pt x="7438" y="10048"/>
                      <a:pt x="7743" y="9763"/>
                      <a:pt x="8038" y="9477"/>
                    </a:cubicBezTo>
                    <a:cubicBezTo>
                      <a:pt x="8235" y="9280"/>
                      <a:pt x="8373" y="9063"/>
                      <a:pt x="8295" y="8768"/>
                    </a:cubicBezTo>
                    <a:cubicBezTo>
                      <a:pt x="8216" y="8462"/>
                      <a:pt x="7979" y="8305"/>
                      <a:pt x="7694" y="8246"/>
                    </a:cubicBezTo>
                    <a:cubicBezTo>
                      <a:pt x="7408" y="8187"/>
                      <a:pt x="7112" y="8157"/>
                      <a:pt x="6817" y="8118"/>
                    </a:cubicBezTo>
                    <a:cubicBezTo>
                      <a:pt x="6758" y="8108"/>
                      <a:pt x="6689" y="8088"/>
                      <a:pt x="6571" y="8049"/>
                    </a:cubicBezTo>
                    <a:cubicBezTo>
                      <a:pt x="6728" y="7832"/>
                      <a:pt x="6847" y="7605"/>
                      <a:pt x="7024" y="7438"/>
                    </a:cubicBezTo>
                    <a:cubicBezTo>
                      <a:pt x="7605" y="6886"/>
                      <a:pt x="8265" y="6433"/>
                      <a:pt x="8964" y="6039"/>
                    </a:cubicBezTo>
                    <a:cubicBezTo>
                      <a:pt x="8984" y="6029"/>
                      <a:pt x="9014" y="6029"/>
                      <a:pt x="9053" y="6010"/>
                    </a:cubicBezTo>
                    <a:close/>
                    <a:moveTo>
                      <a:pt x="5261" y="11920"/>
                    </a:moveTo>
                    <a:lnTo>
                      <a:pt x="5270" y="11940"/>
                    </a:lnTo>
                    <a:cubicBezTo>
                      <a:pt x="5262" y="11940"/>
                      <a:pt x="5254" y="11940"/>
                      <a:pt x="5246" y="11934"/>
                    </a:cubicBezTo>
                    <a:lnTo>
                      <a:pt x="5246" y="11934"/>
                    </a:lnTo>
                    <a:cubicBezTo>
                      <a:pt x="5254" y="11927"/>
                      <a:pt x="5261" y="11920"/>
                      <a:pt x="5261" y="11920"/>
                    </a:cubicBezTo>
                    <a:close/>
                    <a:moveTo>
                      <a:pt x="8698" y="12304"/>
                    </a:moveTo>
                    <a:cubicBezTo>
                      <a:pt x="8698" y="12314"/>
                      <a:pt x="8708" y="12324"/>
                      <a:pt x="8708" y="12334"/>
                    </a:cubicBezTo>
                    <a:cubicBezTo>
                      <a:pt x="8698" y="12344"/>
                      <a:pt x="8698" y="12353"/>
                      <a:pt x="8689" y="12353"/>
                    </a:cubicBezTo>
                    <a:cubicBezTo>
                      <a:pt x="8679" y="12344"/>
                      <a:pt x="8679" y="12334"/>
                      <a:pt x="8679" y="12324"/>
                    </a:cubicBezTo>
                    <a:cubicBezTo>
                      <a:pt x="8679" y="12314"/>
                      <a:pt x="8689" y="12314"/>
                      <a:pt x="8698" y="12304"/>
                    </a:cubicBezTo>
                    <a:close/>
                    <a:moveTo>
                      <a:pt x="12521" y="11453"/>
                    </a:moveTo>
                    <a:cubicBezTo>
                      <a:pt x="12528" y="11453"/>
                      <a:pt x="12534" y="11454"/>
                      <a:pt x="12540" y="11457"/>
                    </a:cubicBezTo>
                    <a:cubicBezTo>
                      <a:pt x="12879" y="11640"/>
                      <a:pt x="13223" y="11726"/>
                      <a:pt x="13572" y="11726"/>
                    </a:cubicBezTo>
                    <a:cubicBezTo>
                      <a:pt x="13843" y="11726"/>
                      <a:pt x="14117" y="11674"/>
                      <a:pt x="14392" y="11575"/>
                    </a:cubicBezTo>
                    <a:cubicBezTo>
                      <a:pt x="14402" y="11575"/>
                      <a:pt x="14402" y="11585"/>
                      <a:pt x="14441" y="11605"/>
                    </a:cubicBezTo>
                    <a:cubicBezTo>
                      <a:pt x="13801" y="12521"/>
                      <a:pt x="12905" y="13112"/>
                      <a:pt x="11959" y="13693"/>
                    </a:cubicBezTo>
                    <a:cubicBezTo>
                      <a:pt x="11900" y="13082"/>
                      <a:pt x="11782" y="12511"/>
                      <a:pt x="11417" y="12019"/>
                    </a:cubicBezTo>
                    <a:cubicBezTo>
                      <a:pt x="11772" y="11831"/>
                      <a:pt x="12117" y="11644"/>
                      <a:pt x="12471" y="11467"/>
                    </a:cubicBezTo>
                    <a:cubicBezTo>
                      <a:pt x="12485" y="11460"/>
                      <a:pt x="12504" y="11453"/>
                      <a:pt x="12521" y="11453"/>
                    </a:cubicBezTo>
                    <a:close/>
                    <a:moveTo>
                      <a:pt x="8069" y="11037"/>
                    </a:moveTo>
                    <a:cubicBezTo>
                      <a:pt x="8672" y="11037"/>
                      <a:pt x="9264" y="11197"/>
                      <a:pt x="9841" y="11565"/>
                    </a:cubicBezTo>
                    <a:cubicBezTo>
                      <a:pt x="9920" y="11615"/>
                      <a:pt x="9989" y="11674"/>
                      <a:pt x="10068" y="11723"/>
                    </a:cubicBezTo>
                    <a:cubicBezTo>
                      <a:pt x="10087" y="11733"/>
                      <a:pt x="10117" y="11743"/>
                      <a:pt x="10176" y="11762"/>
                    </a:cubicBezTo>
                    <a:cubicBezTo>
                      <a:pt x="9752" y="11959"/>
                      <a:pt x="9388" y="12127"/>
                      <a:pt x="9014" y="12304"/>
                    </a:cubicBezTo>
                    <a:cubicBezTo>
                      <a:pt x="8866" y="11950"/>
                      <a:pt x="8689" y="11634"/>
                      <a:pt x="8255" y="11624"/>
                    </a:cubicBezTo>
                    <a:cubicBezTo>
                      <a:pt x="8204" y="11622"/>
                      <a:pt x="8153" y="11620"/>
                      <a:pt x="8102" y="11620"/>
                    </a:cubicBezTo>
                    <a:cubicBezTo>
                      <a:pt x="7770" y="11620"/>
                      <a:pt x="7442" y="11680"/>
                      <a:pt x="7152" y="11851"/>
                    </a:cubicBezTo>
                    <a:cubicBezTo>
                      <a:pt x="6837" y="12048"/>
                      <a:pt x="6521" y="12265"/>
                      <a:pt x="6246" y="12501"/>
                    </a:cubicBezTo>
                    <a:cubicBezTo>
                      <a:pt x="5783" y="12895"/>
                      <a:pt x="5359" y="13319"/>
                      <a:pt x="4916" y="13733"/>
                    </a:cubicBezTo>
                    <a:cubicBezTo>
                      <a:pt x="4896" y="13742"/>
                      <a:pt x="4886" y="13762"/>
                      <a:pt x="4876" y="13772"/>
                    </a:cubicBezTo>
                    <a:lnTo>
                      <a:pt x="4857" y="13772"/>
                    </a:lnTo>
                    <a:cubicBezTo>
                      <a:pt x="4867" y="13752"/>
                      <a:pt x="4876" y="13733"/>
                      <a:pt x="4886" y="13713"/>
                    </a:cubicBezTo>
                    <a:cubicBezTo>
                      <a:pt x="5231" y="13191"/>
                      <a:pt x="5566" y="12669"/>
                      <a:pt x="5911" y="12147"/>
                    </a:cubicBezTo>
                    <a:cubicBezTo>
                      <a:pt x="6068" y="11910"/>
                      <a:pt x="6236" y="11684"/>
                      <a:pt x="6413" y="11447"/>
                    </a:cubicBezTo>
                    <a:cubicBezTo>
                      <a:pt x="6433" y="11408"/>
                      <a:pt x="6482" y="11368"/>
                      <a:pt x="6521" y="11349"/>
                    </a:cubicBezTo>
                    <a:cubicBezTo>
                      <a:pt x="7044" y="11150"/>
                      <a:pt x="7561" y="11037"/>
                      <a:pt x="8069" y="11037"/>
                    </a:cubicBezTo>
                    <a:close/>
                    <a:moveTo>
                      <a:pt x="10610" y="12334"/>
                    </a:moveTo>
                    <a:cubicBezTo>
                      <a:pt x="10994" y="12905"/>
                      <a:pt x="11161" y="13516"/>
                      <a:pt x="11161" y="14176"/>
                    </a:cubicBezTo>
                    <a:cubicBezTo>
                      <a:pt x="11071" y="14205"/>
                      <a:pt x="10978" y="14220"/>
                      <a:pt x="10883" y="14220"/>
                    </a:cubicBezTo>
                    <a:cubicBezTo>
                      <a:pt x="10316" y="14220"/>
                      <a:pt x="9693" y="13707"/>
                      <a:pt x="9339" y="12905"/>
                    </a:cubicBezTo>
                    <a:cubicBezTo>
                      <a:pt x="9762" y="12708"/>
                      <a:pt x="10186" y="12531"/>
                      <a:pt x="10610" y="12334"/>
                    </a:cubicBezTo>
                    <a:close/>
                    <a:moveTo>
                      <a:pt x="9033" y="13043"/>
                    </a:moveTo>
                    <a:cubicBezTo>
                      <a:pt x="9063" y="13053"/>
                      <a:pt x="9083" y="13053"/>
                      <a:pt x="9102" y="13053"/>
                    </a:cubicBezTo>
                    <a:cubicBezTo>
                      <a:pt x="9497" y="13899"/>
                      <a:pt x="10069" y="14492"/>
                      <a:pt x="11059" y="14492"/>
                    </a:cubicBezTo>
                    <a:cubicBezTo>
                      <a:pt x="11083" y="14492"/>
                      <a:pt x="11107" y="14492"/>
                      <a:pt x="11132" y="14491"/>
                    </a:cubicBezTo>
                    <a:lnTo>
                      <a:pt x="11132" y="14491"/>
                    </a:lnTo>
                    <a:cubicBezTo>
                      <a:pt x="10977" y="14559"/>
                      <a:pt x="10818" y="14588"/>
                      <a:pt x="10658" y="14588"/>
                    </a:cubicBezTo>
                    <a:cubicBezTo>
                      <a:pt x="10563" y="14588"/>
                      <a:pt x="10468" y="14578"/>
                      <a:pt x="10373" y="14560"/>
                    </a:cubicBezTo>
                    <a:cubicBezTo>
                      <a:pt x="9634" y="14402"/>
                      <a:pt x="9201" y="13930"/>
                      <a:pt x="8994" y="13230"/>
                    </a:cubicBezTo>
                    <a:cubicBezTo>
                      <a:pt x="8974" y="13181"/>
                      <a:pt x="9024" y="13112"/>
                      <a:pt x="9033" y="13043"/>
                    </a:cubicBezTo>
                    <a:close/>
                    <a:moveTo>
                      <a:pt x="5930" y="11585"/>
                    </a:moveTo>
                    <a:lnTo>
                      <a:pt x="5970" y="11615"/>
                    </a:lnTo>
                    <a:cubicBezTo>
                      <a:pt x="5881" y="11723"/>
                      <a:pt x="5802" y="11841"/>
                      <a:pt x="5724" y="11959"/>
                    </a:cubicBezTo>
                    <a:cubicBezTo>
                      <a:pt x="5310" y="12590"/>
                      <a:pt x="4896" y="13230"/>
                      <a:pt x="4482" y="13870"/>
                    </a:cubicBezTo>
                    <a:cubicBezTo>
                      <a:pt x="4423" y="13959"/>
                      <a:pt x="4384" y="14067"/>
                      <a:pt x="4364" y="14176"/>
                    </a:cubicBezTo>
                    <a:cubicBezTo>
                      <a:pt x="4350" y="14298"/>
                      <a:pt x="4409" y="14378"/>
                      <a:pt x="4499" y="14378"/>
                    </a:cubicBezTo>
                    <a:cubicBezTo>
                      <a:pt x="4533" y="14378"/>
                      <a:pt x="4570" y="14367"/>
                      <a:pt x="4610" y="14343"/>
                    </a:cubicBezTo>
                    <a:cubicBezTo>
                      <a:pt x="4709" y="14294"/>
                      <a:pt x="4788" y="14225"/>
                      <a:pt x="4867" y="14156"/>
                    </a:cubicBezTo>
                    <a:cubicBezTo>
                      <a:pt x="5418" y="13634"/>
                      <a:pt x="5960" y="13102"/>
                      <a:pt x="6541" y="12610"/>
                    </a:cubicBezTo>
                    <a:cubicBezTo>
                      <a:pt x="6817" y="12363"/>
                      <a:pt x="7142" y="12166"/>
                      <a:pt x="7487" y="12019"/>
                    </a:cubicBezTo>
                    <a:cubicBezTo>
                      <a:pt x="7713" y="11910"/>
                      <a:pt x="8009" y="11910"/>
                      <a:pt x="8275" y="11900"/>
                    </a:cubicBezTo>
                    <a:cubicBezTo>
                      <a:pt x="8281" y="11900"/>
                      <a:pt x="8287" y="11900"/>
                      <a:pt x="8293" y="11900"/>
                    </a:cubicBezTo>
                    <a:cubicBezTo>
                      <a:pt x="8507" y="11900"/>
                      <a:pt x="8602" y="12073"/>
                      <a:pt x="8669" y="12275"/>
                    </a:cubicBezTo>
                    <a:cubicBezTo>
                      <a:pt x="8475" y="12110"/>
                      <a:pt x="8278" y="12047"/>
                      <a:pt x="8078" y="12047"/>
                    </a:cubicBezTo>
                    <a:cubicBezTo>
                      <a:pt x="7882" y="12047"/>
                      <a:pt x="7682" y="12108"/>
                      <a:pt x="7477" y="12196"/>
                    </a:cubicBezTo>
                    <a:cubicBezTo>
                      <a:pt x="6994" y="12413"/>
                      <a:pt x="6600" y="12747"/>
                      <a:pt x="6236" y="13112"/>
                    </a:cubicBezTo>
                    <a:cubicBezTo>
                      <a:pt x="5812" y="13526"/>
                      <a:pt x="5398" y="13949"/>
                      <a:pt x="4965" y="14353"/>
                    </a:cubicBezTo>
                    <a:cubicBezTo>
                      <a:pt x="4788" y="14521"/>
                      <a:pt x="4571" y="14649"/>
                      <a:pt x="4364" y="14777"/>
                    </a:cubicBezTo>
                    <a:cubicBezTo>
                      <a:pt x="4322" y="14801"/>
                      <a:pt x="4260" y="14818"/>
                      <a:pt x="4208" y="14818"/>
                    </a:cubicBezTo>
                    <a:cubicBezTo>
                      <a:pt x="4175" y="14818"/>
                      <a:pt x="4147" y="14811"/>
                      <a:pt x="4128" y="14796"/>
                    </a:cubicBezTo>
                    <a:cubicBezTo>
                      <a:pt x="4078" y="14767"/>
                      <a:pt x="4069" y="14639"/>
                      <a:pt x="4088" y="14570"/>
                    </a:cubicBezTo>
                    <a:cubicBezTo>
                      <a:pt x="4216" y="14225"/>
                      <a:pt x="4305" y="13870"/>
                      <a:pt x="4492" y="13575"/>
                    </a:cubicBezTo>
                    <a:cubicBezTo>
                      <a:pt x="4906" y="12925"/>
                      <a:pt x="5369" y="12314"/>
                      <a:pt x="5812" y="11693"/>
                    </a:cubicBezTo>
                    <a:cubicBezTo>
                      <a:pt x="5842" y="11644"/>
                      <a:pt x="5891" y="11615"/>
                      <a:pt x="5930" y="11585"/>
                    </a:cubicBezTo>
                    <a:close/>
                    <a:moveTo>
                      <a:pt x="8718" y="13250"/>
                    </a:moveTo>
                    <a:cubicBezTo>
                      <a:pt x="8895" y="13762"/>
                      <a:pt x="9122" y="14225"/>
                      <a:pt x="9585" y="14521"/>
                    </a:cubicBezTo>
                    <a:cubicBezTo>
                      <a:pt x="9928" y="14737"/>
                      <a:pt x="10289" y="14852"/>
                      <a:pt x="10670" y="14852"/>
                    </a:cubicBezTo>
                    <a:cubicBezTo>
                      <a:pt x="10792" y="14852"/>
                      <a:pt x="10916" y="14840"/>
                      <a:pt x="11043" y="14816"/>
                    </a:cubicBezTo>
                    <a:lnTo>
                      <a:pt x="11043" y="14816"/>
                    </a:lnTo>
                    <a:cubicBezTo>
                      <a:pt x="10944" y="15584"/>
                      <a:pt x="10018" y="16668"/>
                      <a:pt x="9240" y="16904"/>
                    </a:cubicBezTo>
                    <a:cubicBezTo>
                      <a:pt x="9004" y="15624"/>
                      <a:pt x="8186" y="14993"/>
                      <a:pt x="6886" y="14885"/>
                    </a:cubicBezTo>
                    <a:cubicBezTo>
                      <a:pt x="7310" y="14097"/>
                      <a:pt x="8019" y="13693"/>
                      <a:pt x="8718" y="13250"/>
                    </a:cubicBezTo>
                    <a:close/>
                    <a:moveTo>
                      <a:pt x="6797" y="15082"/>
                    </a:moveTo>
                    <a:cubicBezTo>
                      <a:pt x="7221" y="15210"/>
                      <a:pt x="7644" y="15279"/>
                      <a:pt x="8019" y="15466"/>
                    </a:cubicBezTo>
                    <a:cubicBezTo>
                      <a:pt x="8590" y="15762"/>
                      <a:pt x="8856" y="16304"/>
                      <a:pt x="8974" y="16924"/>
                    </a:cubicBezTo>
                    <a:cubicBezTo>
                      <a:pt x="8984" y="16973"/>
                      <a:pt x="8925" y="17033"/>
                      <a:pt x="8895" y="17092"/>
                    </a:cubicBezTo>
                    <a:cubicBezTo>
                      <a:pt x="8876" y="17082"/>
                      <a:pt x="8856" y="17072"/>
                      <a:pt x="8827" y="17062"/>
                    </a:cubicBezTo>
                    <a:cubicBezTo>
                      <a:pt x="8787" y="16520"/>
                      <a:pt x="8482" y="16126"/>
                      <a:pt x="8098" y="15781"/>
                    </a:cubicBezTo>
                    <a:cubicBezTo>
                      <a:pt x="7788" y="15503"/>
                      <a:pt x="7448" y="15340"/>
                      <a:pt x="7050" y="15340"/>
                    </a:cubicBezTo>
                    <a:cubicBezTo>
                      <a:pt x="6941" y="15340"/>
                      <a:pt x="6827" y="15352"/>
                      <a:pt x="6709" y="15378"/>
                    </a:cubicBezTo>
                    <a:cubicBezTo>
                      <a:pt x="6738" y="15279"/>
                      <a:pt x="6758" y="15210"/>
                      <a:pt x="6797" y="15082"/>
                    </a:cubicBezTo>
                    <a:close/>
                    <a:moveTo>
                      <a:pt x="6954" y="15643"/>
                    </a:moveTo>
                    <a:cubicBezTo>
                      <a:pt x="7766" y="15643"/>
                      <a:pt x="8595" y="16380"/>
                      <a:pt x="8551" y="17141"/>
                    </a:cubicBezTo>
                    <a:cubicBezTo>
                      <a:pt x="8384" y="17195"/>
                      <a:pt x="8218" y="17221"/>
                      <a:pt x="8058" y="17221"/>
                    </a:cubicBezTo>
                    <a:cubicBezTo>
                      <a:pt x="7238" y="17221"/>
                      <a:pt x="6572" y="16547"/>
                      <a:pt x="6679" y="15673"/>
                    </a:cubicBezTo>
                    <a:cubicBezTo>
                      <a:pt x="6770" y="15653"/>
                      <a:pt x="6862" y="15643"/>
                      <a:pt x="6954" y="15643"/>
                    </a:cubicBezTo>
                    <a:close/>
                    <a:moveTo>
                      <a:pt x="10300" y="12042"/>
                    </a:moveTo>
                    <a:cubicBezTo>
                      <a:pt x="10340" y="12042"/>
                      <a:pt x="10383" y="12048"/>
                      <a:pt x="10422" y="12048"/>
                    </a:cubicBezTo>
                    <a:cubicBezTo>
                      <a:pt x="10422" y="12068"/>
                      <a:pt x="10422" y="12087"/>
                      <a:pt x="10422" y="12107"/>
                    </a:cubicBezTo>
                    <a:cubicBezTo>
                      <a:pt x="9881" y="12363"/>
                      <a:pt x="9329" y="12600"/>
                      <a:pt x="8817" y="12895"/>
                    </a:cubicBezTo>
                    <a:cubicBezTo>
                      <a:pt x="8334" y="13171"/>
                      <a:pt x="7861" y="13486"/>
                      <a:pt x="7418" y="13831"/>
                    </a:cubicBezTo>
                    <a:cubicBezTo>
                      <a:pt x="6768" y="14333"/>
                      <a:pt x="6393" y="14993"/>
                      <a:pt x="6393" y="15831"/>
                    </a:cubicBezTo>
                    <a:cubicBezTo>
                      <a:pt x="6393" y="16767"/>
                      <a:pt x="7122" y="17436"/>
                      <a:pt x="7851" y="17476"/>
                    </a:cubicBezTo>
                    <a:cubicBezTo>
                      <a:pt x="7909" y="17479"/>
                      <a:pt x="7966" y="17481"/>
                      <a:pt x="8022" y="17481"/>
                    </a:cubicBezTo>
                    <a:cubicBezTo>
                      <a:pt x="8489" y="17481"/>
                      <a:pt x="8926" y="17373"/>
                      <a:pt x="9339" y="17170"/>
                    </a:cubicBezTo>
                    <a:cubicBezTo>
                      <a:pt x="10590" y="16579"/>
                      <a:pt x="11329" y="15604"/>
                      <a:pt x="11427" y="14215"/>
                    </a:cubicBezTo>
                    <a:cubicBezTo>
                      <a:pt x="11476" y="13555"/>
                      <a:pt x="11289" y="12944"/>
                      <a:pt x="10954" y="12373"/>
                    </a:cubicBezTo>
                    <a:cubicBezTo>
                      <a:pt x="10935" y="12324"/>
                      <a:pt x="10905" y="12284"/>
                      <a:pt x="10875" y="12235"/>
                    </a:cubicBezTo>
                    <a:cubicBezTo>
                      <a:pt x="10985" y="12180"/>
                      <a:pt x="11059" y="12149"/>
                      <a:pt x="11117" y="12149"/>
                    </a:cubicBezTo>
                    <a:cubicBezTo>
                      <a:pt x="11205" y="12149"/>
                      <a:pt x="11255" y="12221"/>
                      <a:pt x="11338" y="12393"/>
                    </a:cubicBezTo>
                    <a:cubicBezTo>
                      <a:pt x="11555" y="12807"/>
                      <a:pt x="11664" y="13250"/>
                      <a:pt x="11673" y="13723"/>
                    </a:cubicBezTo>
                    <a:cubicBezTo>
                      <a:pt x="11693" y="14668"/>
                      <a:pt x="11526" y="15565"/>
                      <a:pt x="10925" y="16333"/>
                    </a:cubicBezTo>
                    <a:cubicBezTo>
                      <a:pt x="10353" y="17062"/>
                      <a:pt x="9644" y="17584"/>
                      <a:pt x="8728" y="17791"/>
                    </a:cubicBezTo>
                    <a:cubicBezTo>
                      <a:pt x="8528" y="17834"/>
                      <a:pt x="8328" y="17854"/>
                      <a:pt x="8128" y="17854"/>
                    </a:cubicBezTo>
                    <a:cubicBezTo>
                      <a:pt x="7827" y="17854"/>
                      <a:pt x="7527" y="17809"/>
                      <a:pt x="7231" y="17732"/>
                    </a:cubicBezTo>
                    <a:cubicBezTo>
                      <a:pt x="7034" y="17683"/>
                      <a:pt x="6837" y="17574"/>
                      <a:pt x="6689" y="17436"/>
                    </a:cubicBezTo>
                    <a:cubicBezTo>
                      <a:pt x="6147" y="16924"/>
                      <a:pt x="6039" y="16274"/>
                      <a:pt x="6167" y="15555"/>
                    </a:cubicBezTo>
                    <a:cubicBezTo>
                      <a:pt x="6265" y="14984"/>
                      <a:pt x="6531" y="14521"/>
                      <a:pt x="6896" y="14077"/>
                    </a:cubicBezTo>
                    <a:cubicBezTo>
                      <a:pt x="7398" y="13467"/>
                      <a:pt x="8038" y="13073"/>
                      <a:pt x="8748" y="12747"/>
                    </a:cubicBezTo>
                    <a:cubicBezTo>
                      <a:pt x="9240" y="12531"/>
                      <a:pt x="9723" y="12284"/>
                      <a:pt x="10215" y="12058"/>
                    </a:cubicBezTo>
                    <a:cubicBezTo>
                      <a:pt x="10241" y="12045"/>
                      <a:pt x="10270" y="12042"/>
                      <a:pt x="10300" y="12042"/>
                    </a:cubicBezTo>
                    <a:close/>
                    <a:moveTo>
                      <a:pt x="9024" y="18018"/>
                    </a:moveTo>
                    <a:cubicBezTo>
                      <a:pt x="9024" y="18116"/>
                      <a:pt x="9024" y="18215"/>
                      <a:pt x="9024" y="18303"/>
                    </a:cubicBezTo>
                    <a:cubicBezTo>
                      <a:pt x="9024" y="18845"/>
                      <a:pt x="9033" y="19377"/>
                      <a:pt x="9024" y="19919"/>
                    </a:cubicBezTo>
                    <a:cubicBezTo>
                      <a:pt x="9024" y="19978"/>
                      <a:pt x="8974" y="20047"/>
                      <a:pt x="8945" y="20106"/>
                    </a:cubicBezTo>
                    <a:cubicBezTo>
                      <a:pt x="8925" y="20096"/>
                      <a:pt x="8905" y="20096"/>
                      <a:pt x="8886" y="20086"/>
                    </a:cubicBezTo>
                    <a:cubicBezTo>
                      <a:pt x="8787" y="19387"/>
                      <a:pt x="8836" y="18707"/>
                      <a:pt x="8955" y="18018"/>
                    </a:cubicBezTo>
                    <a:close/>
                    <a:moveTo>
                      <a:pt x="5852" y="16116"/>
                    </a:moveTo>
                    <a:lnTo>
                      <a:pt x="5852" y="16116"/>
                    </a:lnTo>
                    <a:cubicBezTo>
                      <a:pt x="5832" y="16619"/>
                      <a:pt x="6019" y="16993"/>
                      <a:pt x="6265" y="17367"/>
                    </a:cubicBezTo>
                    <a:cubicBezTo>
                      <a:pt x="6640" y="17919"/>
                      <a:pt x="7181" y="18067"/>
                      <a:pt x="7792" y="18087"/>
                    </a:cubicBezTo>
                    <a:cubicBezTo>
                      <a:pt x="7935" y="18096"/>
                      <a:pt x="8075" y="18099"/>
                      <a:pt x="8219" y="18099"/>
                    </a:cubicBezTo>
                    <a:cubicBezTo>
                      <a:pt x="8364" y="18099"/>
                      <a:pt x="8511" y="18096"/>
                      <a:pt x="8669" y="18096"/>
                    </a:cubicBezTo>
                    <a:cubicBezTo>
                      <a:pt x="8649" y="18224"/>
                      <a:pt x="8630" y="18362"/>
                      <a:pt x="8630" y="18500"/>
                    </a:cubicBezTo>
                    <a:cubicBezTo>
                      <a:pt x="8620" y="19032"/>
                      <a:pt x="8610" y="19554"/>
                      <a:pt x="8610" y="20086"/>
                    </a:cubicBezTo>
                    <a:cubicBezTo>
                      <a:pt x="8600" y="20145"/>
                      <a:pt x="8580" y="20234"/>
                      <a:pt x="8551" y="20244"/>
                    </a:cubicBezTo>
                    <a:cubicBezTo>
                      <a:pt x="7812" y="20579"/>
                      <a:pt x="7142" y="21091"/>
                      <a:pt x="6315" y="21180"/>
                    </a:cubicBezTo>
                    <a:cubicBezTo>
                      <a:pt x="6164" y="21196"/>
                      <a:pt x="6013" y="21207"/>
                      <a:pt x="5865" y="21207"/>
                    </a:cubicBezTo>
                    <a:cubicBezTo>
                      <a:pt x="5481" y="21207"/>
                      <a:pt x="5109" y="21133"/>
                      <a:pt x="4768" y="20884"/>
                    </a:cubicBezTo>
                    <a:cubicBezTo>
                      <a:pt x="4374" y="20589"/>
                      <a:pt x="4177" y="20175"/>
                      <a:pt x="4157" y="19702"/>
                    </a:cubicBezTo>
                    <a:cubicBezTo>
                      <a:pt x="4088" y="18293"/>
                      <a:pt x="4640" y="17151"/>
                      <a:pt x="5684" y="16235"/>
                    </a:cubicBezTo>
                    <a:cubicBezTo>
                      <a:pt x="5724" y="16205"/>
                      <a:pt x="5763" y="16176"/>
                      <a:pt x="5852" y="16116"/>
                    </a:cubicBezTo>
                    <a:close/>
                    <a:moveTo>
                      <a:pt x="9024" y="20313"/>
                    </a:moveTo>
                    <a:cubicBezTo>
                      <a:pt x="9033" y="20313"/>
                      <a:pt x="9053" y="20323"/>
                      <a:pt x="9073" y="20323"/>
                    </a:cubicBezTo>
                    <a:cubicBezTo>
                      <a:pt x="9132" y="20598"/>
                      <a:pt x="9201" y="20864"/>
                      <a:pt x="9250" y="21140"/>
                    </a:cubicBezTo>
                    <a:cubicBezTo>
                      <a:pt x="9250" y="21199"/>
                      <a:pt x="9152" y="21268"/>
                      <a:pt x="9102" y="21337"/>
                    </a:cubicBezTo>
                    <a:cubicBezTo>
                      <a:pt x="9083" y="21327"/>
                      <a:pt x="9063" y="21318"/>
                      <a:pt x="9043" y="21318"/>
                    </a:cubicBezTo>
                    <a:cubicBezTo>
                      <a:pt x="8994" y="21032"/>
                      <a:pt x="8945" y="20756"/>
                      <a:pt x="8915" y="20470"/>
                    </a:cubicBezTo>
                    <a:cubicBezTo>
                      <a:pt x="8905" y="20421"/>
                      <a:pt x="8984" y="20362"/>
                      <a:pt x="9024" y="20313"/>
                    </a:cubicBezTo>
                    <a:close/>
                    <a:moveTo>
                      <a:pt x="5921" y="15348"/>
                    </a:moveTo>
                    <a:lnTo>
                      <a:pt x="5921" y="15348"/>
                    </a:lnTo>
                    <a:cubicBezTo>
                      <a:pt x="5901" y="15565"/>
                      <a:pt x="5881" y="15713"/>
                      <a:pt x="5861" y="15860"/>
                    </a:cubicBezTo>
                    <a:cubicBezTo>
                      <a:pt x="5527" y="15949"/>
                      <a:pt x="5300" y="16195"/>
                      <a:pt x="5083" y="16441"/>
                    </a:cubicBezTo>
                    <a:cubicBezTo>
                      <a:pt x="4354" y="17239"/>
                      <a:pt x="3921" y="18185"/>
                      <a:pt x="3872" y="19269"/>
                    </a:cubicBezTo>
                    <a:cubicBezTo>
                      <a:pt x="3842" y="20076"/>
                      <a:pt x="4049" y="20786"/>
                      <a:pt x="4798" y="21219"/>
                    </a:cubicBezTo>
                    <a:cubicBezTo>
                      <a:pt x="5137" y="21417"/>
                      <a:pt x="5503" y="21475"/>
                      <a:pt x="5878" y="21475"/>
                    </a:cubicBezTo>
                    <a:cubicBezTo>
                      <a:pt x="5970" y="21475"/>
                      <a:pt x="6063" y="21471"/>
                      <a:pt x="6157" y="21465"/>
                    </a:cubicBezTo>
                    <a:cubicBezTo>
                      <a:pt x="6758" y="21426"/>
                      <a:pt x="7300" y="21219"/>
                      <a:pt x="7822" y="20914"/>
                    </a:cubicBezTo>
                    <a:cubicBezTo>
                      <a:pt x="8078" y="20766"/>
                      <a:pt x="8364" y="20658"/>
                      <a:pt x="8639" y="20530"/>
                    </a:cubicBezTo>
                    <a:lnTo>
                      <a:pt x="8639" y="20530"/>
                    </a:lnTo>
                    <a:cubicBezTo>
                      <a:pt x="8708" y="20727"/>
                      <a:pt x="8679" y="20864"/>
                      <a:pt x="8492" y="20973"/>
                    </a:cubicBezTo>
                    <a:cubicBezTo>
                      <a:pt x="7851" y="21357"/>
                      <a:pt x="7172" y="21613"/>
                      <a:pt x="6433" y="21712"/>
                    </a:cubicBezTo>
                    <a:cubicBezTo>
                      <a:pt x="6235" y="21737"/>
                      <a:pt x="6039" y="21752"/>
                      <a:pt x="5844" y="21752"/>
                    </a:cubicBezTo>
                    <a:cubicBezTo>
                      <a:pt x="5593" y="21752"/>
                      <a:pt x="5343" y="21728"/>
                      <a:pt x="5093" y="21672"/>
                    </a:cubicBezTo>
                    <a:cubicBezTo>
                      <a:pt x="4197" y="21475"/>
                      <a:pt x="3615" y="20756"/>
                      <a:pt x="3547" y="19840"/>
                    </a:cubicBezTo>
                    <a:cubicBezTo>
                      <a:pt x="3478" y="18786"/>
                      <a:pt x="3724" y="17811"/>
                      <a:pt x="4226" y="16895"/>
                    </a:cubicBezTo>
                    <a:cubicBezTo>
                      <a:pt x="4492" y="16412"/>
                      <a:pt x="4896" y="16047"/>
                      <a:pt x="5349" y="15732"/>
                    </a:cubicBezTo>
                    <a:cubicBezTo>
                      <a:pt x="5527" y="15604"/>
                      <a:pt x="5704" y="15496"/>
                      <a:pt x="5921" y="15348"/>
                    </a:cubicBezTo>
                    <a:close/>
                    <a:moveTo>
                      <a:pt x="5235" y="11940"/>
                    </a:moveTo>
                    <a:cubicBezTo>
                      <a:pt x="5189" y="12025"/>
                      <a:pt x="5150" y="12110"/>
                      <a:pt x="5093" y="12186"/>
                    </a:cubicBezTo>
                    <a:cubicBezTo>
                      <a:pt x="4650" y="12767"/>
                      <a:pt x="4226" y="13348"/>
                      <a:pt x="3970" y="14038"/>
                    </a:cubicBezTo>
                    <a:cubicBezTo>
                      <a:pt x="3891" y="14245"/>
                      <a:pt x="3842" y="14471"/>
                      <a:pt x="3822" y="14688"/>
                    </a:cubicBezTo>
                    <a:cubicBezTo>
                      <a:pt x="3807" y="14940"/>
                      <a:pt x="3955" y="15104"/>
                      <a:pt x="4166" y="15104"/>
                    </a:cubicBezTo>
                    <a:cubicBezTo>
                      <a:pt x="4219" y="15104"/>
                      <a:pt x="4275" y="15094"/>
                      <a:pt x="4335" y="15072"/>
                    </a:cubicBezTo>
                    <a:cubicBezTo>
                      <a:pt x="4561" y="14993"/>
                      <a:pt x="4788" y="14865"/>
                      <a:pt x="4965" y="14708"/>
                    </a:cubicBezTo>
                    <a:cubicBezTo>
                      <a:pt x="5458" y="14255"/>
                      <a:pt x="5940" y="13782"/>
                      <a:pt x="6423" y="13299"/>
                    </a:cubicBezTo>
                    <a:cubicBezTo>
                      <a:pt x="6807" y="12925"/>
                      <a:pt x="7221" y="12580"/>
                      <a:pt x="7733" y="12383"/>
                    </a:cubicBezTo>
                    <a:cubicBezTo>
                      <a:pt x="7866" y="12333"/>
                      <a:pt x="7975" y="12307"/>
                      <a:pt x="8071" y="12307"/>
                    </a:cubicBezTo>
                    <a:cubicBezTo>
                      <a:pt x="8237" y="12307"/>
                      <a:pt x="8360" y="12384"/>
                      <a:pt x="8492" y="12541"/>
                    </a:cubicBezTo>
                    <a:cubicBezTo>
                      <a:pt x="8157" y="12738"/>
                      <a:pt x="7812" y="12905"/>
                      <a:pt x="7507" y="13132"/>
                    </a:cubicBezTo>
                    <a:cubicBezTo>
                      <a:pt x="6856" y="13614"/>
                      <a:pt x="6334" y="14215"/>
                      <a:pt x="6029" y="14984"/>
                    </a:cubicBezTo>
                    <a:cubicBezTo>
                      <a:pt x="6009" y="15033"/>
                      <a:pt x="5970" y="15092"/>
                      <a:pt x="5930" y="15112"/>
                    </a:cubicBezTo>
                    <a:cubicBezTo>
                      <a:pt x="5339" y="15328"/>
                      <a:pt x="4857" y="15713"/>
                      <a:pt x="4443" y="16176"/>
                    </a:cubicBezTo>
                    <a:cubicBezTo>
                      <a:pt x="3763" y="16924"/>
                      <a:pt x="3418" y="17830"/>
                      <a:pt x="3320" y="18825"/>
                    </a:cubicBezTo>
                    <a:cubicBezTo>
                      <a:pt x="3271" y="19278"/>
                      <a:pt x="3281" y="19741"/>
                      <a:pt x="3350" y="20195"/>
                    </a:cubicBezTo>
                    <a:cubicBezTo>
                      <a:pt x="3487" y="21170"/>
                      <a:pt x="4236" y="21800"/>
                      <a:pt x="5132" y="21958"/>
                    </a:cubicBezTo>
                    <a:cubicBezTo>
                      <a:pt x="5388" y="22001"/>
                      <a:pt x="5641" y="22022"/>
                      <a:pt x="5891" y="22022"/>
                    </a:cubicBezTo>
                    <a:cubicBezTo>
                      <a:pt x="6549" y="22022"/>
                      <a:pt x="7191" y="21877"/>
                      <a:pt x="7812" y="21613"/>
                    </a:cubicBezTo>
                    <a:cubicBezTo>
                      <a:pt x="8117" y="21475"/>
                      <a:pt x="8423" y="21327"/>
                      <a:pt x="8748" y="21170"/>
                    </a:cubicBezTo>
                    <a:cubicBezTo>
                      <a:pt x="8767" y="21249"/>
                      <a:pt x="8797" y="21347"/>
                      <a:pt x="8827" y="21465"/>
                    </a:cubicBezTo>
                    <a:cubicBezTo>
                      <a:pt x="7910" y="21968"/>
                      <a:pt x="6955" y="22372"/>
                      <a:pt x="5911" y="22539"/>
                    </a:cubicBezTo>
                    <a:cubicBezTo>
                      <a:pt x="5617" y="22586"/>
                      <a:pt x="5324" y="22613"/>
                      <a:pt x="5033" y="22613"/>
                    </a:cubicBezTo>
                    <a:cubicBezTo>
                      <a:pt x="4523" y="22613"/>
                      <a:pt x="4020" y="22529"/>
                      <a:pt x="3537" y="22322"/>
                    </a:cubicBezTo>
                    <a:cubicBezTo>
                      <a:pt x="2295" y="21781"/>
                      <a:pt x="1507" y="20825"/>
                      <a:pt x="1153" y="19535"/>
                    </a:cubicBezTo>
                    <a:cubicBezTo>
                      <a:pt x="700" y="17890"/>
                      <a:pt x="1015" y="16353"/>
                      <a:pt x="1901" y="14924"/>
                    </a:cubicBezTo>
                    <a:cubicBezTo>
                      <a:pt x="2709" y="13614"/>
                      <a:pt x="3832" y="12649"/>
                      <a:pt x="5192" y="11950"/>
                    </a:cubicBezTo>
                    <a:cubicBezTo>
                      <a:pt x="5201" y="11941"/>
                      <a:pt x="5218" y="11940"/>
                      <a:pt x="5235" y="11940"/>
                    </a:cubicBezTo>
                    <a:close/>
                    <a:moveTo>
                      <a:pt x="14501" y="1"/>
                    </a:moveTo>
                    <a:cubicBezTo>
                      <a:pt x="14422" y="10"/>
                      <a:pt x="14333" y="20"/>
                      <a:pt x="14254" y="30"/>
                    </a:cubicBezTo>
                    <a:cubicBezTo>
                      <a:pt x="13949" y="70"/>
                      <a:pt x="13634" y="79"/>
                      <a:pt x="13338" y="139"/>
                    </a:cubicBezTo>
                    <a:cubicBezTo>
                      <a:pt x="11713" y="444"/>
                      <a:pt x="10541" y="1370"/>
                      <a:pt x="9713" y="2769"/>
                    </a:cubicBezTo>
                    <a:cubicBezTo>
                      <a:pt x="9319" y="3419"/>
                      <a:pt x="9083" y="4138"/>
                      <a:pt x="9073" y="4906"/>
                    </a:cubicBezTo>
                    <a:cubicBezTo>
                      <a:pt x="9073" y="5044"/>
                      <a:pt x="9043" y="5103"/>
                      <a:pt x="8925" y="5162"/>
                    </a:cubicBezTo>
                    <a:cubicBezTo>
                      <a:pt x="8275" y="5468"/>
                      <a:pt x="7684" y="5852"/>
                      <a:pt x="7132" y="6315"/>
                    </a:cubicBezTo>
                    <a:cubicBezTo>
                      <a:pt x="6531" y="6817"/>
                      <a:pt x="6049" y="7408"/>
                      <a:pt x="5792" y="8157"/>
                    </a:cubicBezTo>
                    <a:cubicBezTo>
                      <a:pt x="5625" y="8650"/>
                      <a:pt x="5852" y="8935"/>
                      <a:pt x="6364" y="8955"/>
                    </a:cubicBezTo>
                    <a:cubicBezTo>
                      <a:pt x="6600" y="8955"/>
                      <a:pt x="6837" y="8945"/>
                      <a:pt x="7073" y="8945"/>
                    </a:cubicBezTo>
                    <a:cubicBezTo>
                      <a:pt x="7201" y="8945"/>
                      <a:pt x="7329" y="8965"/>
                      <a:pt x="7447" y="8975"/>
                    </a:cubicBezTo>
                    <a:cubicBezTo>
                      <a:pt x="7457" y="8994"/>
                      <a:pt x="7467" y="9014"/>
                      <a:pt x="7477" y="9034"/>
                    </a:cubicBezTo>
                    <a:cubicBezTo>
                      <a:pt x="7408" y="9103"/>
                      <a:pt x="7359" y="9201"/>
                      <a:pt x="7280" y="9260"/>
                    </a:cubicBezTo>
                    <a:cubicBezTo>
                      <a:pt x="6738" y="9625"/>
                      <a:pt x="6423" y="10186"/>
                      <a:pt x="6029" y="10679"/>
                    </a:cubicBezTo>
                    <a:cubicBezTo>
                      <a:pt x="5980" y="10748"/>
                      <a:pt x="5901" y="10797"/>
                      <a:pt x="5832" y="10827"/>
                    </a:cubicBezTo>
                    <a:cubicBezTo>
                      <a:pt x="5497" y="10964"/>
                      <a:pt x="5152" y="11063"/>
                      <a:pt x="4827" y="11211"/>
                    </a:cubicBezTo>
                    <a:cubicBezTo>
                      <a:pt x="3901" y="11644"/>
                      <a:pt x="3123" y="12294"/>
                      <a:pt x="2404" y="13004"/>
                    </a:cubicBezTo>
                    <a:cubicBezTo>
                      <a:pt x="1517" y="13890"/>
                      <a:pt x="838" y="14915"/>
                      <a:pt x="414" y="16087"/>
                    </a:cubicBezTo>
                    <a:cubicBezTo>
                      <a:pt x="50" y="17082"/>
                      <a:pt x="0" y="18116"/>
                      <a:pt x="148" y="19170"/>
                    </a:cubicBezTo>
                    <a:cubicBezTo>
                      <a:pt x="434" y="21239"/>
                      <a:pt x="1655" y="22529"/>
                      <a:pt x="3527" y="23278"/>
                    </a:cubicBezTo>
                    <a:cubicBezTo>
                      <a:pt x="4088" y="23504"/>
                      <a:pt x="4699" y="23455"/>
                      <a:pt x="5300" y="23485"/>
                    </a:cubicBezTo>
                    <a:cubicBezTo>
                      <a:pt x="5422" y="23492"/>
                      <a:pt x="5543" y="23496"/>
                      <a:pt x="5663" y="23496"/>
                    </a:cubicBezTo>
                    <a:cubicBezTo>
                      <a:pt x="6341" y="23496"/>
                      <a:pt x="6999" y="23374"/>
                      <a:pt x="7635" y="23081"/>
                    </a:cubicBezTo>
                    <a:cubicBezTo>
                      <a:pt x="8117" y="22854"/>
                      <a:pt x="8610" y="22657"/>
                      <a:pt x="9122" y="22441"/>
                    </a:cubicBezTo>
                    <a:cubicBezTo>
                      <a:pt x="9250" y="23071"/>
                      <a:pt x="9644" y="23465"/>
                      <a:pt x="10255" y="23613"/>
                    </a:cubicBezTo>
                    <a:cubicBezTo>
                      <a:pt x="10466" y="23661"/>
                      <a:pt x="10696" y="23691"/>
                      <a:pt x="10923" y="23691"/>
                    </a:cubicBezTo>
                    <a:cubicBezTo>
                      <a:pt x="11068" y="23691"/>
                      <a:pt x="11211" y="23679"/>
                      <a:pt x="11348" y="23652"/>
                    </a:cubicBezTo>
                    <a:cubicBezTo>
                      <a:pt x="12067" y="23524"/>
                      <a:pt x="12787" y="23337"/>
                      <a:pt x="13506" y="23150"/>
                    </a:cubicBezTo>
                    <a:cubicBezTo>
                      <a:pt x="13841" y="23061"/>
                      <a:pt x="14175" y="22923"/>
                      <a:pt x="14501" y="22815"/>
                    </a:cubicBezTo>
                    <a:lnTo>
                      <a:pt x="14501" y="22539"/>
                    </a:lnTo>
                    <a:cubicBezTo>
                      <a:pt x="14461" y="22539"/>
                      <a:pt x="14412" y="22539"/>
                      <a:pt x="14372" y="22559"/>
                    </a:cubicBezTo>
                    <a:cubicBezTo>
                      <a:pt x="13427" y="22943"/>
                      <a:pt x="12452" y="23209"/>
                      <a:pt x="11447" y="23386"/>
                    </a:cubicBezTo>
                    <a:cubicBezTo>
                      <a:pt x="11261" y="23415"/>
                      <a:pt x="11074" y="23435"/>
                      <a:pt x="10887" y="23435"/>
                    </a:cubicBezTo>
                    <a:cubicBezTo>
                      <a:pt x="10627" y="23435"/>
                      <a:pt x="10369" y="23396"/>
                      <a:pt x="10117" y="23288"/>
                    </a:cubicBezTo>
                    <a:cubicBezTo>
                      <a:pt x="9713" y="23101"/>
                      <a:pt x="9467" y="22805"/>
                      <a:pt x="9378" y="22372"/>
                    </a:cubicBezTo>
                    <a:cubicBezTo>
                      <a:pt x="9368" y="22322"/>
                      <a:pt x="9418" y="22263"/>
                      <a:pt x="9437" y="22204"/>
                    </a:cubicBezTo>
                    <a:cubicBezTo>
                      <a:pt x="9457" y="22214"/>
                      <a:pt x="9477" y="22214"/>
                      <a:pt x="9496" y="22214"/>
                    </a:cubicBezTo>
                    <a:cubicBezTo>
                      <a:pt x="9536" y="22283"/>
                      <a:pt x="9585" y="22342"/>
                      <a:pt x="9615" y="22421"/>
                    </a:cubicBezTo>
                    <a:cubicBezTo>
                      <a:pt x="9812" y="22894"/>
                      <a:pt x="10186" y="23071"/>
                      <a:pt x="10678" y="23101"/>
                    </a:cubicBezTo>
                    <a:cubicBezTo>
                      <a:pt x="10818" y="23110"/>
                      <a:pt x="10957" y="23114"/>
                      <a:pt x="11096" y="23114"/>
                    </a:cubicBezTo>
                    <a:cubicBezTo>
                      <a:pt x="12134" y="23114"/>
                      <a:pt x="13122" y="22860"/>
                      <a:pt x="14087" y="22460"/>
                    </a:cubicBezTo>
                    <a:cubicBezTo>
                      <a:pt x="14225" y="22401"/>
                      <a:pt x="14363" y="22352"/>
                      <a:pt x="14501" y="22303"/>
                    </a:cubicBezTo>
                    <a:lnTo>
                      <a:pt x="14501" y="22027"/>
                    </a:lnTo>
                    <a:cubicBezTo>
                      <a:pt x="14136" y="22165"/>
                      <a:pt x="13781" y="22312"/>
                      <a:pt x="13407" y="22441"/>
                    </a:cubicBezTo>
                    <a:cubicBezTo>
                      <a:pt x="12655" y="22694"/>
                      <a:pt x="11886" y="22848"/>
                      <a:pt x="11093" y="22848"/>
                    </a:cubicBezTo>
                    <a:cubicBezTo>
                      <a:pt x="11024" y="22848"/>
                      <a:pt x="10955" y="22847"/>
                      <a:pt x="10885" y="22844"/>
                    </a:cubicBezTo>
                    <a:cubicBezTo>
                      <a:pt x="10738" y="22844"/>
                      <a:pt x="10580" y="22815"/>
                      <a:pt x="10432" y="22795"/>
                    </a:cubicBezTo>
                    <a:cubicBezTo>
                      <a:pt x="10206" y="22766"/>
                      <a:pt x="10048" y="22647"/>
                      <a:pt x="9940" y="22450"/>
                    </a:cubicBezTo>
                    <a:cubicBezTo>
                      <a:pt x="9881" y="22332"/>
                      <a:pt x="9802" y="22214"/>
                      <a:pt x="9723" y="22066"/>
                    </a:cubicBezTo>
                    <a:cubicBezTo>
                      <a:pt x="9989" y="21879"/>
                      <a:pt x="10265" y="21702"/>
                      <a:pt x="10531" y="21524"/>
                    </a:cubicBezTo>
                    <a:cubicBezTo>
                      <a:pt x="11260" y="21032"/>
                      <a:pt x="11969" y="20520"/>
                      <a:pt x="12718" y="20057"/>
                    </a:cubicBezTo>
                    <a:cubicBezTo>
                      <a:pt x="13225" y="19743"/>
                      <a:pt x="13776" y="19542"/>
                      <a:pt x="14378" y="19542"/>
                    </a:cubicBezTo>
                    <a:cubicBezTo>
                      <a:pt x="14418" y="19542"/>
                      <a:pt x="14459" y="19543"/>
                      <a:pt x="14501" y="19544"/>
                    </a:cubicBezTo>
                    <a:lnTo>
                      <a:pt x="14501" y="19269"/>
                    </a:lnTo>
                    <a:cubicBezTo>
                      <a:pt x="14488" y="19268"/>
                      <a:pt x="14476" y="19268"/>
                      <a:pt x="14463" y="19268"/>
                    </a:cubicBezTo>
                    <a:cubicBezTo>
                      <a:pt x="13612" y="19268"/>
                      <a:pt x="12865" y="19600"/>
                      <a:pt x="12176" y="20057"/>
                    </a:cubicBezTo>
                    <a:cubicBezTo>
                      <a:pt x="11427" y="20569"/>
                      <a:pt x="10678" y="21081"/>
                      <a:pt x="9940" y="21593"/>
                    </a:cubicBezTo>
                    <a:cubicBezTo>
                      <a:pt x="9309" y="22027"/>
                      <a:pt x="8649" y="22391"/>
                      <a:pt x="7940" y="22647"/>
                    </a:cubicBezTo>
                    <a:cubicBezTo>
                      <a:pt x="7457" y="22835"/>
                      <a:pt x="6984" y="23071"/>
                      <a:pt x="6482" y="23150"/>
                    </a:cubicBezTo>
                    <a:cubicBezTo>
                      <a:pt x="6155" y="23196"/>
                      <a:pt x="5822" y="23213"/>
                      <a:pt x="5488" y="23213"/>
                    </a:cubicBezTo>
                    <a:cubicBezTo>
                      <a:pt x="5179" y="23213"/>
                      <a:pt x="4869" y="23198"/>
                      <a:pt x="4561" y="23179"/>
                    </a:cubicBezTo>
                    <a:cubicBezTo>
                      <a:pt x="4147" y="23160"/>
                      <a:pt x="3724" y="23081"/>
                      <a:pt x="3359" y="22923"/>
                    </a:cubicBezTo>
                    <a:cubicBezTo>
                      <a:pt x="2325" y="22500"/>
                      <a:pt x="1517" y="21790"/>
                      <a:pt x="946" y="20825"/>
                    </a:cubicBezTo>
                    <a:cubicBezTo>
                      <a:pt x="650" y="20323"/>
                      <a:pt x="513" y="19751"/>
                      <a:pt x="414" y="19170"/>
                    </a:cubicBezTo>
                    <a:cubicBezTo>
                      <a:pt x="237" y="18136"/>
                      <a:pt x="325" y="17121"/>
                      <a:pt x="680" y="16146"/>
                    </a:cubicBezTo>
                    <a:cubicBezTo>
                      <a:pt x="1074" y="15062"/>
                      <a:pt x="1704" y="14097"/>
                      <a:pt x="2522" y="13270"/>
                    </a:cubicBezTo>
                    <a:cubicBezTo>
                      <a:pt x="3202" y="12580"/>
                      <a:pt x="3931" y="11950"/>
                      <a:pt x="4807" y="11526"/>
                    </a:cubicBezTo>
                    <a:cubicBezTo>
                      <a:pt x="5674" y="11112"/>
                      <a:pt x="6581" y="10787"/>
                      <a:pt x="7536" y="10659"/>
                    </a:cubicBezTo>
                    <a:cubicBezTo>
                      <a:pt x="7696" y="10639"/>
                      <a:pt x="7855" y="10627"/>
                      <a:pt x="8014" y="10627"/>
                    </a:cubicBezTo>
                    <a:cubicBezTo>
                      <a:pt x="8464" y="10627"/>
                      <a:pt x="8909" y="10717"/>
                      <a:pt x="9339" y="10935"/>
                    </a:cubicBezTo>
                    <a:cubicBezTo>
                      <a:pt x="9634" y="11083"/>
                      <a:pt x="9959" y="11211"/>
                      <a:pt x="10265" y="11359"/>
                    </a:cubicBezTo>
                    <a:cubicBezTo>
                      <a:pt x="10383" y="11408"/>
                      <a:pt x="10481" y="11496"/>
                      <a:pt x="10590" y="11565"/>
                    </a:cubicBezTo>
                    <a:cubicBezTo>
                      <a:pt x="10580" y="11595"/>
                      <a:pt x="10570" y="11615"/>
                      <a:pt x="10570" y="11644"/>
                    </a:cubicBezTo>
                    <a:cubicBezTo>
                      <a:pt x="10501" y="11624"/>
                      <a:pt x="10403" y="11644"/>
                      <a:pt x="10353" y="11605"/>
                    </a:cubicBezTo>
                    <a:cubicBezTo>
                      <a:pt x="9646" y="11044"/>
                      <a:pt x="8880" y="10760"/>
                      <a:pt x="8068" y="10760"/>
                    </a:cubicBezTo>
                    <a:cubicBezTo>
                      <a:pt x="7681" y="10760"/>
                      <a:pt x="7283" y="10824"/>
                      <a:pt x="6876" y="10955"/>
                    </a:cubicBezTo>
                    <a:cubicBezTo>
                      <a:pt x="4660" y="11664"/>
                      <a:pt x="2798" y="12876"/>
                      <a:pt x="1586" y="14924"/>
                    </a:cubicBezTo>
                    <a:cubicBezTo>
                      <a:pt x="611" y="16570"/>
                      <a:pt x="355" y="18333"/>
                      <a:pt x="1084" y="20135"/>
                    </a:cubicBezTo>
                    <a:cubicBezTo>
                      <a:pt x="1695" y="21672"/>
                      <a:pt x="2837" y="22628"/>
                      <a:pt x="4512" y="22844"/>
                    </a:cubicBezTo>
                    <a:cubicBezTo>
                      <a:pt x="4711" y="22868"/>
                      <a:pt x="4910" y="22879"/>
                      <a:pt x="5107" y="22879"/>
                    </a:cubicBezTo>
                    <a:cubicBezTo>
                      <a:pt x="5913" y="22879"/>
                      <a:pt x="6699" y="22694"/>
                      <a:pt x="7467" y="22401"/>
                    </a:cubicBezTo>
                    <a:cubicBezTo>
                      <a:pt x="8728" y="21918"/>
                      <a:pt x="9861" y="21190"/>
                      <a:pt x="10964" y="20411"/>
                    </a:cubicBezTo>
                    <a:cubicBezTo>
                      <a:pt x="11595" y="19978"/>
                      <a:pt x="12235" y="19544"/>
                      <a:pt x="12895" y="19170"/>
                    </a:cubicBezTo>
                    <a:cubicBezTo>
                      <a:pt x="13240" y="18983"/>
                      <a:pt x="13644" y="18894"/>
                      <a:pt x="14028" y="18796"/>
                    </a:cubicBezTo>
                    <a:cubicBezTo>
                      <a:pt x="14061" y="18786"/>
                      <a:pt x="14096" y="18783"/>
                      <a:pt x="14133" y="18783"/>
                    </a:cubicBezTo>
                    <a:cubicBezTo>
                      <a:pt x="14250" y="18783"/>
                      <a:pt x="14381" y="18820"/>
                      <a:pt x="14501" y="18835"/>
                    </a:cubicBezTo>
                    <a:lnTo>
                      <a:pt x="14501" y="18520"/>
                    </a:lnTo>
                    <a:cubicBezTo>
                      <a:pt x="14417" y="18512"/>
                      <a:pt x="14334" y="18508"/>
                      <a:pt x="14253" y="18508"/>
                    </a:cubicBezTo>
                    <a:cubicBezTo>
                      <a:pt x="13528" y="18508"/>
                      <a:pt x="12886" y="18811"/>
                      <a:pt x="12284" y="19210"/>
                    </a:cubicBezTo>
                    <a:cubicBezTo>
                      <a:pt x="11417" y="19781"/>
                      <a:pt x="10560" y="20362"/>
                      <a:pt x="9693" y="20943"/>
                    </a:cubicBezTo>
                    <a:cubicBezTo>
                      <a:pt x="9634" y="20983"/>
                      <a:pt x="9585" y="21012"/>
                      <a:pt x="9506" y="21061"/>
                    </a:cubicBezTo>
                    <a:cubicBezTo>
                      <a:pt x="9477" y="20904"/>
                      <a:pt x="9437" y="20776"/>
                      <a:pt x="9418" y="20667"/>
                    </a:cubicBezTo>
                    <a:cubicBezTo>
                      <a:pt x="9940" y="20273"/>
                      <a:pt x="10452" y="19909"/>
                      <a:pt x="10935" y="19505"/>
                    </a:cubicBezTo>
                    <a:cubicBezTo>
                      <a:pt x="11585" y="18963"/>
                      <a:pt x="12038" y="18244"/>
                      <a:pt x="12461" y="17505"/>
                    </a:cubicBezTo>
                    <a:cubicBezTo>
                      <a:pt x="12875" y="16776"/>
                      <a:pt x="13210" y="15988"/>
                      <a:pt x="13752" y="15328"/>
                    </a:cubicBezTo>
                    <a:cubicBezTo>
                      <a:pt x="13959" y="15082"/>
                      <a:pt x="14175" y="14836"/>
                      <a:pt x="14501" y="14737"/>
                    </a:cubicBezTo>
                    <a:lnTo>
                      <a:pt x="14501" y="14422"/>
                    </a:lnTo>
                    <a:cubicBezTo>
                      <a:pt x="14126" y="14560"/>
                      <a:pt x="13811" y="14787"/>
                      <a:pt x="13594" y="15112"/>
                    </a:cubicBezTo>
                    <a:cubicBezTo>
                      <a:pt x="13279" y="15565"/>
                      <a:pt x="12984" y="16038"/>
                      <a:pt x="12698" y="16520"/>
                    </a:cubicBezTo>
                    <a:cubicBezTo>
                      <a:pt x="12255" y="17289"/>
                      <a:pt x="11870" y="18096"/>
                      <a:pt x="11289" y="18776"/>
                    </a:cubicBezTo>
                    <a:cubicBezTo>
                      <a:pt x="11023" y="19091"/>
                      <a:pt x="10718" y="19367"/>
                      <a:pt x="10403" y="19623"/>
                    </a:cubicBezTo>
                    <a:cubicBezTo>
                      <a:pt x="10078" y="19879"/>
                      <a:pt x="9723" y="20106"/>
                      <a:pt x="9378" y="20352"/>
                    </a:cubicBezTo>
                    <a:cubicBezTo>
                      <a:pt x="9299" y="20244"/>
                      <a:pt x="9299" y="20175"/>
                      <a:pt x="9427" y="20106"/>
                    </a:cubicBezTo>
                    <a:cubicBezTo>
                      <a:pt x="10649" y="19347"/>
                      <a:pt x="11575" y="18343"/>
                      <a:pt x="12195" y="17042"/>
                    </a:cubicBezTo>
                    <a:cubicBezTo>
                      <a:pt x="12530" y="16363"/>
                      <a:pt x="12905" y="15693"/>
                      <a:pt x="13289" y="15043"/>
                    </a:cubicBezTo>
                    <a:cubicBezTo>
                      <a:pt x="13575" y="14570"/>
                      <a:pt x="13988" y="14215"/>
                      <a:pt x="14501" y="13989"/>
                    </a:cubicBezTo>
                    <a:lnTo>
                      <a:pt x="14501" y="13713"/>
                    </a:lnTo>
                    <a:cubicBezTo>
                      <a:pt x="14057" y="13841"/>
                      <a:pt x="13683" y="14117"/>
                      <a:pt x="13407" y="14471"/>
                    </a:cubicBezTo>
                    <a:cubicBezTo>
                      <a:pt x="13072" y="14905"/>
                      <a:pt x="12767" y="15368"/>
                      <a:pt x="12501" y="15841"/>
                    </a:cubicBezTo>
                    <a:cubicBezTo>
                      <a:pt x="12156" y="16432"/>
                      <a:pt x="11880" y="17062"/>
                      <a:pt x="11545" y="17653"/>
                    </a:cubicBezTo>
                    <a:cubicBezTo>
                      <a:pt x="11004" y="18589"/>
                      <a:pt x="10215" y="19278"/>
                      <a:pt x="9299" y="19879"/>
                    </a:cubicBezTo>
                    <a:cubicBezTo>
                      <a:pt x="9290" y="19810"/>
                      <a:pt x="9270" y="19761"/>
                      <a:pt x="9270" y="19712"/>
                    </a:cubicBezTo>
                    <a:cubicBezTo>
                      <a:pt x="9270" y="19190"/>
                      <a:pt x="9280" y="18678"/>
                      <a:pt x="9270" y="18155"/>
                    </a:cubicBezTo>
                    <a:cubicBezTo>
                      <a:pt x="9270" y="17968"/>
                      <a:pt x="9329" y="17880"/>
                      <a:pt x="9496" y="17801"/>
                    </a:cubicBezTo>
                    <a:cubicBezTo>
                      <a:pt x="10324" y="17446"/>
                      <a:pt x="10954" y="16855"/>
                      <a:pt x="11417" y="16087"/>
                    </a:cubicBezTo>
                    <a:cubicBezTo>
                      <a:pt x="11703" y="15594"/>
                      <a:pt x="11851" y="15062"/>
                      <a:pt x="11910" y="14501"/>
                    </a:cubicBezTo>
                    <a:cubicBezTo>
                      <a:pt x="11920" y="14432"/>
                      <a:pt x="11979" y="14314"/>
                      <a:pt x="12038" y="14294"/>
                    </a:cubicBezTo>
                    <a:cubicBezTo>
                      <a:pt x="12974" y="13979"/>
                      <a:pt x="13732" y="13398"/>
                      <a:pt x="14441" y="12738"/>
                    </a:cubicBezTo>
                    <a:cubicBezTo>
                      <a:pt x="14461" y="12718"/>
                      <a:pt x="14481" y="12698"/>
                      <a:pt x="14501" y="12688"/>
                    </a:cubicBezTo>
                    <a:lnTo>
                      <a:pt x="14501" y="12373"/>
                    </a:lnTo>
                    <a:cubicBezTo>
                      <a:pt x="14451" y="12393"/>
                      <a:pt x="14402" y="12413"/>
                      <a:pt x="14363" y="12442"/>
                    </a:cubicBezTo>
                    <a:cubicBezTo>
                      <a:pt x="13988" y="12757"/>
                      <a:pt x="13634" y="13102"/>
                      <a:pt x="13240" y="13368"/>
                    </a:cubicBezTo>
                    <a:cubicBezTo>
                      <a:pt x="12865" y="13624"/>
                      <a:pt x="12442" y="13801"/>
                      <a:pt x="12038" y="14018"/>
                    </a:cubicBezTo>
                    <a:cubicBezTo>
                      <a:pt x="12032" y="14021"/>
                      <a:pt x="12025" y="14022"/>
                      <a:pt x="12018" y="14022"/>
                    </a:cubicBezTo>
                    <a:cubicBezTo>
                      <a:pt x="12001" y="14022"/>
                      <a:pt x="11980" y="14015"/>
                      <a:pt x="11959" y="14008"/>
                    </a:cubicBezTo>
                    <a:cubicBezTo>
                      <a:pt x="12895" y="13437"/>
                      <a:pt x="13811" y="12856"/>
                      <a:pt x="14501" y="11979"/>
                    </a:cubicBezTo>
                    <a:lnTo>
                      <a:pt x="14501" y="11270"/>
                    </a:lnTo>
                    <a:cubicBezTo>
                      <a:pt x="14402" y="11299"/>
                      <a:pt x="14304" y="11319"/>
                      <a:pt x="14205" y="11359"/>
                    </a:cubicBezTo>
                    <a:cubicBezTo>
                      <a:pt x="14009" y="11432"/>
                      <a:pt x="13815" y="11465"/>
                      <a:pt x="13621" y="11465"/>
                    </a:cubicBezTo>
                    <a:cubicBezTo>
                      <a:pt x="13347" y="11465"/>
                      <a:pt x="13073" y="11399"/>
                      <a:pt x="12796" y="11290"/>
                    </a:cubicBezTo>
                    <a:cubicBezTo>
                      <a:pt x="12996" y="11168"/>
                      <a:pt x="13165" y="11046"/>
                      <a:pt x="13419" y="11046"/>
                    </a:cubicBezTo>
                    <a:cubicBezTo>
                      <a:pt x="13453" y="11046"/>
                      <a:pt x="13488" y="11048"/>
                      <a:pt x="13525" y="11053"/>
                    </a:cubicBezTo>
                    <a:cubicBezTo>
                      <a:pt x="13582" y="11062"/>
                      <a:pt x="13639" y="11066"/>
                      <a:pt x="13697" y="11066"/>
                    </a:cubicBezTo>
                    <a:cubicBezTo>
                      <a:pt x="13960" y="11066"/>
                      <a:pt x="14234" y="10987"/>
                      <a:pt x="14501" y="10955"/>
                    </a:cubicBezTo>
                    <a:lnTo>
                      <a:pt x="14501" y="10679"/>
                    </a:lnTo>
                    <a:cubicBezTo>
                      <a:pt x="14215" y="10738"/>
                      <a:pt x="13919" y="10807"/>
                      <a:pt x="13634" y="10866"/>
                    </a:cubicBezTo>
                    <a:cubicBezTo>
                      <a:pt x="13624" y="10846"/>
                      <a:pt x="13614" y="10817"/>
                      <a:pt x="13614" y="10797"/>
                    </a:cubicBezTo>
                    <a:cubicBezTo>
                      <a:pt x="13909" y="10570"/>
                      <a:pt x="14205" y="10354"/>
                      <a:pt x="14501" y="10127"/>
                    </a:cubicBezTo>
                    <a:lnTo>
                      <a:pt x="14501" y="9773"/>
                    </a:lnTo>
                    <a:cubicBezTo>
                      <a:pt x="14363" y="9881"/>
                      <a:pt x="14215" y="9989"/>
                      <a:pt x="14077" y="10107"/>
                    </a:cubicBezTo>
                    <a:cubicBezTo>
                      <a:pt x="13082" y="10886"/>
                      <a:pt x="11969" y="11477"/>
                      <a:pt x="10807" y="11959"/>
                    </a:cubicBezTo>
                    <a:cubicBezTo>
                      <a:pt x="10797" y="11964"/>
                      <a:pt x="10785" y="11966"/>
                      <a:pt x="10772" y="11966"/>
                    </a:cubicBezTo>
                    <a:cubicBezTo>
                      <a:pt x="10733" y="11966"/>
                      <a:pt x="10683" y="11950"/>
                      <a:pt x="10639" y="11950"/>
                    </a:cubicBezTo>
                    <a:cubicBezTo>
                      <a:pt x="10639" y="11930"/>
                      <a:pt x="10639" y="11910"/>
                      <a:pt x="10639" y="11890"/>
                    </a:cubicBezTo>
                    <a:cubicBezTo>
                      <a:pt x="11033" y="11703"/>
                      <a:pt x="11427" y="11516"/>
                      <a:pt x="11821" y="11309"/>
                    </a:cubicBezTo>
                    <a:cubicBezTo>
                      <a:pt x="12747" y="10836"/>
                      <a:pt x="13584" y="10245"/>
                      <a:pt x="14353" y="9536"/>
                    </a:cubicBezTo>
                    <a:cubicBezTo>
                      <a:pt x="14402" y="9497"/>
                      <a:pt x="14451" y="9457"/>
                      <a:pt x="14501" y="9418"/>
                    </a:cubicBezTo>
                    <a:lnTo>
                      <a:pt x="14501" y="9063"/>
                    </a:lnTo>
                    <a:cubicBezTo>
                      <a:pt x="14205" y="9319"/>
                      <a:pt x="13909" y="9585"/>
                      <a:pt x="13594" y="9832"/>
                    </a:cubicBezTo>
                    <a:cubicBezTo>
                      <a:pt x="13348" y="10039"/>
                      <a:pt x="13082" y="10226"/>
                      <a:pt x="12816" y="10433"/>
                    </a:cubicBezTo>
                    <a:cubicBezTo>
                      <a:pt x="12757" y="10373"/>
                      <a:pt x="12727" y="10334"/>
                      <a:pt x="12678" y="10314"/>
                    </a:cubicBezTo>
                    <a:cubicBezTo>
                      <a:pt x="12294" y="10068"/>
                      <a:pt x="12264" y="9713"/>
                      <a:pt x="12383" y="9329"/>
                    </a:cubicBezTo>
                    <a:cubicBezTo>
                      <a:pt x="12452" y="9073"/>
                      <a:pt x="12550" y="8817"/>
                      <a:pt x="12639" y="8561"/>
                    </a:cubicBezTo>
                    <a:cubicBezTo>
                      <a:pt x="12816" y="8029"/>
                      <a:pt x="12816" y="7507"/>
                      <a:pt x="12452" y="7034"/>
                    </a:cubicBezTo>
                    <a:cubicBezTo>
                      <a:pt x="12146" y="6660"/>
                      <a:pt x="11703" y="6551"/>
                      <a:pt x="11260" y="6502"/>
                    </a:cubicBezTo>
                    <a:cubicBezTo>
                      <a:pt x="10777" y="6443"/>
                      <a:pt x="10363" y="6256"/>
                      <a:pt x="10009" y="5941"/>
                    </a:cubicBezTo>
                    <a:cubicBezTo>
                      <a:pt x="9802" y="5763"/>
                      <a:pt x="9821" y="5635"/>
                      <a:pt x="10058" y="5547"/>
                    </a:cubicBezTo>
                    <a:cubicBezTo>
                      <a:pt x="10590" y="5369"/>
                      <a:pt x="11141" y="5231"/>
                      <a:pt x="11664" y="5025"/>
                    </a:cubicBezTo>
                    <a:cubicBezTo>
                      <a:pt x="12560" y="4690"/>
                      <a:pt x="13486" y="4512"/>
                      <a:pt x="14422" y="4335"/>
                    </a:cubicBezTo>
                    <a:lnTo>
                      <a:pt x="14501" y="4335"/>
                    </a:lnTo>
                    <a:lnTo>
                      <a:pt x="14501" y="4059"/>
                    </a:lnTo>
                    <a:cubicBezTo>
                      <a:pt x="13121" y="4236"/>
                      <a:pt x="11801" y="4660"/>
                      <a:pt x="10491" y="5093"/>
                    </a:cubicBezTo>
                    <a:cubicBezTo>
                      <a:pt x="9290" y="5497"/>
                      <a:pt x="8147" y="6069"/>
                      <a:pt x="7191" y="6945"/>
                    </a:cubicBezTo>
                    <a:cubicBezTo>
                      <a:pt x="6965" y="7152"/>
                      <a:pt x="6748" y="7379"/>
                      <a:pt x="6541" y="7605"/>
                    </a:cubicBezTo>
                    <a:cubicBezTo>
                      <a:pt x="6472" y="7684"/>
                      <a:pt x="6423" y="7793"/>
                      <a:pt x="6384" y="7891"/>
                    </a:cubicBezTo>
                    <a:cubicBezTo>
                      <a:pt x="6295" y="8127"/>
                      <a:pt x="6384" y="8305"/>
                      <a:pt x="6630" y="8354"/>
                    </a:cubicBezTo>
                    <a:cubicBezTo>
                      <a:pt x="6906" y="8403"/>
                      <a:pt x="7181" y="8433"/>
                      <a:pt x="7447" y="8472"/>
                    </a:cubicBezTo>
                    <a:cubicBezTo>
                      <a:pt x="7487" y="8472"/>
                      <a:pt x="7516" y="8472"/>
                      <a:pt x="7546" y="8482"/>
                    </a:cubicBezTo>
                    <a:cubicBezTo>
                      <a:pt x="7753" y="8531"/>
                      <a:pt x="7970" y="8600"/>
                      <a:pt x="8029" y="8837"/>
                    </a:cubicBezTo>
                    <a:cubicBezTo>
                      <a:pt x="8088" y="9053"/>
                      <a:pt x="7930" y="9201"/>
                      <a:pt x="7792" y="9339"/>
                    </a:cubicBezTo>
                    <a:cubicBezTo>
                      <a:pt x="7398" y="9713"/>
                      <a:pt x="7004" y="10088"/>
                      <a:pt x="6610" y="10462"/>
                    </a:cubicBezTo>
                    <a:cubicBezTo>
                      <a:pt x="6588" y="10477"/>
                      <a:pt x="6571" y="10492"/>
                      <a:pt x="6556" y="10507"/>
                    </a:cubicBezTo>
                    <a:lnTo>
                      <a:pt x="6556" y="10507"/>
                    </a:lnTo>
                    <a:cubicBezTo>
                      <a:pt x="6564" y="10482"/>
                      <a:pt x="6572" y="10457"/>
                      <a:pt x="6581" y="10433"/>
                    </a:cubicBezTo>
                    <a:cubicBezTo>
                      <a:pt x="6797" y="10176"/>
                      <a:pt x="7004" y="9910"/>
                      <a:pt x="7221" y="9654"/>
                    </a:cubicBezTo>
                    <a:cubicBezTo>
                      <a:pt x="7349" y="9516"/>
                      <a:pt x="7516" y="9418"/>
                      <a:pt x="7635" y="9270"/>
                    </a:cubicBezTo>
                    <a:cubicBezTo>
                      <a:pt x="7832" y="9014"/>
                      <a:pt x="7733" y="8748"/>
                      <a:pt x="7418" y="8699"/>
                    </a:cubicBezTo>
                    <a:cubicBezTo>
                      <a:pt x="7317" y="8686"/>
                      <a:pt x="7213" y="8683"/>
                      <a:pt x="7110" y="8683"/>
                    </a:cubicBezTo>
                    <a:cubicBezTo>
                      <a:pt x="6972" y="8683"/>
                      <a:pt x="6834" y="8689"/>
                      <a:pt x="6699" y="8689"/>
                    </a:cubicBezTo>
                    <a:cubicBezTo>
                      <a:pt x="6541" y="8679"/>
                      <a:pt x="6384" y="8679"/>
                      <a:pt x="6226" y="8659"/>
                    </a:cubicBezTo>
                    <a:cubicBezTo>
                      <a:pt x="6058" y="8640"/>
                      <a:pt x="5970" y="8541"/>
                      <a:pt x="6019" y="8374"/>
                    </a:cubicBezTo>
                    <a:cubicBezTo>
                      <a:pt x="6068" y="8196"/>
                      <a:pt x="6127" y="8019"/>
                      <a:pt x="6216" y="7862"/>
                    </a:cubicBezTo>
                    <a:cubicBezTo>
                      <a:pt x="6610" y="7103"/>
                      <a:pt x="7211" y="6542"/>
                      <a:pt x="7910" y="6059"/>
                    </a:cubicBezTo>
                    <a:cubicBezTo>
                      <a:pt x="9092" y="5251"/>
                      <a:pt x="10403" y="4729"/>
                      <a:pt x="11801" y="4424"/>
                    </a:cubicBezTo>
                    <a:cubicBezTo>
                      <a:pt x="12658" y="4227"/>
                      <a:pt x="13525" y="4099"/>
                      <a:pt x="14382" y="3941"/>
                    </a:cubicBezTo>
                    <a:cubicBezTo>
                      <a:pt x="14395" y="3938"/>
                      <a:pt x="14409" y="3937"/>
                      <a:pt x="14422" y="3937"/>
                    </a:cubicBezTo>
                    <a:cubicBezTo>
                      <a:pt x="14448" y="3937"/>
                      <a:pt x="14474" y="3941"/>
                      <a:pt x="14501" y="3941"/>
                    </a:cubicBezTo>
                    <a:lnTo>
                      <a:pt x="14501" y="3665"/>
                    </a:lnTo>
                    <a:cubicBezTo>
                      <a:pt x="12974" y="3823"/>
                      <a:pt x="11486" y="4158"/>
                      <a:pt x="10028" y="4660"/>
                    </a:cubicBezTo>
                    <a:cubicBezTo>
                      <a:pt x="9989" y="4670"/>
                      <a:pt x="9950" y="4680"/>
                      <a:pt x="9871" y="4699"/>
                    </a:cubicBezTo>
                    <a:cubicBezTo>
                      <a:pt x="9950" y="4256"/>
                      <a:pt x="10087" y="3862"/>
                      <a:pt x="10265" y="3478"/>
                    </a:cubicBezTo>
                    <a:cubicBezTo>
                      <a:pt x="10541" y="2897"/>
                      <a:pt x="10944" y="2424"/>
                      <a:pt x="11417" y="2020"/>
                    </a:cubicBezTo>
                    <a:cubicBezTo>
                      <a:pt x="11742" y="1744"/>
                      <a:pt x="12156" y="1547"/>
                      <a:pt x="12540" y="1360"/>
                    </a:cubicBezTo>
                    <a:cubicBezTo>
                      <a:pt x="13161" y="1055"/>
                      <a:pt x="13831" y="946"/>
                      <a:pt x="14501" y="907"/>
                    </a:cubicBezTo>
                    <a:lnTo>
                      <a:pt x="14501" y="631"/>
                    </a:lnTo>
                    <a:cubicBezTo>
                      <a:pt x="14028" y="710"/>
                      <a:pt x="13545" y="739"/>
                      <a:pt x="13092" y="877"/>
                    </a:cubicBezTo>
                    <a:cubicBezTo>
                      <a:pt x="11260" y="1419"/>
                      <a:pt x="10078" y="2611"/>
                      <a:pt x="9634" y="4483"/>
                    </a:cubicBezTo>
                    <a:cubicBezTo>
                      <a:pt x="9624" y="4542"/>
                      <a:pt x="9615" y="4591"/>
                      <a:pt x="9615" y="4640"/>
                    </a:cubicBezTo>
                    <a:cubicBezTo>
                      <a:pt x="9615" y="4818"/>
                      <a:pt x="9536" y="4906"/>
                      <a:pt x="9339" y="4926"/>
                    </a:cubicBezTo>
                    <a:cubicBezTo>
                      <a:pt x="9319" y="4552"/>
                      <a:pt x="9388" y="4177"/>
                      <a:pt x="9516" y="3833"/>
                    </a:cubicBezTo>
                    <a:cubicBezTo>
                      <a:pt x="10225" y="1971"/>
                      <a:pt x="11506" y="749"/>
                      <a:pt x="13506" y="375"/>
                    </a:cubicBezTo>
                    <a:cubicBezTo>
                      <a:pt x="13831" y="316"/>
                      <a:pt x="14175" y="306"/>
                      <a:pt x="14501" y="276"/>
                    </a:cubicBezTo>
                    <a:lnTo>
                      <a:pt x="14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25"/>
              <p:cNvSpPr/>
              <p:nvPr/>
            </p:nvSpPr>
            <p:spPr>
              <a:xfrm>
                <a:off x="8662035" y="4176726"/>
                <a:ext cx="481937" cy="966787"/>
              </a:xfrm>
              <a:custGeom>
                <a:avLst/>
                <a:gdLst/>
                <a:ahLst/>
                <a:cxnLst/>
                <a:rect l="l" t="t" r="r" b="b"/>
                <a:pathLst>
                  <a:path w="8246" h="16539" extrusionOk="0">
                    <a:moveTo>
                      <a:pt x="4537" y="11335"/>
                    </a:moveTo>
                    <a:cubicBezTo>
                      <a:pt x="4667" y="11335"/>
                      <a:pt x="4797" y="11344"/>
                      <a:pt x="4926" y="11357"/>
                    </a:cubicBezTo>
                    <a:cubicBezTo>
                      <a:pt x="6069" y="11485"/>
                      <a:pt x="6729" y="12224"/>
                      <a:pt x="7192" y="13190"/>
                    </a:cubicBezTo>
                    <a:cubicBezTo>
                      <a:pt x="7457" y="13751"/>
                      <a:pt x="7251" y="14313"/>
                      <a:pt x="7004" y="14835"/>
                    </a:cubicBezTo>
                    <a:cubicBezTo>
                      <a:pt x="6916" y="15032"/>
                      <a:pt x="6758" y="15229"/>
                      <a:pt x="6591" y="15367"/>
                    </a:cubicBezTo>
                    <a:cubicBezTo>
                      <a:pt x="6458" y="15466"/>
                      <a:pt x="6298" y="15512"/>
                      <a:pt x="6134" y="15512"/>
                    </a:cubicBezTo>
                    <a:cubicBezTo>
                      <a:pt x="5811" y="15512"/>
                      <a:pt x="5474" y="15333"/>
                      <a:pt x="5310" y="15032"/>
                    </a:cubicBezTo>
                    <a:cubicBezTo>
                      <a:pt x="5231" y="14894"/>
                      <a:pt x="5192" y="14746"/>
                      <a:pt x="5123" y="14618"/>
                    </a:cubicBezTo>
                    <a:cubicBezTo>
                      <a:pt x="5049" y="14450"/>
                      <a:pt x="4961" y="14369"/>
                      <a:pt x="4835" y="14369"/>
                    </a:cubicBezTo>
                    <a:cubicBezTo>
                      <a:pt x="4776" y="14369"/>
                      <a:pt x="4709" y="14386"/>
                      <a:pt x="4630" y="14421"/>
                    </a:cubicBezTo>
                    <a:cubicBezTo>
                      <a:pt x="4483" y="14490"/>
                      <a:pt x="4345" y="14579"/>
                      <a:pt x="4207" y="14657"/>
                    </a:cubicBezTo>
                    <a:cubicBezTo>
                      <a:pt x="3754" y="14933"/>
                      <a:pt x="3300" y="15219"/>
                      <a:pt x="2847" y="15495"/>
                    </a:cubicBezTo>
                    <a:cubicBezTo>
                      <a:pt x="2828" y="15504"/>
                      <a:pt x="2798" y="15514"/>
                      <a:pt x="2759" y="15534"/>
                    </a:cubicBezTo>
                    <a:cubicBezTo>
                      <a:pt x="2749" y="15445"/>
                      <a:pt x="2739" y="15367"/>
                      <a:pt x="2719" y="15258"/>
                    </a:cubicBezTo>
                    <a:cubicBezTo>
                      <a:pt x="3369" y="14904"/>
                      <a:pt x="4029" y="14549"/>
                      <a:pt x="4680" y="14184"/>
                    </a:cubicBezTo>
                    <a:cubicBezTo>
                      <a:pt x="4809" y="14113"/>
                      <a:pt x="4943" y="14085"/>
                      <a:pt x="5082" y="14085"/>
                    </a:cubicBezTo>
                    <a:cubicBezTo>
                      <a:pt x="5153" y="14085"/>
                      <a:pt x="5226" y="14092"/>
                      <a:pt x="5300" y="14106"/>
                    </a:cubicBezTo>
                    <a:cubicBezTo>
                      <a:pt x="5389" y="14125"/>
                      <a:pt x="5478" y="14136"/>
                      <a:pt x="5567" y="14136"/>
                    </a:cubicBezTo>
                    <a:cubicBezTo>
                      <a:pt x="5616" y="14136"/>
                      <a:pt x="5665" y="14132"/>
                      <a:pt x="5714" y="14125"/>
                    </a:cubicBezTo>
                    <a:cubicBezTo>
                      <a:pt x="5783" y="14116"/>
                      <a:pt x="5872" y="14017"/>
                      <a:pt x="5881" y="13948"/>
                    </a:cubicBezTo>
                    <a:cubicBezTo>
                      <a:pt x="5891" y="13899"/>
                      <a:pt x="5812" y="13810"/>
                      <a:pt x="5743" y="13771"/>
                    </a:cubicBezTo>
                    <a:cubicBezTo>
                      <a:pt x="5665" y="13722"/>
                      <a:pt x="5556" y="13702"/>
                      <a:pt x="5418" y="13662"/>
                    </a:cubicBezTo>
                    <a:cubicBezTo>
                      <a:pt x="5546" y="13574"/>
                      <a:pt x="5655" y="13505"/>
                      <a:pt x="5753" y="13436"/>
                    </a:cubicBezTo>
                    <a:cubicBezTo>
                      <a:pt x="5832" y="13377"/>
                      <a:pt x="5911" y="13327"/>
                      <a:pt x="5960" y="13259"/>
                    </a:cubicBezTo>
                    <a:cubicBezTo>
                      <a:pt x="6000" y="13209"/>
                      <a:pt x="6009" y="13121"/>
                      <a:pt x="5980" y="13062"/>
                    </a:cubicBezTo>
                    <a:cubicBezTo>
                      <a:pt x="5971" y="13026"/>
                      <a:pt x="5891" y="12991"/>
                      <a:pt x="5839" y="12991"/>
                    </a:cubicBezTo>
                    <a:cubicBezTo>
                      <a:pt x="5833" y="12991"/>
                      <a:pt x="5827" y="12992"/>
                      <a:pt x="5822" y="12993"/>
                    </a:cubicBezTo>
                    <a:cubicBezTo>
                      <a:pt x="5665" y="13032"/>
                      <a:pt x="5507" y="13101"/>
                      <a:pt x="5330" y="13160"/>
                    </a:cubicBezTo>
                    <a:cubicBezTo>
                      <a:pt x="5359" y="13062"/>
                      <a:pt x="5399" y="12963"/>
                      <a:pt x="5428" y="12855"/>
                    </a:cubicBezTo>
                    <a:cubicBezTo>
                      <a:pt x="5458" y="12736"/>
                      <a:pt x="5477" y="12589"/>
                      <a:pt x="5340" y="12559"/>
                    </a:cubicBezTo>
                    <a:cubicBezTo>
                      <a:pt x="5329" y="12557"/>
                      <a:pt x="5318" y="12556"/>
                      <a:pt x="5306" y="12556"/>
                    </a:cubicBezTo>
                    <a:cubicBezTo>
                      <a:pt x="5215" y="12556"/>
                      <a:pt x="5088" y="12618"/>
                      <a:pt x="5044" y="12687"/>
                    </a:cubicBezTo>
                    <a:cubicBezTo>
                      <a:pt x="4955" y="12825"/>
                      <a:pt x="4926" y="13012"/>
                      <a:pt x="4857" y="13170"/>
                    </a:cubicBezTo>
                    <a:cubicBezTo>
                      <a:pt x="4798" y="13308"/>
                      <a:pt x="4749" y="13485"/>
                      <a:pt x="4640" y="13554"/>
                    </a:cubicBezTo>
                    <a:cubicBezTo>
                      <a:pt x="3990" y="13948"/>
                      <a:pt x="3320" y="14313"/>
                      <a:pt x="2640" y="14707"/>
                    </a:cubicBezTo>
                    <a:cubicBezTo>
                      <a:pt x="2621" y="14598"/>
                      <a:pt x="2611" y="14529"/>
                      <a:pt x="2601" y="14441"/>
                    </a:cubicBezTo>
                    <a:cubicBezTo>
                      <a:pt x="2946" y="14283"/>
                      <a:pt x="3291" y="14145"/>
                      <a:pt x="3616" y="13968"/>
                    </a:cubicBezTo>
                    <a:cubicBezTo>
                      <a:pt x="3882" y="13830"/>
                      <a:pt x="4148" y="13672"/>
                      <a:pt x="4384" y="13495"/>
                    </a:cubicBezTo>
                    <a:cubicBezTo>
                      <a:pt x="4630" y="13327"/>
                      <a:pt x="4640" y="13130"/>
                      <a:pt x="4414" y="12943"/>
                    </a:cubicBezTo>
                    <a:cubicBezTo>
                      <a:pt x="4226" y="12796"/>
                      <a:pt x="4010" y="12677"/>
                      <a:pt x="3793" y="12569"/>
                    </a:cubicBezTo>
                    <a:cubicBezTo>
                      <a:pt x="3576" y="12461"/>
                      <a:pt x="3419" y="12323"/>
                      <a:pt x="3409" y="12067"/>
                    </a:cubicBezTo>
                    <a:cubicBezTo>
                      <a:pt x="3409" y="11820"/>
                      <a:pt x="3547" y="11643"/>
                      <a:pt x="3763" y="11515"/>
                    </a:cubicBezTo>
                    <a:cubicBezTo>
                      <a:pt x="4009" y="11376"/>
                      <a:pt x="4272" y="11335"/>
                      <a:pt x="4537" y="11335"/>
                    </a:cubicBezTo>
                    <a:close/>
                    <a:moveTo>
                      <a:pt x="1475" y="0"/>
                    </a:moveTo>
                    <a:cubicBezTo>
                      <a:pt x="1189" y="0"/>
                      <a:pt x="908" y="39"/>
                      <a:pt x="631" y="147"/>
                    </a:cubicBezTo>
                    <a:cubicBezTo>
                      <a:pt x="257" y="285"/>
                      <a:pt x="50" y="541"/>
                      <a:pt x="20" y="935"/>
                    </a:cubicBezTo>
                    <a:cubicBezTo>
                      <a:pt x="0" y="1142"/>
                      <a:pt x="0" y="1359"/>
                      <a:pt x="30" y="1566"/>
                    </a:cubicBezTo>
                    <a:cubicBezTo>
                      <a:pt x="119" y="2167"/>
                      <a:pt x="227" y="2777"/>
                      <a:pt x="326" y="3388"/>
                    </a:cubicBezTo>
                    <a:cubicBezTo>
                      <a:pt x="611" y="5013"/>
                      <a:pt x="887" y="6639"/>
                      <a:pt x="1183" y="8264"/>
                    </a:cubicBezTo>
                    <a:cubicBezTo>
                      <a:pt x="1439" y="9653"/>
                      <a:pt x="1744" y="11022"/>
                      <a:pt x="1990" y="12411"/>
                    </a:cubicBezTo>
                    <a:cubicBezTo>
                      <a:pt x="2197" y="13544"/>
                      <a:pt x="2355" y="14677"/>
                      <a:pt x="2532" y="15810"/>
                    </a:cubicBezTo>
                    <a:cubicBezTo>
                      <a:pt x="2572" y="16056"/>
                      <a:pt x="2591" y="16293"/>
                      <a:pt x="2611" y="16539"/>
                    </a:cubicBezTo>
                    <a:lnTo>
                      <a:pt x="2887" y="16539"/>
                    </a:lnTo>
                    <a:cubicBezTo>
                      <a:pt x="2867" y="16361"/>
                      <a:pt x="2857" y="16184"/>
                      <a:pt x="2828" y="16017"/>
                    </a:cubicBezTo>
                    <a:cubicBezTo>
                      <a:pt x="2798" y="15889"/>
                      <a:pt x="2837" y="15810"/>
                      <a:pt x="2946" y="15741"/>
                    </a:cubicBezTo>
                    <a:cubicBezTo>
                      <a:pt x="3389" y="15485"/>
                      <a:pt x="3832" y="15209"/>
                      <a:pt x="4276" y="14933"/>
                    </a:cubicBezTo>
                    <a:cubicBezTo>
                      <a:pt x="4453" y="14835"/>
                      <a:pt x="4630" y="14726"/>
                      <a:pt x="4827" y="14618"/>
                    </a:cubicBezTo>
                    <a:cubicBezTo>
                      <a:pt x="4906" y="14785"/>
                      <a:pt x="4955" y="14923"/>
                      <a:pt x="5015" y="15061"/>
                    </a:cubicBezTo>
                    <a:cubicBezTo>
                      <a:pt x="5231" y="15514"/>
                      <a:pt x="5615" y="15741"/>
                      <a:pt x="6088" y="15780"/>
                    </a:cubicBezTo>
                    <a:cubicBezTo>
                      <a:pt x="6120" y="15783"/>
                      <a:pt x="6151" y="15784"/>
                      <a:pt x="6182" y="15784"/>
                    </a:cubicBezTo>
                    <a:cubicBezTo>
                      <a:pt x="6587" y="15784"/>
                      <a:pt x="6883" y="15548"/>
                      <a:pt x="7103" y="15219"/>
                    </a:cubicBezTo>
                    <a:cubicBezTo>
                      <a:pt x="7349" y="14864"/>
                      <a:pt x="7477" y="14450"/>
                      <a:pt x="7546" y="14027"/>
                    </a:cubicBezTo>
                    <a:cubicBezTo>
                      <a:pt x="7595" y="13682"/>
                      <a:pt x="7586" y="13327"/>
                      <a:pt x="7418" y="13012"/>
                    </a:cubicBezTo>
                    <a:cubicBezTo>
                      <a:pt x="6857" y="11939"/>
                      <a:pt x="6088" y="11160"/>
                      <a:pt x="4798" y="11072"/>
                    </a:cubicBezTo>
                    <a:cubicBezTo>
                      <a:pt x="4721" y="11067"/>
                      <a:pt x="4645" y="11064"/>
                      <a:pt x="4569" y="11064"/>
                    </a:cubicBezTo>
                    <a:cubicBezTo>
                      <a:pt x="4170" y="11064"/>
                      <a:pt x="3789" y="11140"/>
                      <a:pt x="3458" y="11397"/>
                    </a:cubicBezTo>
                    <a:cubicBezTo>
                      <a:pt x="3035" y="11732"/>
                      <a:pt x="3025" y="12530"/>
                      <a:pt x="3596" y="12766"/>
                    </a:cubicBezTo>
                    <a:cubicBezTo>
                      <a:pt x="3695" y="12805"/>
                      <a:pt x="3793" y="12855"/>
                      <a:pt x="3892" y="12914"/>
                    </a:cubicBezTo>
                    <a:cubicBezTo>
                      <a:pt x="4029" y="13002"/>
                      <a:pt x="4167" y="13091"/>
                      <a:pt x="4335" y="13199"/>
                    </a:cubicBezTo>
                    <a:cubicBezTo>
                      <a:pt x="3783" y="13662"/>
                      <a:pt x="3172" y="13899"/>
                      <a:pt x="2562" y="14165"/>
                    </a:cubicBezTo>
                    <a:cubicBezTo>
                      <a:pt x="2483" y="13653"/>
                      <a:pt x="2414" y="13160"/>
                      <a:pt x="2315" y="12677"/>
                    </a:cubicBezTo>
                    <a:cubicBezTo>
                      <a:pt x="2069" y="11377"/>
                      <a:pt x="1793" y="10077"/>
                      <a:pt x="1557" y="8776"/>
                    </a:cubicBezTo>
                    <a:cubicBezTo>
                      <a:pt x="1271" y="7240"/>
                      <a:pt x="1005" y="5703"/>
                      <a:pt x="739" y="4166"/>
                    </a:cubicBezTo>
                    <a:cubicBezTo>
                      <a:pt x="572" y="3211"/>
                      <a:pt x="424" y="2245"/>
                      <a:pt x="276" y="1280"/>
                    </a:cubicBezTo>
                    <a:cubicBezTo>
                      <a:pt x="217" y="876"/>
                      <a:pt x="345" y="581"/>
                      <a:pt x="621" y="443"/>
                    </a:cubicBezTo>
                    <a:cubicBezTo>
                      <a:pt x="759" y="384"/>
                      <a:pt x="907" y="334"/>
                      <a:pt x="1055" y="315"/>
                    </a:cubicBezTo>
                    <a:cubicBezTo>
                      <a:pt x="1226" y="282"/>
                      <a:pt x="1397" y="267"/>
                      <a:pt x="1568" y="267"/>
                    </a:cubicBezTo>
                    <a:cubicBezTo>
                      <a:pt x="1957" y="267"/>
                      <a:pt x="2343" y="343"/>
                      <a:pt x="2719" y="453"/>
                    </a:cubicBezTo>
                    <a:cubicBezTo>
                      <a:pt x="3537" y="689"/>
                      <a:pt x="4335" y="955"/>
                      <a:pt x="5133" y="1231"/>
                    </a:cubicBezTo>
                    <a:cubicBezTo>
                      <a:pt x="5990" y="1526"/>
                      <a:pt x="6837" y="1861"/>
                      <a:pt x="7743" y="2196"/>
                    </a:cubicBezTo>
                    <a:cubicBezTo>
                      <a:pt x="7310" y="2886"/>
                      <a:pt x="6906" y="3526"/>
                      <a:pt x="6492" y="4166"/>
                    </a:cubicBezTo>
                    <a:cubicBezTo>
                      <a:pt x="6453" y="4235"/>
                      <a:pt x="6374" y="4294"/>
                      <a:pt x="6295" y="4373"/>
                    </a:cubicBezTo>
                    <a:cubicBezTo>
                      <a:pt x="6246" y="4265"/>
                      <a:pt x="6226" y="4186"/>
                      <a:pt x="6197" y="4117"/>
                    </a:cubicBezTo>
                    <a:cubicBezTo>
                      <a:pt x="6059" y="3762"/>
                      <a:pt x="5881" y="3428"/>
                      <a:pt x="5566" y="3191"/>
                    </a:cubicBezTo>
                    <a:cubicBezTo>
                      <a:pt x="5351" y="3024"/>
                      <a:pt x="5135" y="2940"/>
                      <a:pt x="4922" y="2940"/>
                    </a:cubicBezTo>
                    <a:cubicBezTo>
                      <a:pt x="4697" y="2940"/>
                      <a:pt x="4474" y="3033"/>
                      <a:pt x="4256" y="3221"/>
                    </a:cubicBezTo>
                    <a:cubicBezTo>
                      <a:pt x="4157" y="3309"/>
                      <a:pt x="4059" y="3408"/>
                      <a:pt x="3980" y="3526"/>
                    </a:cubicBezTo>
                    <a:cubicBezTo>
                      <a:pt x="3537" y="4137"/>
                      <a:pt x="3488" y="4836"/>
                      <a:pt x="3586" y="5555"/>
                    </a:cubicBezTo>
                    <a:cubicBezTo>
                      <a:pt x="3665" y="6196"/>
                      <a:pt x="4000" y="6728"/>
                      <a:pt x="4463" y="7161"/>
                    </a:cubicBezTo>
                    <a:cubicBezTo>
                      <a:pt x="5077" y="7747"/>
                      <a:pt x="5796" y="8061"/>
                      <a:pt x="6629" y="8061"/>
                    </a:cubicBezTo>
                    <a:cubicBezTo>
                      <a:pt x="6678" y="8061"/>
                      <a:pt x="6728" y="8060"/>
                      <a:pt x="6778" y="8057"/>
                    </a:cubicBezTo>
                    <a:cubicBezTo>
                      <a:pt x="7320" y="8038"/>
                      <a:pt x="7802" y="7821"/>
                      <a:pt x="8246" y="7516"/>
                    </a:cubicBezTo>
                    <a:lnTo>
                      <a:pt x="8246" y="7161"/>
                    </a:lnTo>
                    <a:cubicBezTo>
                      <a:pt x="8236" y="7161"/>
                      <a:pt x="8206" y="7161"/>
                      <a:pt x="8196" y="7171"/>
                    </a:cubicBezTo>
                    <a:cubicBezTo>
                      <a:pt x="7730" y="7597"/>
                      <a:pt x="7210" y="7807"/>
                      <a:pt x="6651" y="7807"/>
                    </a:cubicBezTo>
                    <a:cubicBezTo>
                      <a:pt x="6383" y="7807"/>
                      <a:pt x="6106" y="7759"/>
                      <a:pt x="5822" y="7663"/>
                    </a:cubicBezTo>
                    <a:cubicBezTo>
                      <a:pt x="4709" y="7289"/>
                      <a:pt x="3980" y="6540"/>
                      <a:pt x="3823" y="5348"/>
                    </a:cubicBezTo>
                    <a:cubicBezTo>
                      <a:pt x="3744" y="4679"/>
                      <a:pt x="3852" y="4028"/>
                      <a:pt x="4345" y="3516"/>
                    </a:cubicBezTo>
                    <a:cubicBezTo>
                      <a:pt x="4538" y="3308"/>
                      <a:pt x="4733" y="3202"/>
                      <a:pt x="4929" y="3202"/>
                    </a:cubicBezTo>
                    <a:cubicBezTo>
                      <a:pt x="5112" y="3202"/>
                      <a:pt x="5296" y="3296"/>
                      <a:pt x="5477" y="3487"/>
                    </a:cubicBezTo>
                    <a:cubicBezTo>
                      <a:pt x="5684" y="3703"/>
                      <a:pt x="5812" y="3989"/>
                      <a:pt x="5950" y="4245"/>
                    </a:cubicBezTo>
                    <a:cubicBezTo>
                      <a:pt x="6029" y="4383"/>
                      <a:pt x="6039" y="4570"/>
                      <a:pt x="6246" y="4610"/>
                    </a:cubicBezTo>
                    <a:cubicBezTo>
                      <a:pt x="6266" y="4612"/>
                      <a:pt x="6285" y="4614"/>
                      <a:pt x="6304" y="4614"/>
                    </a:cubicBezTo>
                    <a:cubicBezTo>
                      <a:pt x="6488" y="4614"/>
                      <a:pt x="6610" y="4487"/>
                      <a:pt x="6699" y="4344"/>
                    </a:cubicBezTo>
                    <a:cubicBezTo>
                      <a:pt x="7103" y="3684"/>
                      <a:pt x="7497" y="3014"/>
                      <a:pt x="7901" y="2344"/>
                    </a:cubicBezTo>
                    <a:cubicBezTo>
                      <a:pt x="7901" y="2334"/>
                      <a:pt x="7911" y="2324"/>
                      <a:pt x="7930" y="2314"/>
                    </a:cubicBezTo>
                    <a:cubicBezTo>
                      <a:pt x="8029" y="2354"/>
                      <a:pt x="8137" y="2393"/>
                      <a:pt x="8246" y="2433"/>
                    </a:cubicBezTo>
                    <a:lnTo>
                      <a:pt x="8246" y="2117"/>
                    </a:lnTo>
                    <a:cubicBezTo>
                      <a:pt x="8196" y="2108"/>
                      <a:pt x="8137" y="2098"/>
                      <a:pt x="8088" y="2078"/>
                    </a:cubicBezTo>
                    <a:cubicBezTo>
                      <a:pt x="6965" y="1605"/>
                      <a:pt x="5842" y="1152"/>
                      <a:pt x="4689" y="788"/>
                    </a:cubicBezTo>
                    <a:cubicBezTo>
                      <a:pt x="3803" y="512"/>
                      <a:pt x="2946" y="157"/>
                      <a:pt x="2030" y="39"/>
                    </a:cubicBezTo>
                    <a:cubicBezTo>
                      <a:pt x="1842" y="16"/>
                      <a:pt x="1658" y="0"/>
                      <a:pt x="14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25"/>
              <p:cNvSpPr/>
              <p:nvPr/>
            </p:nvSpPr>
            <p:spPr>
              <a:xfrm>
                <a:off x="8764495" y="3834157"/>
                <a:ext cx="379483" cy="302505"/>
              </a:xfrm>
              <a:custGeom>
                <a:avLst/>
                <a:gdLst/>
                <a:ahLst/>
                <a:cxnLst/>
                <a:rect l="l" t="t" r="r" b="b"/>
                <a:pathLst>
                  <a:path w="6493" h="5175" extrusionOk="0">
                    <a:moveTo>
                      <a:pt x="2769" y="275"/>
                    </a:moveTo>
                    <a:lnTo>
                      <a:pt x="2769" y="275"/>
                    </a:lnTo>
                    <a:cubicBezTo>
                      <a:pt x="2837" y="806"/>
                      <a:pt x="1023" y="2849"/>
                      <a:pt x="366" y="2849"/>
                    </a:cubicBezTo>
                    <a:cubicBezTo>
                      <a:pt x="352" y="2849"/>
                      <a:pt x="339" y="2848"/>
                      <a:pt x="326" y="2846"/>
                    </a:cubicBezTo>
                    <a:cubicBezTo>
                      <a:pt x="365" y="2718"/>
                      <a:pt x="395" y="2600"/>
                      <a:pt x="454" y="2482"/>
                    </a:cubicBezTo>
                    <a:cubicBezTo>
                      <a:pt x="740" y="1891"/>
                      <a:pt x="1213" y="1438"/>
                      <a:pt x="1656" y="965"/>
                    </a:cubicBezTo>
                    <a:cubicBezTo>
                      <a:pt x="1882" y="718"/>
                      <a:pt x="2188" y="541"/>
                      <a:pt x="2464" y="354"/>
                    </a:cubicBezTo>
                    <a:cubicBezTo>
                      <a:pt x="2542" y="295"/>
                      <a:pt x="2661" y="305"/>
                      <a:pt x="2769" y="275"/>
                    </a:cubicBezTo>
                    <a:close/>
                    <a:moveTo>
                      <a:pt x="2714" y="0"/>
                    </a:moveTo>
                    <a:cubicBezTo>
                      <a:pt x="2649" y="0"/>
                      <a:pt x="2576" y="16"/>
                      <a:pt x="2493" y="49"/>
                    </a:cubicBezTo>
                    <a:cubicBezTo>
                      <a:pt x="2276" y="137"/>
                      <a:pt x="2030" y="246"/>
                      <a:pt x="1873" y="413"/>
                    </a:cubicBezTo>
                    <a:cubicBezTo>
                      <a:pt x="1390" y="896"/>
                      <a:pt x="917" y="1408"/>
                      <a:pt x="484" y="1930"/>
                    </a:cubicBezTo>
                    <a:cubicBezTo>
                      <a:pt x="306" y="2137"/>
                      <a:pt x="188" y="2413"/>
                      <a:pt x="90" y="2679"/>
                    </a:cubicBezTo>
                    <a:cubicBezTo>
                      <a:pt x="1" y="2915"/>
                      <a:pt x="109" y="3073"/>
                      <a:pt x="365" y="3142"/>
                    </a:cubicBezTo>
                    <a:cubicBezTo>
                      <a:pt x="395" y="3152"/>
                      <a:pt x="434" y="3161"/>
                      <a:pt x="464" y="3191"/>
                    </a:cubicBezTo>
                    <a:cubicBezTo>
                      <a:pt x="976" y="3693"/>
                      <a:pt x="1557" y="4107"/>
                      <a:pt x="2198" y="4432"/>
                    </a:cubicBezTo>
                    <a:cubicBezTo>
                      <a:pt x="3088" y="4887"/>
                      <a:pt x="3998" y="5175"/>
                      <a:pt x="4941" y="5175"/>
                    </a:cubicBezTo>
                    <a:cubicBezTo>
                      <a:pt x="5448" y="5175"/>
                      <a:pt x="5965" y="5091"/>
                      <a:pt x="6493" y="4905"/>
                    </a:cubicBezTo>
                    <a:lnTo>
                      <a:pt x="6493" y="4629"/>
                    </a:lnTo>
                    <a:cubicBezTo>
                      <a:pt x="6207" y="4708"/>
                      <a:pt x="5921" y="4806"/>
                      <a:pt x="5626" y="4856"/>
                    </a:cubicBezTo>
                    <a:cubicBezTo>
                      <a:pt x="5415" y="4889"/>
                      <a:pt x="5205" y="4904"/>
                      <a:pt x="4996" y="4904"/>
                    </a:cubicBezTo>
                    <a:cubicBezTo>
                      <a:pt x="4463" y="4904"/>
                      <a:pt x="3936" y="4805"/>
                      <a:pt x="3419" y="4649"/>
                    </a:cubicBezTo>
                    <a:cubicBezTo>
                      <a:pt x="2533" y="4383"/>
                      <a:pt x="1754" y="3940"/>
                      <a:pt x="1055" y="3358"/>
                    </a:cubicBezTo>
                    <a:cubicBezTo>
                      <a:pt x="937" y="3260"/>
                      <a:pt x="828" y="3171"/>
                      <a:pt x="720" y="3073"/>
                    </a:cubicBezTo>
                    <a:cubicBezTo>
                      <a:pt x="907" y="2935"/>
                      <a:pt x="1094" y="2807"/>
                      <a:pt x="1282" y="2669"/>
                    </a:cubicBezTo>
                    <a:cubicBezTo>
                      <a:pt x="2030" y="3280"/>
                      <a:pt x="2946" y="3496"/>
                      <a:pt x="3833" y="3752"/>
                    </a:cubicBezTo>
                    <a:cubicBezTo>
                      <a:pt x="4231" y="3873"/>
                      <a:pt x="4640" y="3963"/>
                      <a:pt x="5055" y="3963"/>
                    </a:cubicBezTo>
                    <a:cubicBezTo>
                      <a:pt x="5214" y="3963"/>
                      <a:pt x="5375" y="3950"/>
                      <a:pt x="5537" y="3920"/>
                    </a:cubicBezTo>
                    <a:cubicBezTo>
                      <a:pt x="5793" y="3880"/>
                      <a:pt x="6030" y="3782"/>
                      <a:pt x="6276" y="3713"/>
                    </a:cubicBezTo>
                    <a:cubicBezTo>
                      <a:pt x="6345" y="3693"/>
                      <a:pt x="6424" y="3664"/>
                      <a:pt x="6493" y="3644"/>
                    </a:cubicBezTo>
                    <a:lnTo>
                      <a:pt x="6493" y="3329"/>
                    </a:lnTo>
                    <a:cubicBezTo>
                      <a:pt x="6055" y="3519"/>
                      <a:pt x="5611" y="3695"/>
                      <a:pt x="5131" y="3695"/>
                    </a:cubicBezTo>
                    <a:cubicBezTo>
                      <a:pt x="5038" y="3695"/>
                      <a:pt x="4943" y="3688"/>
                      <a:pt x="4847" y="3674"/>
                    </a:cubicBezTo>
                    <a:cubicBezTo>
                      <a:pt x="4513" y="3624"/>
                      <a:pt x="4168" y="3575"/>
                      <a:pt x="3843" y="3477"/>
                    </a:cubicBezTo>
                    <a:cubicBezTo>
                      <a:pt x="3242" y="3289"/>
                      <a:pt x="2641" y="3073"/>
                      <a:pt x="2050" y="2846"/>
                    </a:cubicBezTo>
                    <a:cubicBezTo>
                      <a:pt x="1853" y="2777"/>
                      <a:pt x="1685" y="2629"/>
                      <a:pt x="1488" y="2511"/>
                    </a:cubicBezTo>
                    <a:cubicBezTo>
                      <a:pt x="1794" y="2245"/>
                      <a:pt x="2060" y="2009"/>
                      <a:pt x="2316" y="1772"/>
                    </a:cubicBezTo>
                    <a:cubicBezTo>
                      <a:pt x="2493" y="1881"/>
                      <a:pt x="2710" y="2038"/>
                      <a:pt x="2956" y="2166"/>
                    </a:cubicBezTo>
                    <a:cubicBezTo>
                      <a:pt x="3764" y="2561"/>
                      <a:pt x="4608" y="2848"/>
                      <a:pt x="5514" y="2848"/>
                    </a:cubicBezTo>
                    <a:cubicBezTo>
                      <a:pt x="5557" y="2848"/>
                      <a:pt x="5601" y="2848"/>
                      <a:pt x="5645" y="2846"/>
                    </a:cubicBezTo>
                    <a:cubicBezTo>
                      <a:pt x="5931" y="2836"/>
                      <a:pt x="6217" y="2748"/>
                      <a:pt x="6493" y="2698"/>
                    </a:cubicBezTo>
                    <a:lnTo>
                      <a:pt x="6493" y="2423"/>
                    </a:lnTo>
                    <a:cubicBezTo>
                      <a:pt x="6177" y="2522"/>
                      <a:pt x="5854" y="2587"/>
                      <a:pt x="5524" y="2587"/>
                    </a:cubicBezTo>
                    <a:cubicBezTo>
                      <a:pt x="5463" y="2587"/>
                      <a:pt x="5402" y="2585"/>
                      <a:pt x="5340" y="2580"/>
                    </a:cubicBezTo>
                    <a:cubicBezTo>
                      <a:pt x="4335" y="2501"/>
                      <a:pt x="3409" y="2176"/>
                      <a:pt x="2572" y="1625"/>
                    </a:cubicBezTo>
                    <a:cubicBezTo>
                      <a:pt x="2523" y="1595"/>
                      <a:pt x="2473" y="1566"/>
                      <a:pt x="2414" y="1526"/>
                    </a:cubicBezTo>
                    <a:cubicBezTo>
                      <a:pt x="2592" y="1260"/>
                      <a:pt x="2789" y="984"/>
                      <a:pt x="2966" y="718"/>
                    </a:cubicBezTo>
                    <a:cubicBezTo>
                      <a:pt x="3409" y="975"/>
                      <a:pt x="3853" y="1250"/>
                      <a:pt x="4296" y="1497"/>
                    </a:cubicBezTo>
                    <a:cubicBezTo>
                      <a:pt x="4798" y="1772"/>
                      <a:pt x="5330" y="1920"/>
                      <a:pt x="5892" y="1940"/>
                    </a:cubicBezTo>
                    <a:cubicBezTo>
                      <a:pt x="5907" y="1941"/>
                      <a:pt x="5923" y="1941"/>
                      <a:pt x="5939" y="1941"/>
                    </a:cubicBezTo>
                    <a:cubicBezTo>
                      <a:pt x="6128" y="1941"/>
                      <a:pt x="6310" y="1889"/>
                      <a:pt x="6493" y="1871"/>
                    </a:cubicBezTo>
                    <a:lnTo>
                      <a:pt x="6493" y="1595"/>
                    </a:lnTo>
                    <a:cubicBezTo>
                      <a:pt x="6319" y="1651"/>
                      <a:pt x="6144" y="1674"/>
                      <a:pt x="5968" y="1674"/>
                    </a:cubicBezTo>
                    <a:cubicBezTo>
                      <a:pt x="5774" y="1674"/>
                      <a:pt x="5581" y="1646"/>
                      <a:pt x="5389" y="1605"/>
                    </a:cubicBezTo>
                    <a:cubicBezTo>
                      <a:pt x="4552" y="1438"/>
                      <a:pt x="3862" y="975"/>
                      <a:pt x="3173" y="502"/>
                    </a:cubicBezTo>
                    <a:cubicBezTo>
                      <a:pt x="3124" y="472"/>
                      <a:pt x="3084" y="403"/>
                      <a:pt x="3064" y="344"/>
                    </a:cubicBezTo>
                    <a:cubicBezTo>
                      <a:pt x="2993" y="115"/>
                      <a:pt x="2885" y="0"/>
                      <a:pt x="2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25"/>
              <p:cNvSpPr/>
              <p:nvPr/>
            </p:nvSpPr>
            <p:spPr>
              <a:xfrm>
                <a:off x="8787524" y="3498193"/>
                <a:ext cx="356456" cy="227156"/>
              </a:xfrm>
              <a:custGeom>
                <a:avLst/>
                <a:gdLst/>
                <a:ahLst/>
                <a:cxnLst/>
                <a:rect l="l" t="t" r="r" b="b"/>
                <a:pathLst>
                  <a:path w="6099" h="3886" extrusionOk="0">
                    <a:moveTo>
                      <a:pt x="568" y="1894"/>
                    </a:moveTo>
                    <a:cubicBezTo>
                      <a:pt x="613" y="1894"/>
                      <a:pt x="668" y="1911"/>
                      <a:pt x="730" y="1945"/>
                    </a:cubicBezTo>
                    <a:cubicBezTo>
                      <a:pt x="848" y="2004"/>
                      <a:pt x="947" y="2093"/>
                      <a:pt x="1035" y="2191"/>
                    </a:cubicBezTo>
                    <a:cubicBezTo>
                      <a:pt x="1341" y="2506"/>
                      <a:pt x="1548" y="2891"/>
                      <a:pt x="1616" y="3324"/>
                    </a:cubicBezTo>
                    <a:cubicBezTo>
                      <a:pt x="1636" y="3413"/>
                      <a:pt x="1616" y="3531"/>
                      <a:pt x="1557" y="3590"/>
                    </a:cubicBezTo>
                    <a:cubicBezTo>
                      <a:pt x="1552" y="3598"/>
                      <a:pt x="1535" y="3602"/>
                      <a:pt x="1513" y="3602"/>
                    </a:cubicBezTo>
                    <a:cubicBezTo>
                      <a:pt x="1456" y="3602"/>
                      <a:pt x="1363" y="3579"/>
                      <a:pt x="1321" y="3551"/>
                    </a:cubicBezTo>
                    <a:cubicBezTo>
                      <a:pt x="1183" y="3442"/>
                      <a:pt x="1035" y="3334"/>
                      <a:pt x="937" y="3196"/>
                    </a:cubicBezTo>
                    <a:cubicBezTo>
                      <a:pt x="750" y="2920"/>
                      <a:pt x="592" y="2634"/>
                      <a:pt x="434" y="2349"/>
                    </a:cubicBezTo>
                    <a:cubicBezTo>
                      <a:pt x="405" y="2290"/>
                      <a:pt x="405" y="2221"/>
                      <a:pt x="395" y="2201"/>
                    </a:cubicBezTo>
                    <a:cubicBezTo>
                      <a:pt x="395" y="1998"/>
                      <a:pt x="455" y="1894"/>
                      <a:pt x="568" y="1894"/>
                    </a:cubicBezTo>
                    <a:close/>
                    <a:moveTo>
                      <a:pt x="4041" y="1"/>
                    </a:moveTo>
                    <a:cubicBezTo>
                      <a:pt x="2631" y="1"/>
                      <a:pt x="1411" y="487"/>
                      <a:pt x="415" y="1512"/>
                    </a:cubicBezTo>
                    <a:cubicBezTo>
                      <a:pt x="159" y="1777"/>
                      <a:pt x="1" y="2152"/>
                      <a:pt x="228" y="2526"/>
                    </a:cubicBezTo>
                    <a:cubicBezTo>
                      <a:pt x="375" y="2772"/>
                      <a:pt x="503" y="3029"/>
                      <a:pt x="661" y="3275"/>
                    </a:cubicBezTo>
                    <a:cubicBezTo>
                      <a:pt x="828" y="3521"/>
                      <a:pt x="1035" y="3738"/>
                      <a:pt x="1321" y="3846"/>
                    </a:cubicBezTo>
                    <a:cubicBezTo>
                      <a:pt x="1388" y="3872"/>
                      <a:pt x="1455" y="3886"/>
                      <a:pt x="1519" y="3886"/>
                    </a:cubicBezTo>
                    <a:cubicBezTo>
                      <a:pt x="1623" y="3886"/>
                      <a:pt x="1722" y="3850"/>
                      <a:pt x="1813" y="3777"/>
                    </a:cubicBezTo>
                    <a:cubicBezTo>
                      <a:pt x="1991" y="3649"/>
                      <a:pt x="2148" y="3501"/>
                      <a:pt x="2336" y="3383"/>
                    </a:cubicBezTo>
                    <a:cubicBezTo>
                      <a:pt x="2908" y="3030"/>
                      <a:pt x="3517" y="2742"/>
                      <a:pt x="4217" y="2742"/>
                    </a:cubicBezTo>
                    <a:cubicBezTo>
                      <a:pt x="4240" y="2742"/>
                      <a:pt x="4263" y="2742"/>
                      <a:pt x="4286" y="2743"/>
                    </a:cubicBezTo>
                    <a:cubicBezTo>
                      <a:pt x="4907" y="2763"/>
                      <a:pt x="5527" y="2841"/>
                      <a:pt x="6099" y="3127"/>
                    </a:cubicBezTo>
                    <a:lnTo>
                      <a:pt x="6099" y="2812"/>
                    </a:lnTo>
                    <a:cubicBezTo>
                      <a:pt x="5596" y="2615"/>
                      <a:pt x="5074" y="2526"/>
                      <a:pt x="4532" y="2487"/>
                    </a:cubicBezTo>
                    <a:cubicBezTo>
                      <a:pt x="4451" y="2481"/>
                      <a:pt x="4371" y="2478"/>
                      <a:pt x="4292" y="2478"/>
                    </a:cubicBezTo>
                    <a:cubicBezTo>
                      <a:pt x="3468" y="2478"/>
                      <a:pt x="2752" y="2796"/>
                      <a:pt x="2060" y="3245"/>
                    </a:cubicBezTo>
                    <a:cubicBezTo>
                      <a:pt x="2020" y="3275"/>
                      <a:pt x="1971" y="3304"/>
                      <a:pt x="1912" y="3344"/>
                    </a:cubicBezTo>
                    <a:cubicBezTo>
                      <a:pt x="1882" y="3226"/>
                      <a:pt x="1873" y="3107"/>
                      <a:pt x="1833" y="3019"/>
                    </a:cubicBezTo>
                    <a:cubicBezTo>
                      <a:pt x="1754" y="2851"/>
                      <a:pt x="1823" y="2772"/>
                      <a:pt x="1951" y="2703"/>
                    </a:cubicBezTo>
                    <a:cubicBezTo>
                      <a:pt x="2651" y="2339"/>
                      <a:pt x="3399" y="2122"/>
                      <a:pt x="4178" y="2034"/>
                    </a:cubicBezTo>
                    <a:cubicBezTo>
                      <a:pt x="4353" y="2010"/>
                      <a:pt x="4527" y="1999"/>
                      <a:pt x="4700" y="1999"/>
                    </a:cubicBezTo>
                    <a:cubicBezTo>
                      <a:pt x="5176" y="1999"/>
                      <a:pt x="5643" y="2083"/>
                      <a:pt x="6099" y="2221"/>
                    </a:cubicBezTo>
                    <a:lnTo>
                      <a:pt x="6099" y="1906"/>
                    </a:lnTo>
                    <a:cubicBezTo>
                      <a:pt x="5852" y="1866"/>
                      <a:pt x="5606" y="1817"/>
                      <a:pt x="5360" y="1777"/>
                    </a:cubicBezTo>
                    <a:cubicBezTo>
                      <a:pt x="5134" y="1746"/>
                      <a:pt x="4911" y="1732"/>
                      <a:pt x="4690" y="1732"/>
                    </a:cubicBezTo>
                    <a:cubicBezTo>
                      <a:pt x="4070" y="1732"/>
                      <a:pt x="3465" y="1847"/>
                      <a:pt x="2877" y="2043"/>
                    </a:cubicBezTo>
                    <a:cubicBezTo>
                      <a:pt x="2454" y="2181"/>
                      <a:pt x="2050" y="2378"/>
                      <a:pt x="1626" y="2546"/>
                    </a:cubicBezTo>
                    <a:cubicBezTo>
                      <a:pt x="1548" y="2418"/>
                      <a:pt x="1439" y="2250"/>
                      <a:pt x="1321" y="2063"/>
                    </a:cubicBezTo>
                    <a:cubicBezTo>
                      <a:pt x="1380" y="2024"/>
                      <a:pt x="1439" y="1974"/>
                      <a:pt x="1498" y="1945"/>
                    </a:cubicBezTo>
                    <a:cubicBezTo>
                      <a:pt x="2296" y="1472"/>
                      <a:pt x="3153" y="1196"/>
                      <a:pt x="4079" y="1117"/>
                    </a:cubicBezTo>
                    <a:cubicBezTo>
                      <a:pt x="4226" y="1104"/>
                      <a:pt x="4372" y="1098"/>
                      <a:pt x="4516" y="1098"/>
                    </a:cubicBezTo>
                    <a:cubicBezTo>
                      <a:pt x="5029" y="1098"/>
                      <a:pt x="5526" y="1184"/>
                      <a:pt x="6010" y="1383"/>
                    </a:cubicBezTo>
                    <a:cubicBezTo>
                      <a:pt x="6039" y="1393"/>
                      <a:pt x="6069" y="1393"/>
                      <a:pt x="6099" y="1393"/>
                    </a:cubicBezTo>
                    <a:lnTo>
                      <a:pt x="6099" y="1117"/>
                    </a:lnTo>
                    <a:cubicBezTo>
                      <a:pt x="5608" y="936"/>
                      <a:pt x="5092" y="830"/>
                      <a:pt x="4567" y="830"/>
                    </a:cubicBezTo>
                    <a:cubicBezTo>
                      <a:pt x="4523" y="830"/>
                      <a:pt x="4478" y="830"/>
                      <a:pt x="4434" y="832"/>
                    </a:cubicBezTo>
                    <a:cubicBezTo>
                      <a:pt x="3262" y="871"/>
                      <a:pt x="2188" y="1186"/>
                      <a:pt x="1213" y="1827"/>
                    </a:cubicBezTo>
                    <a:cubicBezTo>
                      <a:pt x="1183" y="1837"/>
                      <a:pt x="1153" y="1856"/>
                      <a:pt x="1134" y="1866"/>
                    </a:cubicBezTo>
                    <a:cubicBezTo>
                      <a:pt x="986" y="1777"/>
                      <a:pt x="838" y="1699"/>
                      <a:pt x="690" y="1620"/>
                    </a:cubicBezTo>
                    <a:cubicBezTo>
                      <a:pt x="1489" y="729"/>
                      <a:pt x="2819" y="262"/>
                      <a:pt x="4074" y="262"/>
                    </a:cubicBezTo>
                    <a:cubicBezTo>
                      <a:pt x="4817" y="262"/>
                      <a:pt x="5534" y="426"/>
                      <a:pt x="6099" y="763"/>
                    </a:cubicBezTo>
                    <a:lnTo>
                      <a:pt x="6099" y="448"/>
                    </a:lnTo>
                    <a:cubicBezTo>
                      <a:pt x="5517" y="132"/>
                      <a:pt x="4897" y="34"/>
                      <a:pt x="4247" y="4"/>
                    </a:cubicBezTo>
                    <a:cubicBezTo>
                      <a:pt x="4177" y="2"/>
                      <a:pt x="4109" y="1"/>
                      <a:pt x="4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25"/>
              <p:cNvSpPr/>
              <p:nvPr/>
            </p:nvSpPr>
            <p:spPr>
              <a:xfrm>
                <a:off x="8526143" y="1803935"/>
                <a:ext cx="617822" cy="111181"/>
              </a:xfrm>
              <a:custGeom>
                <a:avLst/>
                <a:gdLst/>
                <a:ahLst/>
                <a:cxnLst/>
                <a:rect l="l" t="t" r="r" b="b"/>
                <a:pathLst>
                  <a:path w="10571" h="1902" extrusionOk="0">
                    <a:moveTo>
                      <a:pt x="10571" y="1"/>
                    </a:moveTo>
                    <a:cubicBezTo>
                      <a:pt x="10442" y="11"/>
                      <a:pt x="10314" y="20"/>
                      <a:pt x="10186" y="30"/>
                    </a:cubicBezTo>
                    <a:cubicBezTo>
                      <a:pt x="9211" y="139"/>
                      <a:pt x="8246" y="247"/>
                      <a:pt x="7271" y="365"/>
                    </a:cubicBezTo>
                    <a:cubicBezTo>
                      <a:pt x="6108" y="493"/>
                      <a:pt x="4946" y="631"/>
                      <a:pt x="3783" y="779"/>
                    </a:cubicBezTo>
                    <a:cubicBezTo>
                      <a:pt x="2749" y="907"/>
                      <a:pt x="1715" y="1045"/>
                      <a:pt x="680" y="1183"/>
                    </a:cubicBezTo>
                    <a:cubicBezTo>
                      <a:pt x="434" y="1222"/>
                      <a:pt x="208" y="1321"/>
                      <a:pt x="80" y="1537"/>
                    </a:cubicBezTo>
                    <a:cubicBezTo>
                      <a:pt x="30" y="1616"/>
                      <a:pt x="1" y="1725"/>
                      <a:pt x="30" y="1794"/>
                    </a:cubicBezTo>
                    <a:cubicBezTo>
                      <a:pt x="60" y="1853"/>
                      <a:pt x="178" y="1902"/>
                      <a:pt x="257" y="1902"/>
                    </a:cubicBezTo>
                    <a:cubicBezTo>
                      <a:pt x="533" y="1892"/>
                      <a:pt x="818" y="1872"/>
                      <a:pt x="1094" y="1843"/>
                    </a:cubicBezTo>
                    <a:cubicBezTo>
                      <a:pt x="2660" y="1656"/>
                      <a:pt x="4217" y="1459"/>
                      <a:pt x="5783" y="1271"/>
                    </a:cubicBezTo>
                    <a:cubicBezTo>
                      <a:pt x="7024" y="1114"/>
                      <a:pt x="8265" y="956"/>
                      <a:pt x="9507" y="808"/>
                    </a:cubicBezTo>
                    <a:cubicBezTo>
                      <a:pt x="9861" y="769"/>
                      <a:pt x="10216" y="740"/>
                      <a:pt x="10571" y="710"/>
                    </a:cubicBezTo>
                    <a:lnTo>
                      <a:pt x="10571" y="434"/>
                    </a:lnTo>
                    <a:cubicBezTo>
                      <a:pt x="10048" y="493"/>
                      <a:pt x="9517" y="543"/>
                      <a:pt x="8994" y="611"/>
                    </a:cubicBezTo>
                    <a:cubicBezTo>
                      <a:pt x="8206" y="700"/>
                      <a:pt x="7418" y="808"/>
                      <a:pt x="6630" y="897"/>
                    </a:cubicBezTo>
                    <a:cubicBezTo>
                      <a:pt x="5635" y="1015"/>
                      <a:pt x="4631" y="1124"/>
                      <a:pt x="3626" y="1242"/>
                    </a:cubicBezTo>
                    <a:cubicBezTo>
                      <a:pt x="2542" y="1380"/>
                      <a:pt x="1459" y="1518"/>
                      <a:pt x="375" y="1656"/>
                    </a:cubicBezTo>
                    <a:cubicBezTo>
                      <a:pt x="365" y="1636"/>
                      <a:pt x="365" y="1616"/>
                      <a:pt x="355" y="1597"/>
                    </a:cubicBezTo>
                    <a:cubicBezTo>
                      <a:pt x="464" y="1547"/>
                      <a:pt x="572" y="1478"/>
                      <a:pt x="690" y="1459"/>
                    </a:cubicBezTo>
                    <a:cubicBezTo>
                      <a:pt x="1429" y="1350"/>
                      <a:pt x="2178" y="1242"/>
                      <a:pt x="2926" y="1153"/>
                    </a:cubicBezTo>
                    <a:cubicBezTo>
                      <a:pt x="3872" y="1025"/>
                      <a:pt x="4828" y="917"/>
                      <a:pt x="5773" y="808"/>
                    </a:cubicBezTo>
                    <a:cubicBezTo>
                      <a:pt x="6601" y="710"/>
                      <a:pt x="7428" y="611"/>
                      <a:pt x="8256" y="523"/>
                    </a:cubicBezTo>
                    <a:cubicBezTo>
                      <a:pt x="8985" y="434"/>
                      <a:pt x="9714" y="355"/>
                      <a:pt x="10442" y="277"/>
                    </a:cubicBezTo>
                    <a:cubicBezTo>
                      <a:pt x="10456" y="273"/>
                      <a:pt x="10470" y="272"/>
                      <a:pt x="10484" y="272"/>
                    </a:cubicBezTo>
                    <a:cubicBezTo>
                      <a:pt x="10514" y="272"/>
                      <a:pt x="10544" y="277"/>
                      <a:pt x="10571" y="277"/>
                    </a:cubicBezTo>
                    <a:lnTo>
                      <a:pt x="105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25"/>
              <p:cNvSpPr/>
              <p:nvPr/>
            </p:nvSpPr>
            <p:spPr>
              <a:xfrm>
                <a:off x="8637370" y="1932932"/>
                <a:ext cx="506601" cy="281461"/>
              </a:xfrm>
              <a:custGeom>
                <a:avLst/>
                <a:gdLst/>
                <a:ahLst/>
                <a:cxnLst/>
                <a:rect l="l" t="t" r="r" b="b"/>
                <a:pathLst>
                  <a:path w="8668" h="4815" extrusionOk="0">
                    <a:moveTo>
                      <a:pt x="8668" y="0"/>
                    </a:moveTo>
                    <a:cubicBezTo>
                      <a:pt x="8589" y="30"/>
                      <a:pt x="8500" y="59"/>
                      <a:pt x="8421" y="99"/>
                    </a:cubicBezTo>
                    <a:cubicBezTo>
                      <a:pt x="6323" y="1084"/>
                      <a:pt x="4235" y="2069"/>
                      <a:pt x="2146" y="3054"/>
                    </a:cubicBezTo>
                    <a:cubicBezTo>
                      <a:pt x="1624" y="3300"/>
                      <a:pt x="1112" y="3566"/>
                      <a:pt x="590" y="3822"/>
                    </a:cubicBezTo>
                    <a:cubicBezTo>
                      <a:pt x="294" y="3970"/>
                      <a:pt x="137" y="4236"/>
                      <a:pt x="48" y="4551"/>
                    </a:cubicBezTo>
                    <a:cubicBezTo>
                      <a:pt x="0" y="4718"/>
                      <a:pt x="62" y="4815"/>
                      <a:pt x="196" y="4815"/>
                    </a:cubicBezTo>
                    <a:cubicBezTo>
                      <a:pt x="228" y="4815"/>
                      <a:pt x="264" y="4809"/>
                      <a:pt x="304" y="4798"/>
                    </a:cubicBezTo>
                    <a:cubicBezTo>
                      <a:pt x="373" y="4768"/>
                      <a:pt x="442" y="4738"/>
                      <a:pt x="521" y="4699"/>
                    </a:cubicBezTo>
                    <a:cubicBezTo>
                      <a:pt x="1861" y="4088"/>
                      <a:pt x="3210" y="3487"/>
                      <a:pt x="4550" y="2857"/>
                    </a:cubicBezTo>
                    <a:cubicBezTo>
                      <a:pt x="5860" y="2236"/>
                      <a:pt x="7160" y="1596"/>
                      <a:pt x="8461" y="966"/>
                    </a:cubicBezTo>
                    <a:cubicBezTo>
                      <a:pt x="8530" y="936"/>
                      <a:pt x="8599" y="926"/>
                      <a:pt x="8668" y="907"/>
                    </a:cubicBezTo>
                    <a:lnTo>
                      <a:pt x="8668" y="591"/>
                    </a:lnTo>
                    <a:cubicBezTo>
                      <a:pt x="8283" y="769"/>
                      <a:pt x="7879" y="946"/>
                      <a:pt x="7505" y="1143"/>
                    </a:cubicBezTo>
                    <a:cubicBezTo>
                      <a:pt x="5771" y="2030"/>
                      <a:pt x="3988" y="2808"/>
                      <a:pt x="2205" y="3586"/>
                    </a:cubicBezTo>
                    <a:cubicBezTo>
                      <a:pt x="1644" y="3832"/>
                      <a:pt x="1102" y="4128"/>
                      <a:pt x="551" y="4394"/>
                    </a:cubicBezTo>
                    <a:cubicBezTo>
                      <a:pt x="501" y="4413"/>
                      <a:pt x="452" y="4433"/>
                      <a:pt x="383" y="4463"/>
                    </a:cubicBezTo>
                    <a:cubicBezTo>
                      <a:pt x="432" y="4246"/>
                      <a:pt x="570" y="4138"/>
                      <a:pt x="728" y="4059"/>
                    </a:cubicBezTo>
                    <a:cubicBezTo>
                      <a:pt x="1122" y="3852"/>
                      <a:pt x="1516" y="3655"/>
                      <a:pt x="1920" y="3458"/>
                    </a:cubicBezTo>
                    <a:cubicBezTo>
                      <a:pt x="4117" y="2424"/>
                      <a:pt x="6313" y="1389"/>
                      <a:pt x="8510" y="345"/>
                    </a:cubicBezTo>
                    <a:cubicBezTo>
                      <a:pt x="8559" y="325"/>
                      <a:pt x="8618" y="296"/>
                      <a:pt x="8668" y="276"/>
                    </a:cubicBezTo>
                    <a:lnTo>
                      <a:pt x="86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25"/>
              <p:cNvSpPr/>
              <p:nvPr/>
            </p:nvSpPr>
            <p:spPr>
              <a:xfrm>
                <a:off x="8952816" y="4323491"/>
                <a:ext cx="191174" cy="246037"/>
              </a:xfrm>
              <a:custGeom>
                <a:avLst/>
                <a:gdLst/>
                <a:ahLst/>
                <a:cxnLst/>
                <a:rect l="l" t="t" r="r" b="b"/>
                <a:pathLst>
                  <a:path w="3271" h="4209" extrusionOk="0">
                    <a:moveTo>
                      <a:pt x="3271" y="0"/>
                    </a:moveTo>
                    <a:cubicBezTo>
                      <a:pt x="3221" y="50"/>
                      <a:pt x="3162" y="99"/>
                      <a:pt x="3133" y="168"/>
                    </a:cubicBezTo>
                    <a:cubicBezTo>
                      <a:pt x="2788" y="798"/>
                      <a:pt x="2453" y="1439"/>
                      <a:pt x="2098" y="2059"/>
                    </a:cubicBezTo>
                    <a:cubicBezTo>
                      <a:pt x="1916" y="2380"/>
                      <a:pt x="1777" y="2490"/>
                      <a:pt x="1522" y="2490"/>
                    </a:cubicBezTo>
                    <a:cubicBezTo>
                      <a:pt x="1432" y="2490"/>
                      <a:pt x="1328" y="2476"/>
                      <a:pt x="1202" y="2453"/>
                    </a:cubicBezTo>
                    <a:cubicBezTo>
                      <a:pt x="956" y="2414"/>
                      <a:pt x="719" y="2365"/>
                      <a:pt x="483" y="2365"/>
                    </a:cubicBezTo>
                    <a:cubicBezTo>
                      <a:pt x="227" y="2365"/>
                      <a:pt x="30" y="2562"/>
                      <a:pt x="20" y="2768"/>
                    </a:cubicBezTo>
                    <a:cubicBezTo>
                      <a:pt x="0" y="2956"/>
                      <a:pt x="138" y="3094"/>
                      <a:pt x="414" y="3153"/>
                    </a:cubicBezTo>
                    <a:cubicBezTo>
                      <a:pt x="601" y="3192"/>
                      <a:pt x="788" y="3222"/>
                      <a:pt x="975" y="3251"/>
                    </a:cubicBezTo>
                    <a:cubicBezTo>
                      <a:pt x="887" y="3488"/>
                      <a:pt x="690" y="3734"/>
                      <a:pt x="936" y="3931"/>
                    </a:cubicBezTo>
                    <a:cubicBezTo>
                      <a:pt x="1003" y="3987"/>
                      <a:pt x="1069" y="4009"/>
                      <a:pt x="1133" y="4009"/>
                    </a:cubicBezTo>
                    <a:cubicBezTo>
                      <a:pt x="1296" y="4009"/>
                      <a:pt x="1451" y="3870"/>
                      <a:pt x="1606" y="3793"/>
                    </a:cubicBezTo>
                    <a:cubicBezTo>
                      <a:pt x="1655" y="3891"/>
                      <a:pt x="1694" y="3990"/>
                      <a:pt x="1763" y="4079"/>
                    </a:cubicBezTo>
                    <a:cubicBezTo>
                      <a:pt x="1839" y="4166"/>
                      <a:pt x="1921" y="4208"/>
                      <a:pt x="1998" y="4208"/>
                    </a:cubicBezTo>
                    <a:cubicBezTo>
                      <a:pt x="2102" y="4208"/>
                      <a:pt x="2195" y="4132"/>
                      <a:pt x="2246" y="3990"/>
                    </a:cubicBezTo>
                    <a:cubicBezTo>
                      <a:pt x="2285" y="3901"/>
                      <a:pt x="2315" y="3803"/>
                      <a:pt x="2325" y="3704"/>
                    </a:cubicBezTo>
                    <a:cubicBezTo>
                      <a:pt x="2463" y="2926"/>
                      <a:pt x="2837" y="2256"/>
                      <a:pt x="3271" y="1616"/>
                    </a:cubicBezTo>
                    <a:lnTo>
                      <a:pt x="32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25"/>
              <p:cNvSpPr/>
              <p:nvPr/>
            </p:nvSpPr>
            <p:spPr>
              <a:xfrm>
                <a:off x="9085202" y="4758702"/>
                <a:ext cx="58796" cy="149820"/>
              </a:xfrm>
              <a:custGeom>
                <a:avLst/>
                <a:gdLst/>
                <a:ahLst/>
                <a:cxnLst/>
                <a:rect l="l" t="t" r="r" b="b"/>
                <a:pathLst>
                  <a:path w="1006" h="2563" extrusionOk="0">
                    <a:moveTo>
                      <a:pt x="954" y="0"/>
                    </a:moveTo>
                    <a:cubicBezTo>
                      <a:pt x="564" y="0"/>
                      <a:pt x="251" y="216"/>
                      <a:pt x="109" y="612"/>
                    </a:cubicBezTo>
                    <a:cubicBezTo>
                      <a:pt x="1" y="947"/>
                      <a:pt x="50" y="1282"/>
                      <a:pt x="109" y="1617"/>
                    </a:cubicBezTo>
                    <a:cubicBezTo>
                      <a:pt x="198" y="2129"/>
                      <a:pt x="434" y="2504"/>
                      <a:pt x="1006" y="2563"/>
                    </a:cubicBezTo>
                    <a:lnTo>
                      <a:pt x="1006" y="2248"/>
                    </a:lnTo>
                    <a:cubicBezTo>
                      <a:pt x="631" y="2228"/>
                      <a:pt x="572" y="2188"/>
                      <a:pt x="454" y="1814"/>
                    </a:cubicBezTo>
                    <a:cubicBezTo>
                      <a:pt x="395" y="1637"/>
                      <a:pt x="346" y="1440"/>
                      <a:pt x="316" y="1253"/>
                    </a:cubicBezTo>
                    <a:cubicBezTo>
                      <a:pt x="227" y="662"/>
                      <a:pt x="493" y="277"/>
                      <a:pt x="1006" y="238"/>
                    </a:cubicBezTo>
                    <a:lnTo>
                      <a:pt x="1006" y="2"/>
                    </a:lnTo>
                    <a:cubicBezTo>
                      <a:pt x="988" y="1"/>
                      <a:pt x="971" y="0"/>
                      <a:pt x="9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25"/>
              <p:cNvSpPr/>
              <p:nvPr/>
            </p:nvSpPr>
            <p:spPr>
              <a:xfrm>
                <a:off x="9117465" y="4456813"/>
                <a:ext cx="26534" cy="74004"/>
              </a:xfrm>
              <a:custGeom>
                <a:avLst/>
                <a:gdLst/>
                <a:ahLst/>
                <a:cxnLst/>
                <a:rect l="l" t="t" r="r" b="b"/>
                <a:pathLst>
                  <a:path w="454" h="1266" extrusionOk="0">
                    <a:moveTo>
                      <a:pt x="422" y="0"/>
                    </a:moveTo>
                    <a:cubicBezTo>
                      <a:pt x="417" y="0"/>
                      <a:pt x="414" y="1"/>
                      <a:pt x="414" y="5"/>
                    </a:cubicBezTo>
                    <a:cubicBezTo>
                      <a:pt x="296" y="251"/>
                      <a:pt x="158" y="487"/>
                      <a:pt x="79" y="753"/>
                    </a:cubicBezTo>
                    <a:cubicBezTo>
                      <a:pt x="0" y="1000"/>
                      <a:pt x="197" y="1226"/>
                      <a:pt x="454" y="1266"/>
                    </a:cubicBezTo>
                    <a:lnTo>
                      <a:pt x="454" y="990"/>
                    </a:lnTo>
                    <a:cubicBezTo>
                      <a:pt x="296" y="862"/>
                      <a:pt x="296" y="753"/>
                      <a:pt x="454" y="517"/>
                    </a:cubicBezTo>
                    <a:lnTo>
                      <a:pt x="454" y="5"/>
                    </a:lnTo>
                    <a:cubicBezTo>
                      <a:pt x="447" y="5"/>
                      <a:pt x="432" y="0"/>
                      <a:pt x="4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25"/>
              <p:cNvSpPr/>
              <p:nvPr/>
            </p:nvSpPr>
            <p:spPr>
              <a:xfrm>
                <a:off x="9120329" y="4791024"/>
                <a:ext cx="23670" cy="66814"/>
              </a:xfrm>
              <a:custGeom>
                <a:avLst/>
                <a:gdLst/>
                <a:ahLst/>
                <a:cxnLst/>
                <a:rect l="l" t="t" r="r" b="b"/>
                <a:pathLst>
                  <a:path w="405" h="1143" extrusionOk="0">
                    <a:moveTo>
                      <a:pt x="405" y="0"/>
                    </a:moveTo>
                    <a:cubicBezTo>
                      <a:pt x="109" y="158"/>
                      <a:pt x="1" y="650"/>
                      <a:pt x="217" y="975"/>
                    </a:cubicBezTo>
                    <a:cubicBezTo>
                      <a:pt x="257" y="1044"/>
                      <a:pt x="345" y="1094"/>
                      <a:pt x="405" y="1143"/>
                    </a:cubicBezTo>
                    <a:lnTo>
                      <a:pt x="40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25"/>
              <p:cNvSpPr/>
              <p:nvPr/>
            </p:nvSpPr>
            <p:spPr>
              <a:xfrm>
                <a:off x="9134707" y="4487031"/>
                <a:ext cx="9293" cy="27649"/>
              </a:xfrm>
              <a:custGeom>
                <a:avLst/>
                <a:gdLst/>
                <a:ahLst/>
                <a:cxnLst/>
                <a:rect l="l" t="t" r="r" b="b"/>
                <a:pathLst>
                  <a:path w="159" h="473" extrusionOk="0">
                    <a:moveTo>
                      <a:pt x="159" y="0"/>
                    </a:moveTo>
                    <a:cubicBezTo>
                      <a:pt x="1" y="236"/>
                      <a:pt x="1" y="345"/>
                      <a:pt x="159" y="473"/>
                    </a:cubicBez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25"/>
              <p:cNvSpPr/>
              <p:nvPr/>
            </p:nvSpPr>
            <p:spPr>
              <a:xfrm>
                <a:off x="8375872" y="3719130"/>
                <a:ext cx="402511" cy="445193"/>
              </a:xfrm>
              <a:custGeom>
                <a:avLst/>
                <a:gdLst/>
                <a:ahLst/>
                <a:cxnLst/>
                <a:rect l="l" t="t" r="r" b="b"/>
                <a:pathLst>
                  <a:path w="6887" h="7616" extrusionOk="0">
                    <a:moveTo>
                      <a:pt x="6287" y="1261"/>
                    </a:moveTo>
                    <a:cubicBezTo>
                      <a:pt x="6325" y="1261"/>
                      <a:pt x="6364" y="1274"/>
                      <a:pt x="6404" y="1307"/>
                    </a:cubicBezTo>
                    <a:cubicBezTo>
                      <a:pt x="6492" y="1376"/>
                      <a:pt x="6551" y="1465"/>
                      <a:pt x="6611" y="1544"/>
                    </a:cubicBezTo>
                    <a:cubicBezTo>
                      <a:pt x="6551" y="1731"/>
                      <a:pt x="6522" y="1869"/>
                      <a:pt x="6463" y="1997"/>
                    </a:cubicBezTo>
                    <a:cubicBezTo>
                      <a:pt x="6216" y="2529"/>
                      <a:pt x="5813" y="2923"/>
                      <a:pt x="5340" y="3228"/>
                    </a:cubicBezTo>
                    <a:cubicBezTo>
                      <a:pt x="5222" y="3307"/>
                      <a:pt x="5064" y="3297"/>
                      <a:pt x="4916" y="3327"/>
                    </a:cubicBezTo>
                    <a:cubicBezTo>
                      <a:pt x="4926" y="3189"/>
                      <a:pt x="4906" y="3041"/>
                      <a:pt x="4956" y="2923"/>
                    </a:cubicBezTo>
                    <a:cubicBezTo>
                      <a:pt x="5212" y="2312"/>
                      <a:pt x="5616" y="1810"/>
                      <a:pt x="6098" y="1357"/>
                    </a:cubicBezTo>
                    <a:cubicBezTo>
                      <a:pt x="6160" y="1301"/>
                      <a:pt x="6222" y="1261"/>
                      <a:pt x="6287" y="1261"/>
                    </a:cubicBezTo>
                    <a:close/>
                    <a:moveTo>
                      <a:pt x="4080" y="2059"/>
                    </a:moveTo>
                    <a:cubicBezTo>
                      <a:pt x="4386" y="2059"/>
                      <a:pt x="4661" y="2193"/>
                      <a:pt x="4896" y="2420"/>
                    </a:cubicBezTo>
                    <a:cubicBezTo>
                      <a:pt x="4828" y="2568"/>
                      <a:pt x="4749" y="2726"/>
                      <a:pt x="4670" y="2883"/>
                    </a:cubicBezTo>
                    <a:cubicBezTo>
                      <a:pt x="4304" y="2575"/>
                      <a:pt x="3914" y="2419"/>
                      <a:pt x="3555" y="2419"/>
                    </a:cubicBezTo>
                    <a:cubicBezTo>
                      <a:pt x="3247" y="2419"/>
                      <a:pt x="2961" y="2534"/>
                      <a:pt x="2729" y="2765"/>
                    </a:cubicBezTo>
                    <a:cubicBezTo>
                      <a:pt x="2197" y="3287"/>
                      <a:pt x="2227" y="4105"/>
                      <a:pt x="2798" y="4775"/>
                    </a:cubicBezTo>
                    <a:cubicBezTo>
                      <a:pt x="2631" y="4932"/>
                      <a:pt x="2473" y="5070"/>
                      <a:pt x="2286" y="5238"/>
                    </a:cubicBezTo>
                    <a:cubicBezTo>
                      <a:pt x="1951" y="4489"/>
                      <a:pt x="1764" y="3760"/>
                      <a:pt x="2168" y="2992"/>
                    </a:cubicBezTo>
                    <a:cubicBezTo>
                      <a:pt x="2394" y="2568"/>
                      <a:pt x="2739" y="2302"/>
                      <a:pt x="3182" y="2184"/>
                    </a:cubicBezTo>
                    <a:cubicBezTo>
                      <a:pt x="3439" y="2125"/>
                      <a:pt x="3695" y="2095"/>
                      <a:pt x="3961" y="2066"/>
                    </a:cubicBezTo>
                    <a:cubicBezTo>
                      <a:pt x="4001" y="2061"/>
                      <a:pt x="4040" y="2059"/>
                      <a:pt x="4080" y="2059"/>
                    </a:cubicBezTo>
                    <a:close/>
                    <a:moveTo>
                      <a:pt x="4035" y="1084"/>
                    </a:moveTo>
                    <a:cubicBezTo>
                      <a:pt x="4402" y="1084"/>
                      <a:pt x="4765" y="1158"/>
                      <a:pt x="5123" y="1278"/>
                    </a:cubicBezTo>
                    <a:cubicBezTo>
                      <a:pt x="5261" y="1327"/>
                      <a:pt x="5389" y="1445"/>
                      <a:pt x="5537" y="1534"/>
                    </a:cubicBezTo>
                    <a:cubicBezTo>
                      <a:pt x="5369" y="1751"/>
                      <a:pt x="5212" y="1957"/>
                      <a:pt x="5044" y="2174"/>
                    </a:cubicBezTo>
                    <a:cubicBezTo>
                      <a:pt x="4694" y="1887"/>
                      <a:pt x="4328" y="1778"/>
                      <a:pt x="3956" y="1778"/>
                    </a:cubicBezTo>
                    <a:cubicBezTo>
                      <a:pt x="3575" y="1778"/>
                      <a:pt x="3187" y="1892"/>
                      <a:pt x="2798" y="2046"/>
                    </a:cubicBezTo>
                    <a:cubicBezTo>
                      <a:pt x="1981" y="2371"/>
                      <a:pt x="1577" y="3356"/>
                      <a:pt x="1685" y="4154"/>
                    </a:cubicBezTo>
                    <a:cubicBezTo>
                      <a:pt x="1754" y="4607"/>
                      <a:pt x="1872" y="5031"/>
                      <a:pt x="2109" y="5425"/>
                    </a:cubicBezTo>
                    <a:cubicBezTo>
                      <a:pt x="1931" y="5671"/>
                      <a:pt x="1754" y="5908"/>
                      <a:pt x="1577" y="6154"/>
                    </a:cubicBezTo>
                    <a:cubicBezTo>
                      <a:pt x="1567" y="6144"/>
                      <a:pt x="1547" y="6134"/>
                      <a:pt x="1537" y="6124"/>
                    </a:cubicBezTo>
                    <a:cubicBezTo>
                      <a:pt x="1124" y="5267"/>
                      <a:pt x="917" y="4381"/>
                      <a:pt x="1094" y="3435"/>
                    </a:cubicBezTo>
                    <a:cubicBezTo>
                      <a:pt x="1183" y="2943"/>
                      <a:pt x="1439" y="2519"/>
                      <a:pt x="1803" y="2164"/>
                    </a:cubicBezTo>
                    <a:cubicBezTo>
                      <a:pt x="2296" y="1701"/>
                      <a:pt x="2818" y="1297"/>
                      <a:pt x="3498" y="1140"/>
                    </a:cubicBezTo>
                    <a:cubicBezTo>
                      <a:pt x="3678" y="1101"/>
                      <a:pt x="3857" y="1084"/>
                      <a:pt x="4035" y="1084"/>
                    </a:cubicBezTo>
                    <a:close/>
                    <a:moveTo>
                      <a:pt x="4089" y="279"/>
                    </a:moveTo>
                    <a:cubicBezTo>
                      <a:pt x="4773" y="279"/>
                      <a:pt x="5422" y="469"/>
                      <a:pt x="6000" y="923"/>
                    </a:cubicBezTo>
                    <a:cubicBezTo>
                      <a:pt x="6029" y="943"/>
                      <a:pt x="6069" y="982"/>
                      <a:pt x="6098" y="1012"/>
                    </a:cubicBezTo>
                    <a:cubicBezTo>
                      <a:pt x="5970" y="1120"/>
                      <a:pt x="5842" y="1238"/>
                      <a:pt x="5724" y="1347"/>
                    </a:cubicBezTo>
                    <a:cubicBezTo>
                      <a:pt x="5317" y="994"/>
                      <a:pt x="4734" y="824"/>
                      <a:pt x="4127" y="824"/>
                    </a:cubicBezTo>
                    <a:cubicBezTo>
                      <a:pt x="3411" y="824"/>
                      <a:pt x="2662" y="1061"/>
                      <a:pt x="2128" y="1514"/>
                    </a:cubicBezTo>
                    <a:cubicBezTo>
                      <a:pt x="1577" y="1987"/>
                      <a:pt x="1065" y="2480"/>
                      <a:pt x="868" y="3208"/>
                    </a:cubicBezTo>
                    <a:cubicBezTo>
                      <a:pt x="680" y="3908"/>
                      <a:pt x="749" y="4597"/>
                      <a:pt x="946" y="5287"/>
                    </a:cubicBezTo>
                    <a:cubicBezTo>
                      <a:pt x="1055" y="5642"/>
                      <a:pt x="1222" y="5986"/>
                      <a:pt x="1360" y="6341"/>
                    </a:cubicBezTo>
                    <a:cubicBezTo>
                      <a:pt x="1380" y="6390"/>
                      <a:pt x="1390" y="6459"/>
                      <a:pt x="1380" y="6518"/>
                    </a:cubicBezTo>
                    <a:cubicBezTo>
                      <a:pt x="1331" y="6656"/>
                      <a:pt x="1271" y="6784"/>
                      <a:pt x="1212" y="6942"/>
                    </a:cubicBezTo>
                    <a:cubicBezTo>
                      <a:pt x="779" y="6331"/>
                      <a:pt x="493" y="5681"/>
                      <a:pt x="365" y="4962"/>
                    </a:cubicBezTo>
                    <a:cubicBezTo>
                      <a:pt x="148" y="3662"/>
                      <a:pt x="424" y="2480"/>
                      <a:pt x="1340" y="1504"/>
                    </a:cubicBezTo>
                    <a:cubicBezTo>
                      <a:pt x="1665" y="1169"/>
                      <a:pt x="2040" y="854"/>
                      <a:pt x="2444" y="618"/>
                    </a:cubicBezTo>
                    <a:cubicBezTo>
                      <a:pt x="2749" y="440"/>
                      <a:pt x="3143" y="371"/>
                      <a:pt x="3508" y="322"/>
                    </a:cubicBezTo>
                    <a:cubicBezTo>
                      <a:pt x="3703" y="294"/>
                      <a:pt x="3897" y="279"/>
                      <a:pt x="4089" y="279"/>
                    </a:cubicBezTo>
                    <a:close/>
                    <a:moveTo>
                      <a:pt x="3046" y="5006"/>
                    </a:moveTo>
                    <a:cubicBezTo>
                      <a:pt x="3108" y="5006"/>
                      <a:pt x="3170" y="5025"/>
                      <a:pt x="3232" y="5060"/>
                    </a:cubicBezTo>
                    <a:cubicBezTo>
                      <a:pt x="3389" y="5149"/>
                      <a:pt x="3389" y="5297"/>
                      <a:pt x="3340" y="5445"/>
                    </a:cubicBezTo>
                    <a:cubicBezTo>
                      <a:pt x="3074" y="6223"/>
                      <a:pt x="2582" y="6834"/>
                      <a:pt x="1882" y="7277"/>
                    </a:cubicBezTo>
                    <a:cubicBezTo>
                      <a:pt x="1833" y="7306"/>
                      <a:pt x="1774" y="7326"/>
                      <a:pt x="1715" y="7336"/>
                    </a:cubicBezTo>
                    <a:cubicBezTo>
                      <a:pt x="1691" y="7340"/>
                      <a:pt x="1669" y="7342"/>
                      <a:pt x="1649" y="7342"/>
                    </a:cubicBezTo>
                    <a:cubicBezTo>
                      <a:pt x="1527" y="7342"/>
                      <a:pt x="1470" y="7262"/>
                      <a:pt x="1478" y="7050"/>
                    </a:cubicBezTo>
                    <a:cubicBezTo>
                      <a:pt x="1498" y="6971"/>
                      <a:pt x="1537" y="6814"/>
                      <a:pt x="1606" y="6676"/>
                    </a:cubicBezTo>
                    <a:cubicBezTo>
                      <a:pt x="1902" y="6075"/>
                      <a:pt x="2316" y="5543"/>
                      <a:pt x="2818" y="5100"/>
                    </a:cubicBezTo>
                    <a:cubicBezTo>
                      <a:pt x="2894" y="5035"/>
                      <a:pt x="2970" y="5006"/>
                      <a:pt x="3046" y="5006"/>
                    </a:cubicBezTo>
                    <a:close/>
                    <a:moveTo>
                      <a:pt x="4057" y="1"/>
                    </a:moveTo>
                    <a:cubicBezTo>
                      <a:pt x="3872" y="1"/>
                      <a:pt x="3685" y="18"/>
                      <a:pt x="3498" y="56"/>
                    </a:cubicBezTo>
                    <a:cubicBezTo>
                      <a:pt x="2976" y="165"/>
                      <a:pt x="2453" y="243"/>
                      <a:pt x="2000" y="569"/>
                    </a:cubicBezTo>
                    <a:cubicBezTo>
                      <a:pt x="739" y="1465"/>
                      <a:pt x="40" y="2637"/>
                      <a:pt x="20" y="4203"/>
                    </a:cubicBezTo>
                    <a:cubicBezTo>
                      <a:pt x="1" y="5188"/>
                      <a:pt x="483" y="6528"/>
                      <a:pt x="1134" y="7287"/>
                    </a:cubicBezTo>
                    <a:cubicBezTo>
                      <a:pt x="1328" y="7515"/>
                      <a:pt x="1468" y="7615"/>
                      <a:pt x="1640" y="7615"/>
                    </a:cubicBezTo>
                    <a:cubicBezTo>
                      <a:pt x="1721" y="7615"/>
                      <a:pt x="1808" y="7593"/>
                      <a:pt x="1912" y="7553"/>
                    </a:cubicBezTo>
                    <a:cubicBezTo>
                      <a:pt x="2010" y="7513"/>
                      <a:pt x="2099" y="7464"/>
                      <a:pt x="2188" y="7405"/>
                    </a:cubicBezTo>
                    <a:cubicBezTo>
                      <a:pt x="2749" y="7021"/>
                      <a:pt x="3143" y="6489"/>
                      <a:pt x="3458" y="5908"/>
                    </a:cubicBezTo>
                    <a:cubicBezTo>
                      <a:pt x="3547" y="5740"/>
                      <a:pt x="3596" y="5543"/>
                      <a:pt x="3626" y="5366"/>
                    </a:cubicBezTo>
                    <a:cubicBezTo>
                      <a:pt x="3665" y="5100"/>
                      <a:pt x="3567" y="4913"/>
                      <a:pt x="3320" y="4804"/>
                    </a:cubicBezTo>
                    <a:cubicBezTo>
                      <a:pt x="2946" y="4627"/>
                      <a:pt x="2729" y="4331"/>
                      <a:pt x="2641" y="3928"/>
                    </a:cubicBezTo>
                    <a:cubicBezTo>
                      <a:pt x="2532" y="3406"/>
                      <a:pt x="2808" y="2883"/>
                      <a:pt x="3271" y="2736"/>
                    </a:cubicBezTo>
                    <a:cubicBezTo>
                      <a:pt x="3362" y="2706"/>
                      <a:pt x="3460" y="2693"/>
                      <a:pt x="3560" y="2693"/>
                    </a:cubicBezTo>
                    <a:cubicBezTo>
                      <a:pt x="3999" y="2693"/>
                      <a:pt x="4476" y="2956"/>
                      <a:pt x="4621" y="3317"/>
                    </a:cubicBezTo>
                    <a:cubicBezTo>
                      <a:pt x="4702" y="3529"/>
                      <a:pt x="4764" y="3613"/>
                      <a:pt x="4934" y="3613"/>
                    </a:cubicBezTo>
                    <a:cubicBezTo>
                      <a:pt x="4969" y="3613"/>
                      <a:pt x="5009" y="3609"/>
                      <a:pt x="5054" y="3603"/>
                    </a:cubicBezTo>
                    <a:cubicBezTo>
                      <a:pt x="5222" y="3583"/>
                      <a:pt x="5389" y="3524"/>
                      <a:pt x="5527" y="3435"/>
                    </a:cubicBezTo>
                    <a:cubicBezTo>
                      <a:pt x="5744" y="3287"/>
                      <a:pt x="5951" y="3120"/>
                      <a:pt x="6128" y="2933"/>
                    </a:cubicBezTo>
                    <a:cubicBezTo>
                      <a:pt x="6443" y="2617"/>
                      <a:pt x="6699" y="2253"/>
                      <a:pt x="6817" y="1820"/>
                    </a:cubicBezTo>
                    <a:cubicBezTo>
                      <a:pt x="6886" y="1563"/>
                      <a:pt x="6876" y="1307"/>
                      <a:pt x="6650" y="1120"/>
                    </a:cubicBezTo>
                    <a:cubicBezTo>
                      <a:pt x="6453" y="953"/>
                      <a:pt x="6266" y="756"/>
                      <a:pt x="6039" y="628"/>
                    </a:cubicBezTo>
                    <a:cubicBezTo>
                      <a:pt x="5734" y="440"/>
                      <a:pt x="5399" y="263"/>
                      <a:pt x="5054" y="155"/>
                    </a:cubicBezTo>
                    <a:cubicBezTo>
                      <a:pt x="4729" y="59"/>
                      <a:pt x="4396" y="1"/>
                      <a:pt x="40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25"/>
              <p:cNvSpPr/>
              <p:nvPr/>
            </p:nvSpPr>
            <p:spPr>
              <a:xfrm>
                <a:off x="8129454" y="4703994"/>
                <a:ext cx="522265" cy="396266"/>
              </a:xfrm>
              <a:custGeom>
                <a:avLst/>
                <a:gdLst/>
                <a:ahLst/>
                <a:cxnLst/>
                <a:rect l="l" t="t" r="r" b="b"/>
                <a:pathLst>
                  <a:path w="8936" h="6779" extrusionOk="0">
                    <a:moveTo>
                      <a:pt x="5583" y="277"/>
                    </a:moveTo>
                    <a:cubicBezTo>
                      <a:pt x="5711" y="277"/>
                      <a:pt x="5844" y="290"/>
                      <a:pt x="5980" y="317"/>
                    </a:cubicBezTo>
                    <a:cubicBezTo>
                      <a:pt x="6630" y="445"/>
                      <a:pt x="7280" y="563"/>
                      <a:pt x="7970" y="691"/>
                    </a:cubicBezTo>
                    <a:cubicBezTo>
                      <a:pt x="7674" y="967"/>
                      <a:pt x="7379" y="1263"/>
                      <a:pt x="7064" y="1519"/>
                    </a:cubicBezTo>
                    <a:cubicBezTo>
                      <a:pt x="5891" y="2445"/>
                      <a:pt x="4621" y="3223"/>
                      <a:pt x="3222" y="3755"/>
                    </a:cubicBezTo>
                    <a:cubicBezTo>
                      <a:pt x="2601" y="3987"/>
                      <a:pt x="1957" y="4060"/>
                      <a:pt x="1312" y="4060"/>
                    </a:cubicBezTo>
                    <a:cubicBezTo>
                      <a:pt x="1108" y="4060"/>
                      <a:pt x="904" y="4052"/>
                      <a:pt x="700" y="4041"/>
                    </a:cubicBezTo>
                    <a:cubicBezTo>
                      <a:pt x="1064" y="3853"/>
                      <a:pt x="1429" y="3666"/>
                      <a:pt x="1784" y="3469"/>
                    </a:cubicBezTo>
                    <a:cubicBezTo>
                      <a:pt x="2444" y="3105"/>
                      <a:pt x="2946" y="2573"/>
                      <a:pt x="3379" y="1972"/>
                    </a:cubicBezTo>
                    <a:cubicBezTo>
                      <a:pt x="3724" y="1509"/>
                      <a:pt x="4039" y="1026"/>
                      <a:pt x="4502" y="662"/>
                    </a:cubicBezTo>
                    <a:cubicBezTo>
                      <a:pt x="4836" y="402"/>
                      <a:pt x="5192" y="277"/>
                      <a:pt x="5583" y="277"/>
                    </a:cubicBezTo>
                    <a:close/>
                    <a:moveTo>
                      <a:pt x="8344" y="701"/>
                    </a:moveTo>
                    <a:cubicBezTo>
                      <a:pt x="8620" y="1499"/>
                      <a:pt x="8502" y="2267"/>
                      <a:pt x="8255" y="3065"/>
                    </a:cubicBezTo>
                    <a:cubicBezTo>
                      <a:pt x="7999" y="2789"/>
                      <a:pt x="7655" y="2642"/>
                      <a:pt x="7546" y="2267"/>
                    </a:cubicBezTo>
                    <a:cubicBezTo>
                      <a:pt x="7537" y="2231"/>
                      <a:pt x="7461" y="2178"/>
                      <a:pt x="7426" y="2178"/>
                    </a:cubicBezTo>
                    <a:cubicBezTo>
                      <a:pt x="7423" y="2178"/>
                      <a:pt x="7420" y="2178"/>
                      <a:pt x="7418" y="2179"/>
                    </a:cubicBezTo>
                    <a:cubicBezTo>
                      <a:pt x="7369" y="2198"/>
                      <a:pt x="7300" y="2277"/>
                      <a:pt x="7310" y="2317"/>
                    </a:cubicBezTo>
                    <a:cubicBezTo>
                      <a:pt x="7359" y="2455"/>
                      <a:pt x="7408" y="2602"/>
                      <a:pt x="7497" y="2711"/>
                    </a:cubicBezTo>
                    <a:cubicBezTo>
                      <a:pt x="7664" y="2898"/>
                      <a:pt x="7861" y="3055"/>
                      <a:pt x="8049" y="3223"/>
                    </a:cubicBezTo>
                    <a:cubicBezTo>
                      <a:pt x="8137" y="3302"/>
                      <a:pt x="8167" y="3361"/>
                      <a:pt x="8098" y="3469"/>
                    </a:cubicBezTo>
                    <a:cubicBezTo>
                      <a:pt x="7891" y="3843"/>
                      <a:pt x="7694" y="4218"/>
                      <a:pt x="7487" y="4602"/>
                    </a:cubicBezTo>
                    <a:cubicBezTo>
                      <a:pt x="6965" y="4247"/>
                      <a:pt x="6581" y="3853"/>
                      <a:pt x="6335" y="3331"/>
                    </a:cubicBezTo>
                    <a:cubicBezTo>
                      <a:pt x="6303" y="3260"/>
                      <a:pt x="6278" y="3176"/>
                      <a:pt x="6208" y="3176"/>
                    </a:cubicBezTo>
                    <a:cubicBezTo>
                      <a:pt x="6191" y="3176"/>
                      <a:pt x="6171" y="3182"/>
                      <a:pt x="6147" y="3193"/>
                    </a:cubicBezTo>
                    <a:cubicBezTo>
                      <a:pt x="6019" y="3243"/>
                      <a:pt x="6049" y="3361"/>
                      <a:pt x="6098" y="3459"/>
                    </a:cubicBezTo>
                    <a:cubicBezTo>
                      <a:pt x="6335" y="3932"/>
                      <a:pt x="6669" y="4316"/>
                      <a:pt x="7083" y="4641"/>
                    </a:cubicBezTo>
                    <a:cubicBezTo>
                      <a:pt x="7142" y="4691"/>
                      <a:pt x="7211" y="4740"/>
                      <a:pt x="7280" y="4799"/>
                    </a:cubicBezTo>
                    <a:cubicBezTo>
                      <a:pt x="7004" y="5144"/>
                      <a:pt x="6689" y="5429"/>
                      <a:pt x="6315" y="5666"/>
                    </a:cubicBezTo>
                    <a:cubicBezTo>
                      <a:pt x="6304" y="5671"/>
                      <a:pt x="6288" y="5674"/>
                      <a:pt x="6270" y="5674"/>
                    </a:cubicBezTo>
                    <a:cubicBezTo>
                      <a:pt x="6224" y="5674"/>
                      <a:pt x="6163" y="5658"/>
                      <a:pt x="6128" y="5636"/>
                    </a:cubicBezTo>
                    <a:cubicBezTo>
                      <a:pt x="5458" y="5272"/>
                      <a:pt x="5005" y="4740"/>
                      <a:pt x="4906" y="3962"/>
                    </a:cubicBezTo>
                    <a:cubicBezTo>
                      <a:pt x="4896" y="3912"/>
                      <a:pt x="4837" y="3834"/>
                      <a:pt x="4788" y="3834"/>
                    </a:cubicBezTo>
                    <a:cubicBezTo>
                      <a:pt x="4785" y="3833"/>
                      <a:pt x="4782" y="3833"/>
                      <a:pt x="4779" y="3833"/>
                    </a:cubicBezTo>
                    <a:cubicBezTo>
                      <a:pt x="4737" y="3833"/>
                      <a:pt x="4669" y="3887"/>
                      <a:pt x="4660" y="3932"/>
                    </a:cubicBezTo>
                    <a:cubicBezTo>
                      <a:pt x="4630" y="4001"/>
                      <a:pt x="4640" y="4080"/>
                      <a:pt x="4660" y="4149"/>
                    </a:cubicBezTo>
                    <a:cubicBezTo>
                      <a:pt x="4808" y="4819"/>
                      <a:pt x="5182" y="5351"/>
                      <a:pt x="5763" y="5735"/>
                    </a:cubicBezTo>
                    <a:cubicBezTo>
                      <a:pt x="5822" y="5784"/>
                      <a:pt x="5891" y="5823"/>
                      <a:pt x="5980" y="5883"/>
                    </a:cubicBezTo>
                    <a:cubicBezTo>
                      <a:pt x="5478" y="6139"/>
                      <a:pt x="4965" y="6316"/>
                      <a:pt x="4433" y="6405"/>
                    </a:cubicBezTo>
                    <a:cubicBezTo>
                      <a:pt x="4429" y="6406"/>
                      <a:pt x="4425" y="6406"/>
                      <a:pt x="4420" y="6406"/>
                    </a:cubicBezTo>
                    <a:cubicBezTo>
                      <a:pt x="4371" y="6406"/>
                      <a:pt x="4302" y="6362"/>
                      <a:pt x="4266" y="6326"/>
                    </a:cubicBezTo>
                    <a:cubicBezTo>
                      <a:pt x="3901" y="5932"/>
                      <a:pt x="3557" y="5538"/>
                      <a:pt x="3370" y="5026"/>
                    </a:cubicBezTo>
                    <a:cubicBezTo>
                      <a:pt x="3350" y="4937"/>
                      <a:pt x="3350" y="4838"/>
                      <a:pt x="3320" y="4760"/>
                    </a:cubicBezTo>
                    <a:cubicBezTo>
                      <a:pt x="3301" y="4701"/>
                      <a:pt x="3251" y="4651"/>
                      <a:pt x="3222" y="4602"/>
                    </a:cubicBezTo>
                    <a:cubicBezTo>
                      <a:pt x="3163" y="4641"/>
                      <a:pt x="3084" y="4671"/>
                      <a:pt x="3064" y="4730"/>
                    </a:cubicBezTo>
                    <a:cubicBezTo>
                      <a:pt x="3044" y="4799"/>
                      <a:pt x="3064" y="4878"/>
                      <a:pt x="3084" y="4957"/>
                    </a:cubicBezTo>
                    <a:cubicBezTo>
                      <a:pt x="3202" y="5400"/>
                      <a:pt x="3438" y="5774"/>
                      <a:pt x="3724" y="6119"/>
                    </a:cubicBezTo>
                    <a:cubicBezTo>
                      <a:pt x="3813" y="6218"/>
                      <a:pt x="3901" y="6326"/>
                      <a:pt x="4039" y="6493"/>
                    </a:cubicBezTo>
                    <a:cubicBezTo>
                      <a:pt x="3832" y="6493"/>
                      <a:pt x="3685" y="6493"/>
                      <a:pt x="3527" y="6483"/>
                    </a:cubicBezTo>
                    <a:cubicBezTo>
                      <a:pt x="3182" y="6464"/>
                      <a:pt x="2828" y="6454"/>
                      <a:pt x="2473" y="6405"/>
                    </a:cubicBezTo>
                    <a:cubicBezTo>
                      <a:pt x="2394" y="6395"/>
                      <a:pt x="2286" y="6316"/>
                      <a:pt x="2247" y="6227"/>
                    </a:cubicBezTo>
                    <a:cubicBezTo>
                      <a:pt x="2020" y="5833"/>
                      <a:pt x="1784" y="5439"/>
                      <a:pt x="1754" y="4957"/>
                    </a:cubicBezTo>
                    <a:cubicBezTo>
                      <a:pt x="1754" y="4917"/>
                      <a:pt x="1685" y="4858"/>
                      <a:pt x="1636" y="4848"/>
                    </a:cubicBezTo>
                    <a:cubicBezTo>
                      <a:pt x="1633" y="4847"/>
                      <a:pt x="1630" y="4847"/>
                      <a:pt x="1627" y="4847"/>
                    </a:cubicBezTo>
                    <a:cubicBezTo>
                      <a:pt x="1595" y="4847"/>
                      <a:pt x="1536" y="4891"/>
                      <a:pt x="1527" y="4927"/>
                    </a:cubicBezTo>
                    <a:cubicBezTo>
                      <a:pt x="1498" y="4996"/>
                      <a:pt x="1488" y="5075"/>
                      <a:pt x="1508" y="5134"/>
                    </a:cubicBezTo>
                    <a:cubicBezTo>
                      <a:pt x="1606" y="5459"/>
                      <a:pt x="1715" y="5784"/>
                      <a:pt x="1823" y="6089"/>
                    </a:cubicBezTo>
                    <a:cubicBezTo>
                      <a:pt x="1330" y="5942"/>
                      <a:pt x="345" y="4799"/>
                      <a:pt x="306" y="4326"/>
                    </a:cubicBezTo>
                    <a:cubicBezTo>
                      <a:pt x="562" y="4326"/>
                      <a:pt x="818" y="4331"/>
                      <a:pt x="1077" y="4331"/>
                    </a:cubicBezTo>
                    <a:cubicBezTo>
                      <a:pt x="1207" y="4331"/>
                      <a:pt x="1337" y="4329"/>
                      <a:pt x="1468" y="4326"/>
                    </a:cubicBezTo>
                    <a:cubicBezTo>
                      <a:pt x="2719" y="4316"/>
                      <a:pt x="3842" y="3873"/>
                      <a:pt x="4916" y="3262"/>
                    </a:cubicBezTo>
                    <a:cubicBezTo>
                      <a:pt x="6138" y="2563"/>
                      <a:pt x="7320" y="1804"/>
                      <a:pt x="8275" y="741"/>
                    </a:cubicBezTo>
                    <a:cubicBezTo>
                      <a:pt x="8285" y="731"/>
                      <a:pt x="8305" y="721"/>
                      <a:pt x="8344" y="701"/>
                    </a:cubicBezTo>
                    <a:close/>
                    <a:moveTo>
                      <a:pt x="5552" y="1"/>
                    </a:moveTo>
                    <a:cubicBezTo>
                      <a:pt x="5175" y="1"/>
                      <a:pt x="4816" y="112"/>
                      <a:pt x="4483" y="346"/>
                    </a:cubicBezTo>
                    <a:cubicBezTo>
                      <a:pt x="3951" y="711"/>
                      <a:pt x="3586" y="1223"/>
                      <a:pt x="3222" y="1735"/>
                    </a:cubicBezTo>
                    <a:cubicBezTo>
                      <a:pt x="2769" y="2366"/>
                      <a:pt x="2266" y="2927"/>
                      <a:pt x="1567" y="3282"/>
                    </a:cubicBezTo>
                    <a:cubicBezTo>
                      <a:pt x="1114" y="3518"/>
                      <a:pt x="631" y="3706"/>
                      <a:pt x="158" y="3912"/>
                    </a:cubicBezTo>
                    <a:cubicBezTo>
                      <a:pt x="99" y="3942"/>
                      <a:pt x="1" y="4001"/>
                      <a:pt x="1" y="4050"/>
                    </a:cubicBezTo>
                    <a:cubicBezTo>
                      <a:pt x="1" y="4188"/>
                      <a:pt x="20" y="4326"/>
                      <a:pt x="50" y="4464"/>
                    </a:cubicBezTo>
                    <a:cubicBezTo>
                      <a:pt x="158" y="4917"/>
                      <a:pt x="464" y="5252"/>
                      <a:pt x="769" y="5577"/>
                    </a:cubicBezTo>
                    <a:cubicBezTo>
                      <a:pt x="1409" y="6254"/>
                      <a:pt x="2127" y="6779"/>
                      <a:pt x="3086" y="6779"/>
                    </a:cubicBezTo>
                    <a:cubicBezTo>
                      <a:pt x="3159" y="6779"/>
                      <a:pt x="3234" y="6775"/>
                      <a:pt x="3310" y="6769"/>
                    </a:cubicBezTo>
                    <a:cubicBezTo>
                      <a:pt x="3399" y="6769"/>
                      <a:pt x="3478" y="6769"/>
                      <a:pt x="3567" y="6759"/>
                    </a:cubicBezTo>
                    <a:cubicBezTo>
                      <a:pt x="3645" y="6759"/>
                      <a:pt x="3734" y="6749"/>
                      <a:pt x="3823" y="6740"/>
                    </a:cubicBezTo>
                    <a:cubicBezTo>
                      <a:pt x="5547" y="6631"/>
                      <a:pt x="6926" y="5912"/>
                      <a:pt x="7881" y="4444"/>
                    </a:cubicBezTo>
                    <a:cubicBezTo>
                      <a:pt x="8571" y="3371"/>
                      <a:pt x="8935" y="2218"/>
                      <a:pt x="8699" y="928"/>
                    </a:cubicBezTo>
                    <a:cubicBezTo>
                      <a:pt x="8669" y="809"/>
                      <a:pt x="8630" y="652"/>
                      <a:pt x="8541" y="583"/>
                    </a:cubicBezTo>
                    <a:cubicBezTo>
                      <a:pt x="8423" y="484"/>
                      <a:pt x="8255" y="396"/>
                      <a:pt x="8108" y="396"/>
                    </a:cubicBezTo>
                    <a:cubicBezTo>
                      <a:pt x="7389" y="356"/>
                      <a:pt x="6699" y="189"/>
                      <a:pt x="6000" y="51"/>
                    </a:cubicBezTo>
                    <a:cubicBezTo>
                      <a:pt x="5848" y="18"/>
                      <a:pt x="5698" y="1"/>
                      <a:pt x="55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25"/>
              <p:cNvSpPr/>
              <p:nvPr/>
            </p:nvSpPr>
            <p:spPr>
              <a:xfrm>
                <a:off x="8034475" y="4384103"/>
                <a:ext cx="621796" cy="306830"/>
              </a:xfrm>
              <a:custGeom>
                <a:avLst/>
                <a:gdLst/>
                <a:ahLst/>
                <a:cxnLst/>
                <a:rect l="l" t="t" r="r" b="b"/>
                <a:pathLst>
                  <a:path w="10639" h="5249" extrusionOk="0">
                    <a:moveTo>
                      <a:pt x="5854" y="283"/>
                    </a:moveTo>
                    <a:cubicBezTo>
                      <a:pt x="5873" y="283"/>
                      <a:pt x="5892" y="283"/>
                      <a:pt x="5911" y="283"/>
                    </a:cubicBezTo>
                    <a:cubicBezTo>
                      <a:pt x="6009" y="283"/>
                      <a:pt x="6108" y="431"/>
                      <a:pt x="6167" y="530"/>
                    </a:cubicBezTo>
                    <a:cubicBezTo>
                      <a:pt x="6472" y="1042"/>
                      <a:pt x="6640" y="1603"/>
                      <a:pt x="6758" y="2185"/>
                    </a:cubicBezTo>
                    <a:cubicBezTo>
                      <a:pt x="6837" y="2539"/>
                      <a:pt x="6886" y="2894"/>
                      <a:pt x="6965" y="3248"/>
                    </a:cubicBezTo>
                    <a:cubicBezTo>
                      <a:pt x="6975" y="3308"/>
                      <a:pt x="7053" y="3357"/>
                      <a:pt x="7093" y="3406"/>
                    </a:cubicBezTo>
                    <a:cubicBezTo>
                      <a:pt x="7132" y="3357"/>
                      <a:pt x="7221" y="3288"/>
                      <a:pt x="7211" y="3239"/>
                    </a:cubicBezTo>
                    <a:cubicBezTo>
                      <a:pt x="7162" y="2894"/>
                      <a:pt x="7103" y="2539"/>
                      <a:pt x="7034" y="2194"/>
                    </a:cubicBezTo>
                    <a:cubicBezTo>
                      <a:pt x="6906" y="1534"/>
                      <a:pt x="6699" y="904"/>
                      <a:pt x="6364" y="313"/>
                    </a:cubicBezTo>
                    <a:cubicBezTo>
                      <a:pt x="6354" y="303"/>
                      <a:pt x="6354" y="293"/>
                      <a:pt x="6344" y="283"/>
                    </a:cubicBezTo>
                    <a:lnTo>
                      <a:pt x="6393" y="283"/>
                    </a:lnTo>
                    <a:cubicBezTo>
                      <a:pt x="6768" y="362"/>
                      <a:pt x="7142" y="441"/>
                      <a:pt x="7516" y="530"/>
                    </a:cubicBezTo>
                    <a:cubicBezTo>
                      <a:pt x="7575" y="540"/>
                      <a:pt x="7625" y="599"/>
                      <a:pt x="7654" y="648"/>
                    </a:cubicBezTo>
                    <a:cubicBezTo>
                      <a:pt x="7910" y="1160"/>
                      <a:pt x="7999" y="1712"/>
                      <a:pt x="8107" y="2263"/>
                    </a:cubicBezTo>
                    <a:cubicBezTo>
                      <a:pt x="8127" y="2342"/>
                      <a:pt x="8196" y="2401"/>
                      <a:pt x="8245" y="2470"/>
                    </a:cubicBezTo>
                    <a:cubicBezTo>
                      <a:pt x="8285" y="2391"/>
                      <a:pt x="8373" y="2303"/>
                      <a:pt x="8363" y="2234"/>
                    </a:cubicBezTo>
                    <a:cubicBezTo>
                      <a:pt x="8255" y="1751"/>
                      <a:pt x="8137" y="1268"/>
                      <a:pt x="8019" y="786"/>
                    </a:cubicBezTo>
                    <a:cubicBezTo>
                      <a:pt x="8009" y="776"/>
                      <a:pt x="8009" y="756"/>
                      <a:pt x="7999" y="737"/>
                    </a:cubicBezTo>
                    <a:cubicBezTo>
                      <a:pt x="8019" y="737"/>
                      <a:pt x="8029" y="746"/>
                      <a:pt x="8048" y="746"/>
                    </a:cubicBezTo>
                    <a:cubicBezTo>
                      <a:pt x="8314" y="855"/>
                      <a:pt x="8580" y="963"/>
                      <a:pt x="8846" y="1081"/>
                    </a:cubicBezTo>
                    <a:cubicBezTo>
                      <a:pt x="8886" y="1111"/>
                      <a:pt x="8935" y="1170"/>
                      <a:pt x="8945" y="1229"/>
                    </a:cubicBezTo>
                    <a:cubicBezTo>
                      <a:pt x="8984" y="1377"/>
                      <a:pt x="9004" y="1525"/>
                      <a:pt x="9053" y="1663"/>
                    </a:cubicBezTo>
                    <a:cubicBezTo>
                      <a:pt x="9063" y="1722"/>
                      <a:pt x="9132" y="1761"/>
                      <a:pt x="9171" y="1800"/>
                    </a:cubicBezTo>
                    <a:cubicBezTo>
                      <a:pt x="9211" y="1751"/>
                      <a:pt x="9289" y="1702"/>
                      <a:pt x="9289" y="1653"/>
                    </a:cubicBezTo>
                    <a:cubicBezTo>
                      <a:pt x="9289" y="1525"/>
                      <a:pt x="9260" y="1397"/>
                      <a:pt x="9240" y="1219"/>
                    </a:cubicBezTo>
                    <a:lnTo>
                      <a:pt x="9240" y="1219"/>
                    </a:lnTo>
                    <a:cubicBezTo>
                      <a:pt x="9575" y="1347"/>
                      <a:pt x="9890" y="1456"/>
                      <a:pt x="10196" y="1594"/>
                    </a:cubicBezTo>
                    <a:cubicBezTo>
                      <a:pt x="10334" y="1653"/>
                      <a:pt x="10324" y="1781"/>
                      <a:pt x="10215" y="1879"/>
                    </a:cubicBezTo>
                    <a:cubicBezTo>
                      <a:pt x="10156" y="1938"/>
                      <a:pt x="10097" y="1978"/>
                      <a:pt x="10028" y="2017"/>
                    </a:cubicBezTo>
                    <a:cubicBezTo>
                      <a:pt x="8856" y="2707"/>
                      <a:pt x="7684" y="3396"/>
                      <a:pt x="6521" y="4096"/>
                    </a:cubicBezTo>
                    <a:cubicBezTo>
                      <a:pt x="5674" y="4608"/>
                      <a:pt x="4758" y="4894"/>
                      <a:pt x="3773" y="4953"/>
                    </a:cubicBezTo>
                    <a:cubicBezTo>
                      <a:pt x="3670" y="4960"/>
                      <a:pt x="3567" y="4964"/>
                      <a:pt x="3464" y="4964"/>
                    </a:cubicBezTo>
                    <a:cubicBezTo>
                      <a:pt x="2888" y="4964"/>
                      <a:pt x="2315" y="4851"/>
                      <a:pt x="1763" y="4667"/>
                    </a:cubicBezTo>
                    <a:cubicBezTo>
                      <a:pt x="1444" y="4563"/>
                      <a:pt x="1124" y="4481"/>
                      <a:pt x="796" y="4481"/>
                    </a:cubicBezTo>
                    <a:cubicBezTo>
                      <a:pt x="690" y="4481"/>
                      <a:pt x="582" y="4490"/>
                      <a:pt x="473" y="4509"/>
                    </a:cubicBezTo>
                    <a:cubicBezTo>
                      <a:pt x="452" y="4514"/>
                      <a:pt x="433" y="4516"/>
                      <a:pt x="416" y="4516"/>
                    </a:cubicBezTo>
                    <a:cubicBezTo>
                      <a:pt x="321" y="4516"/>
                      <a:pt x="287" y="4447"/>
                      <a:pt x="296" y="4322"/>
                    </a:cubicBezTo>
                    <a:cubicBezTo>
                      <a:pt x="1113" y="4184"/>
                      <a:pt x="1537" y="3544"/>
                      <a:pt x="2000" y="2933"/>
                    </a:cubicBezTo>
                    <a:cubicBezTo>
                      <a:pt x="2226" y="3051"/>
                      <a:pt x="2374" y="3239"/>
                      <a:pt x="2473" y="3475"/>
                    </a:cubicBezTo>
                    <a:cubicBezTo>
                      <a:pt x="2571" y="3721"/>
                      <a:pt x="2660" y="3968"/>
                      <a:pt x="2758" y="4224"/>
                    </a:cubicBezTo>
                    <a:cubicBezTo>
                      <a:pt x="2788" y="4283"/>
                      <a:pt x="2817" y="4362"/>
                      <a:pt x="2867" y="4401"/>
                    </a:cubicBezTo>
                    <a:cubicBezTo>
                      <a:pt x="2892" y="4420"/>
                      <a:pt x="2934" y="4431"/>
                      <a:pt x="2971" y="4431"/>
                    </a:cubicBezTo>
                    <a:cubicBezTo>
                      <a:pt x="2991" y="4431"/>
                      <a:pt x="3010" y="4428"/>
                      <a:pt x="3024" y="4421"/>
                    </a:cubicBezTo>
                    <a:cubicBezTo>
                      <a:pt x="3054" y="4411"/>
                      <a:pt x="3093" y="4322"/>
                      <a:pt x="3074" y="4293"/>
                    </a:cubicBezTo>
                    <a:cubicBezTo>
                      <a:pt x="2877" y="3849"/>
                      <a:pt x="2680" y="3416"/>
                      <a:pt x="2463" y="2982"/>
                    </a:cubicBezTo>
                    <a:cubicBezTo>
                      <a:pt x="2414" y="2874"/>
                      <a:pt x="2276" y="2805"/>
                      <a:pt x="2148" y="2687"/>
                    </a:cubicBezTo>
                    <a:cubicBezTo>
                      <a:pt x="2483" y="2303"/>
                      <a:pt x="2827" y="1909"/>
                      <a:pt x="3182" y="1505"/>
                    </a:cubicBezTo>
                    <a:cubicBezTo>
                      <a:pt x="3507" y="1741"/>
                      <a:pt x="3675" y="2047"/>
                      <a:pt x="3842" y="2352"/>
                    </a:cubicBezTo>
                    <a:cubicBezTo>
                      <a:pt x="4187" y="3012"/>
                      <a:pt x="4335" y="3731"/>
                      <a:pt x="4472" y="4450"/>
                    </a:cubicBezTo>
                    <a:cubicBezTo>
                      <a:pt x="4490" y="4538"/>
                      <a:pt x="4500" y="4633"/>
                      <a:pt x="4584" y="4633"/>
                    </a:cubicBezTo>
                    <a:cubicBezTo>
                      <a:pt x="4595" y="4633"/>
                      <a:pt x="4607" y="4631"/>
                      <a:pt x="4620" y="4628"/>
                    </a:cubicBezTo>
                    <a:cubicBezTo>
                      <a:pt x="4679" y="4608"/>
                      <a:pt x="4748" y="4480"/>
                      <a:pt x="4738" y="4421"/>
                    </a:cubicBezTo>
                    <a:cubicBezTo>
                      <a:pt x="4522" y="3308"/>
                      <a:pt x="4285" y="2204"/>
                      <a:pt x="3409" y="1318"/>
                    </a:cubicBezTo>
                    <a:cubicBezTo>
                      <a:pt x="3803" y="1071"/>
                      <a:pt x="4197" y="815"/>
                      <a:pt x="4581" y="579"/>
                    </a:cubicBezTo>
                    <a:cubicBezTo>
                      <a:pt x="5044" y="904"/>
                      <a:pt x="5162" y="1377"/>
                      <a:pt x="5310" y="1830"/>
                    </a:cubicBezTo>
                    <a:cubicBezTo>
                      <a:pt x="5448" y="2283"/>
                      <a:pt x="5536" y="2756"/>
                      <a:pt x="5664" y="3219"/>
                    </a:cubicBezTo>
                    <a:cubicBezTo>
                      <a:pt x="5674" y="3258"/>
                      <a:pt x="5743" y="3298"/>
                      <a:pt x="5783" y="3337"/>
                    </a:cubicBezTo>
                    <a:cubicBezTo>
                      <a:pt x="5822" y="3298"/>
                      <a:pt x="5881" y="3258"/>
                      <a:pt x="5901" y="3209"/>
                    </a:cubicBezTo>
                    <a:cubicBezTo>
                      <a:pt x="5920" y="3140"/>
                      <a:pt x="5920" y="3061"/>
                      <a:pt x="5901" y="2992"/>
                    </a:cubicBezTo>
                    <a:cubicBezTo>
                      <a:pt x="5714" y="2372"/>
                      <a:pt x="5536" y="1751"/>
                      <a:pt x="5329" y="1140"/>
                    </a:cubicBezTo>
                    <a:cubicBezTo>
                      <a:pt x="5251" y="914"/>
                      <a:pt x="5083" y="707"/>
                      <a:pt x="4955" y="471"/>
                    </a:cubicBezTo>
                    <a:cubicBezTo>
                      <a:pt x="5234" y="359"/>
                      <a:pt x="5539" y="283"/>
                      <a:pt x="5854" y="283"/>
                    </a:cubicBezTo>
                    <a:close/>
                    <a:moveTo>
                      <a:pt x="6095" y="0"/>
                    </a:moveTo>
                    <a:cubicBezTo>
                      <a:pt x="5666" y="0"/>
                      <a:pt x="5234" y="72"/>
                      <a:pt x="4797" y="234"/>
                    </a:cubicBezTo>
                    <a:cubicBezTo>
                      <a:pt x="3645" y="658"/>
                      <a:pt x="2768" y="1436"/>
                      <a:pt x="2049" y="2411"/>
                    </a:cubicBezTo>
                    <a:cubicBezTo>
                      <a:pt x="1793" y="2756"/>
                      <a:pt x="1537" y="3101"/>
                      <a:pt x="1271" y="3426"/>
                    </a:cubicBezTo>
                    <a:cubicBezTo>
                      <a:pt x="975" y="3800"/>
                      <a:pt x="591" y="4017"/>
                      <a:pt x="118" y="4086"/>
                    </a:cubicBezTo>
                    <a:cubicBezTo>
                      <a:pt x="69" y="4096"/>
                      <a:pt x="0" y="4184"/>
                      <a:pt x="0" y="4234"/>
                    </a:cubicBezTo>
                    <a:cubicBezTo>
                      <a:pt x="0" y="4352"/>
                      <a:pt x="49" y="4460"/>
                      <a:pt x="79" y="4578"/>
                    </a:cubicBezTo>
                    <a:cubicBezTo>
                      <a:pt x="112" y="4712"/>
                      <a:pt x="181" y="4782"/>
                      <a:pt x="316" y="4782"/>
                    </a:cubicBezTo>
                    <a:cubicBezTo>
                      <a:pt x="340" y="4782"/>
                      <a:pt x="366" y="4780"/>
                      <a:pt x="394" y="4775"/>
                    </a:cubicBezTo>
                    <a:cubicBezTo>
                      <a:pt x="517" y="4758"/>
                      <a:pt x="638" y="4749"/>
                      <a:pt x="759" y="4749"/>
                    </a:cubicBezTo>
                    <a:cubicBezTo>
                      <a:pt x="1047" y="4749"/>
                      <a:pt x="1331" y="4799"/>
                      <a:pt x="1616" y="4903"/>
                    </a:cubicBezTo>
                    <a:cubicBezTo>
                      <a:pt x="2236" y="5130"/>
                      <a:pt x="2886" y="5219"/>
                      <a:pt x="3645" y="5248"/>
                    </a:cubicBezTo>
                    <a:cubicBezTo>
                      <a:pt x="4669" y="5189"/>
                      <a:pt x="5723" y="4903"/>
                      <a:pt x="6689" y="4312"/>
                    </a:cubicBezTo>
                    <a:cubicBezTo>
                      <a:pt x="7841" y="3623"/>
                      <a:pt x="9004" y="2943"/>
                      <a:pt x="10156" y="2254"/>
                    </a:cubicBezTo>
                    <a:cubicBezTo>
                      <a:pt x="10245" y="2204"/>
                      <a:pt x="10334" y="2145"/>
                      <a:pt x="10412" y="2076"/>
                    </a:cubicBezTo>
                    <a:cubicBezTo>
                      <a:pt x="10639" y="1850"/>
                      <a:pt x="10619" y="1544"/>
                      <a:pt x="10353" y="1367"/>
                    </a:cubicBezTo>
                    <a:cubicBezTo>
                      <a:pt x="10245" y="1298"/>
                      <a:pt x="10117" y="1259"/>
                      <a:pt x="9999" y="1209"/>
                    </a:cubicBezTo>
                    <a:cubicBezTo>
                      <a:pt x="9349" y="953"/>
                      <a:pt x="8708" y="707"/>
                      <a:pt x="8068" y="441"/>
                    </a:cubicBezTo>
                    <a:cubicBezTo>
                      <a:pt x="7415" y="172"/>
                      <a:pt x="6759" y="0"/>
                      <a:pt x="60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25"/>
              <p:cNvSpPr/>
              <p:nvPr/>
            </p:nvSpPr>
            <p:spPr>
              <a:xfrm>
                <a:off x="8234252" y="3411221"/>
                <a:ext cx="293686" cy="224935"/>
              </a:xfrm>
              <a:custGeom>
                <a:avLst/>
                <a:gdLst/>
                <a:ahLst/>
                <a:cxnLst/>
                <a:rect l="l" t="t" r="r" b="b"/>
                <a:pathLst>
                  <a:path w="5025" h="3848" extrusionOk="0">
                    <a:moveTo>
                      <a:pt x="1921" y="261"/>
                    </a:moveTo>
                    <a:cubicBezTo>
                      <a:pt x="1971" y="379"/>
                      <a:pt x="2010" y="497"/>
                      <a:pt x="2059" y="606"/>
                    </a:cubicBezTo>
                    <a:cubicBezTo>
                      <a:pt x="2158" y="842"/>
                      <a:pt x="2237" y="1098"/>
                      <a:pt x="2365" y="1325"/>
                    </a:cubicBezTo>
                    <a:cubicBezTo>
                      <a:pt x="2427" y="1439"/>
                      <a:pt x="2486" y="1493"/>
                      <a:pt x="2553" y="1493"/>
                    </a:cubicBezTo>
                    <a:cubicBezTo>
                      <a:pt x="2613" y="1493"/>
                      <a:pt x="2679" y="1448"/>
                      <a:pt x="2759" y="1364"/>
                    </a:cubicBezTo>
                    <a:cubicBezTo>
                      <a:pt x="2867" y="1256"/>
                      <a:pt x="2985" y="1157"/>
                      <a:pt x="3123" y="1020"/>
                    </a:cubicBezTo>
                    <a:cubicBezTo>
                      <a:pt x="3310" y="1650"/>
                      <a:pt x="3202" y="2241"/>
                      <a:pt x="3172" y="2832"/>
                    </a:cubicBezTo>
                    <a:cubicBezTo>
                      <a:pt x="2887" y="2714"/>
                      <a:pt x="2847" y="2477"/>
                      <a:pt x="2808" y="2241"/>
                    </a:cubicBezTo>
                    <a:cubicBezTo>
                      <a:pt x="2788" y="2142"/>
                      <a:pt x="2788" y="2044"/>
                      <a:pt x="2749" y="1955"/>
                    </a:cubicBezTo>
                    <a:cubicBezTo>
                      <a:pt x="2729" y="1916"/>
                      <a:pt x="2650" y="1867"/>
                      <a:pt x="2601" y="1867"/>
                    </a:cubicBezTo>
                    <a:cubicBezTo>
                      <a:pt x="2571" y="1867"/>
                      <a:pt x="2522" y="1945"/>
                      <a:pt x="2512" y="1995"/>
                    </a:cubicBezTo>
                    <a:cubicBezTo>
                      <a:pt x="2502" y="2074"/>
                      <a:pt x="2522" y="2162"/>
                      <a:pt x="2532" y="2271"/>
                    </a:cubicBezTo>
                    <a:cubicBezTo>
                      <a:pt x="2374" y="2162"/>
                      <a:pt x="2237" y="2064"/>
                      <a:pt x="2207" y="1867"/>
                    </a:cubicBezTo>
                    <a:cubicBezTo>
                      <a:pt x="2187" y="1699"/>
                      <a:pt x="2148" y="1532"/>
                      <a:pt x="2089" y="1364"/>
                    </a:cubicBezTo>
                    <a:cubicBezTo>
                      <a:pt x="2079" y="1305"/>
                      <a:pt x="2000" y="1266"/>
                      <a:pt x="1951" y="1226"/>
                    </a:cubicBezTo>
                    <a:cubicBezTo>
                      <a:pt x="1911" y="1285"/>
                      <a:pt x="1872" y="1345"/>
                      <a:pt x="1852" y="1404"/>
                    </a:cubicBezTo>
                    <a:cubicBezTo>
                      <a:pt x="1842" y="1463"/>
                      <a:pt x="1862" y="1522"/>
                      <a:pt x="1872" y="1620"/>
                    </a:cubicBezTo>
                    <a:cubicBezTo>
                      <a:pt x="1793" y="1542"/>
                      <a:pt x="1754" y="1482"/>
                      <a:pt x="1695" y="1443"/>
                    </a:cubicBezTo>
                    <a:cubicBezTo>
                      <a:pt x="1626" y="1404"/>
                      <a:pt x="1547" y="1394"/>
                      <a:pt x="1468" y="1364"/>
                    </a:cubicBezTo>
                    <a:lnTo>
                      <a:pt x="1468" y="1364"/>
                    </a:lnTo>
                    <a:cubicBezTo>
                      <a:pt x="1478" y="1443"/>
                      <a:pt x="1458" y="1542"/>
                      <a:pt x="1498" y="1601"/>
                    </a:cubicBezTo>
                    <a:cubicBezTo>
                      <a:pt x="1577" y="1729"/>
                      <a:pt x="1695" y="1847"/>
                      <a:pt x="1813" y="1995"/>
                    </a:cubicBezTo>
                    <a:cubicBezTo>
                      <a:pt x="1586" y="2024"/>
                      <a:pt x="1389" y="2044"/>
                      <a:pt x="1192" y="2093"/>
                    </a:cubicBezTo>
                    <a:cubicBezTo>
                      <a:pt x="1133" y="2103"/>
                      <a:pt x="1084" y="2172"/>
                      <a:pt x="1035" y="2221"/>
                    </a:cubicBezTo>
                    <a:cubicBezTo>
                      <a:pt x="1094" y="2261"/>
                      <a:pt x="1163" y="2330"/>
                      <a:pt x="1222" y="2330"/>
                    </a:cubicBezTo>
                    <a:cubicBezTo>
                      <a:pt x="1448" y="2310"/>
                      <a:pt x="1675" y="2261"/>
                      <a:pt x="1902" y="2241"/>
                    </a:cubicBezTo>
                    <a:cubicBezTo>
                      <a:pt x="1912" y="2240"/>
                      <a:pt x="1922" y="2239"/>
                      <a:pt x="1933" y="2239"/>
                    </a:cubicBezTo>
                    <a:cubicBezTo>
                      <a:pt x="2005" y="2239"/>
                      <a:pt x="2088" y="2267"/>
                      <a:pt x="2148" y="2310"/>
                    </a:cubicBezTo>
                    <a:cubicBezTo>
                      <a:pt x="2266" y="2399"/>
                      <a:pt x="2374" y="2517"/>
                      <a:pt x="2512" y="2635"/>
                    </a:cubicBezTo>
                    <a:cubicBezTo>
                      <a:pt x="2365" y="2684"/>
                      <a:pt x="2237" y="2704"/>
                      <a:pt x="2118" y="2753"/>
                    </a:cubicBezTo>
                    <a:cubicBezTo>
                      <a:pt x="2049" y="2793"/>
                      <a:pt x="1961" y="2881"/>
                      <a:pt x="1971" y="2940"/>
                    </a:cubicBezTo>
                    <a:cubicBezTo>
                      <a:pt x="1976" y="3009"/>
                      <a:pt x="2009" y="3029"/>
                      <a:pt x="2054" y="3029"/>
                    </a:cubicBezTo>
                    <a:cubicBezTo>
                      <a:pt x="2093" y="3029"/>
                      <a:pt x="2141" y="3013"/>
                      <a:pt x="2187" y="3000"/>
                    </a:cubicBezTo>
                    <a:cubicBezTo>
                      <a:pt x="2237" y="2980"/>
                      <a:pt x="2305" y="2980"/>
                      <a:pt x="2355" y="2950"/>
                    </a:cubicBezTo>
                    <a:cubicBezTo>
                      <a:pt x="2449" y="2906"/>
                      <a:pt x="2538" y="2885"/>
                      <a:pt x="2621" y="2885"/>
                    </a:cubicBezTo>
                    <a:cubicBezTo>
                      <a:pt x="2814" y="2885"/>
                      <a:pt x="2978" y="3000"/>
                      <a:pt x="3123" y="3206"/>
                    </a:cubicBezTo>
                    <a:cubicBezTo>
                      <a:pt x="2804" y="3286"/>
                      <a:pt x="2488" y="3358"/>
                      <a:pt x="2164" y="3358"/>
                    </a:cubicBezTo>
                    <a:cubicBezTo>
                      <a:pt x="1969" y="3358"/>
                      <a:pt x="1770" y="3332"/>
                      <a:pt x="1567" y="3265"/>
                    </a:cubicBezTo>
                    <a:cubicBezTo>
                      <a:pt x="1833" y="2822"/>
                      <a:pt x="1803" y="2763"/>
                      <a:pt x="1330" y="2635"/>
                    </a:cubicBezTo>
                    <a:cubicBezTo>
                      <a:pt x="1054" y="2556"/>
                      <a:pt x="779" y="2487"/>
                      <a:pt x="503" y="2408"/>
                    </a:cubicBezTo>
                    <a:cubicBezTo>
                      <a:pt x="434" y="2389"/>
                      <a:pt x="365" y="2349"/>
                      <a:pt x="266" y="2300"/>
                    </a:cubicBezTo>
                    <a:cubicBezTo>
                      <a:pt x="414" y="2231"/>
                      <a:pt x="532" y="2182"/>
                      <a:pt x="641" y="2133"/>
                    </a:cubicBezTo>
                    <a:cubicBezTo>
                      <a:pt x="897" y="2014"/>
                      <a:pt x="946" y="1877"/>
                      <a:pt x="818" y="1630"/>
                    </a:cubicBezTo>
                    <a:cubicBezTo>
                      <a:pt x="690" y="1374"/>
                      <a:pt x="542" y="1138"/>
                      <a:pt x="414" y="882"/>
                    </a:cubicBezTo>
                    <a:cubicBezTo>
                      <a:pt x="375" y="793"/>
                      <a:pt x="365" y="685"/>
                      <a:pt x="385" y="557"/>
                    </a:cubicBezTo>
                    <a:lnTo>
                      <a:pt x="385" y="557"/>
                    </a:lnTo>
                    <a:cubicBezTo>
                      <a:pt x="493" y="635"/>
                      <a:pt x="611" y="724"/>
                      <a:pt x="719" y="813"/>
                    </a:cubicBezTo>
                    <a:cubicBezTo>
                      <a:pt x="788" y="862"/>
                      <a:pt x="857" y="921"/>
                      <a:pt x="936" y="980"/>
                    </a:cubicBezTo>
                    <a:cubicBezTo>
                      <a:pt x="1063" y="1079"/>
                      <a:pt x="1158" y="1129"/>
                      <a:pt x="1235" y="1129"/>
                    </a:cubicBezTo>
                    <a:cubicBezTo>
                      <a:pt x="1343" y="1129"/>
                      <a:pt x="1417" y="1030"/>
                      <a:pt x="1498" y="822"/>
                    </a:cubicBezTo>
                    <a:cubicBezTo>
                      <a:pt x="1586" y="616"/>
                      <a:pt x="1695" y="409"/>
                      <a:pt x="1921" y="261"/>
                    </a:cubicBezTo>
                    <a:close/>
                    <a:moveTo>
                      <a:pt x="1921" y="0"/>
                    </a:moveTo>
                    <a:cubicBezTo>
                      <a:pt x="1856" y="0"/>
                      <a:pt x="1786" y="25"/>
                      <a:pt x="1714" y="74"/>
                    </a:cubicBezTo>
                    <a:cubicBezTo>
                      <a:pt x="1626" y="133"/>
                      <a:pt x="1547" y="212"/>
                      <a:pt x="1488" y="291"/>
                    </a:cubicBezTo>
                    <a:cubicBezTo>
                      <a:pt x="1379" y="458"/>
                      <a:pt x="1291" y="645"/>
                      <a:pt x="1182" y="822"/>
                    </a:cubicBezTo>
                    <a:cubicBezTo>
                      <a:pt x="985" y="675"/>
                      <a:pt x="779" y="497"/>
                      <a:pt x="562" y="360"/>
                    </a:cubicBezTo>
                    <a:cubicBezTo>
                      <a:pt x="488" y="307"/>
                      <a:pt x="417" y="283"/>
                      <a:pt x="352" y="283"/>
                    </a:cubicBezTo>
                    <a:cubicBezTo>
                      <a:pt x="210" y="283"/>
                      <a:pt x="103" y="402"/>
                      <a:pt x="89" y="606"/>
                    </a:cubicBezTo>
                    <a:cubicBezTo>
                      <a:pt x="79" y="665"/>
                      <a:pt x="79" y="734"/>
                      <a:pt x="109" y="793"/>
                    </a:cubicBezTo>
                    <a:cubicBezTo>
                      <a:pt x="207" y="1020"/>
                      <a:pt x="306" y="1256"/>
                      <a:pt x="414" y="1473"/>
                    </a:cubicBezTo>
                    <a:cubicBezTo>
                      <a:pt x="473" y="1591"/>
                      <a:pt x="552" y="1709"/>
                      <a:pt x="631" y="1837"/>
                    </a:cubicBezTo>
                    <a:cubicBezTo>
                      <a:pt x="503" y="1896"/>
                      <a:pt x="394" y="1936"/>
                      <a:pt x="296" y="1985"/>
                    </a:cubicBezTo>
                    <a:cubicBezTo>
                      <a:pt x="168" y="2044"/>
                      <a:pt x="10" y="2103"/>
                      <a:pt x="0" y="2290"/>
                    </a:cubicBezTo>
                    <a:cubicBezTo>
                      <a:pt x="0" y="2477"/>
                      <a:pt x="148" y="2556"/>
                      <a:pt x="296" y="2615"/>
                    </a:cubicBezTo>
                    <a:cubicBezTo>
                      <a:pt x="434" y="2674"/>
                      <a:pt x="591" y="2724"/>
                      <a:pt x="739" y="2763"/>
                    </a:cubicBezTo>
                    <a:cubicBezTo>
                      <a:pt x="966" y="2822"/>
                      <a:pt x="1192" y="2881"/>
                      <a:pt x="1429" y="2931"/>
                    </a:cubicBezTo>
                    <a:cubicBezTo>
                      <a:pt x="1212" y="3334"/>
                      <a:pt x="1301" y="3512"/>
                      <a:pt x="1744" y="3591"/>
                    </a:cubicBezTo>
                    <a:lnTo>
                      <a:pt x="1803" y="3591"/>
                    </a:lnTo>
                    <a:cubicBezTo>
                      <a:pt x="1921" y="3607"/>
                      <a:pt x="2039" y="3615"/>
                      <a:pt x="2155" y="3615"/>
                    </a:cubicBezTo>
                    <a:cubicBezTo>
                      <a:pt x="2522" y="3615"/>
                      <a:pt x="2880" y="3540"/>
                      <a:pt x="3231" y="3443"/>
                    </a:cubicBezTo>
                    <a:cubicBezTo>
                      <a:pt x="3259" y="3432"/>
                      <a:pt x="3289" y="3428"/>
                      <a:pt x="3319" y="3428"/>
                    </a:cubicBezTo>
                    <a:cubicBezTo>
                      <a:pt x="3375" y="3428"/>
                      <a:pt x="3433" y="3443"/>
                      <a:pt x="3478" y="3462"/>
                    </a:cubicBezTo>
                    <a:cubicBezTo>
                      <a:pt x="3714" y="3571"/>
                      <a:pt x="3941" y="3728"/>
                      <a:pt x="4187" y="3797"/>
                    </a:cubicBezTo>
                    <a:cubicBezTo>
                      <a:pt x="4357" y="3842"/>
                      <a:pt x="4538" y="3847"/>
                      <a:pt x="4718" y="3847"/>
                    </a:cubicBezTo>
                    <a:cubicBezTo>
                      <a:pt x="4777" y="3847"/>
                      <a:pt x="4837" y="3847"/>
                      <a:pt x="4896" y="3847"/>
                    </a:cubicBezTo>
                    <a:cubicBezTo>
                      <a:pt x="4945" y="3847"/>
                      <a:pt x="4985" y="3748"/>
                      <a:pt x="5024" y="3699"/>
                    </a:cubicBezTo>
                    <a:cubicBezTo>
                      <a:pt x="4969" y="3662"/>
                      <a:pt x="4914" y="3599"/>
                      <a:pt x="4875" y="3599"/>
                    </a:cubicBezTo>
                    <a:cubicBezTo>
                      <a:pt x="4872" y="3599"/>
                      <a:pt x="4869" y="3600"/>
                      <a:pt x="4867" y="3600"/>
                    </a:cubicBezTo>
                    <a:cubicBezTo>
                      <a:pt x="4790" y="3615"/>
                      <a:pt x="4715" y="3622"/>
                      <a:pt x="4643" y="3622"/>
                    </a:cubicBezTo>
                    <a:cubicBezTo>
                      <a:pt x="4236" y="3622"/>
                      <a:pt x="3901" y="3406"/>
                      <a:pt x="3566" y="3197"/>
                    </a:cubicBezTo>
                    <a:cubicBezTo>
                      <a:pt x="3458" y="3128"/>
                      <a:pt x="3419" y="3029"/>
                      <a:pt x="3428" y="2901"/>
                    </a:cubicBezTo>
                    <a:cubicBezTo>
                      <a:pt x="3448" y="2448"/>
                      <a:pt x="3468" y="1995"/>
                      <a:pt x="3478" y="1542"/>
                    </a:cubicBezTo>
                    <a:cubicBezTo>
                      <a:pt x="3478" y="1364"/>
                      <a:pt x="3438" y="1177"/>
                      <a:pt x="3389" y="1000"/>
                    </a:cubicBezTo>
                    <a:cubicBezTo>
                      <a:pt x="3341" y="855"/>
                      <a:pt x="3252" y="781"/>
                      <a:pt x="3145" y="781"/>
                    </a:cubicBezTo>
                    <a:cubicBezTo>
                      <a:pt x="3078" y="781"/>
                      <a:pt x="3003" y="811"/>
                      <a:pt x="2926" y="872"/>
                    </a:cubicBezTo>
                    <a:cubicBezTo>
                      <a:pt x="2798" y="960"/>
                      <a:pt x="2699" y="1059"/>
                      <a:pt x="2562" y="1177"/>
                    </a:cubicBezTo>
                    <a:cubicBezTo>
                      <a:pt x="2493" y="1010"/>
                      <a:pt x="2424" y="852"/>
                      <a:pt x="2365" y="694"/>
                    </a:cubicBezTo>
                    <a:cubicBezTo>
                      <a:pt x="2305" y="527"/>
                      <a:pt x="2256" y="350"/>
                      <a:pt x="2187" y="192"/>
                    </a:cubicBezTo>
                    <a:cubicBezTo>
                      <a:pt x="2120" y="64"/>
                      <a:pt x="2027" y="0"/>
                      <a:pt x="19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25"/>
              <p:cNvSpPr/>
              <p:nvPr/>
            </p:nvSpPr>
            <p:spPr>
              <a:xfrm>
                <a:off x="8432859" y="2249023"/>
                <a:ext cx="181998" cy="407139"/>
              </a:xfrm>
              <a:custGeom>
                <a:avLst/>
                <a:gdLst/>
                <a:ahLst/>
                <a:cxnLst/>
                <a:rect l="l" t="t" r="r" b="b"/>
                <a:pathLst>
                  <a:path w="3114" h="6965" extrusionOk="0">
                    <a:moveTo>
                      <a:pt x="1597" y="266"/>
                    </a:moveTo>
                    <a:cubicBezTo>
                      <a:pt x="1656" y="434"/>
                      <a:pt x="1725" y="601"/>
                      <a:pt x="1784" y="769"/>
                    </a:cubicBezTo>
                    <a:cubicBezTo>
                      <a:pt x="1823" y="897"/>
                      <a:pt x="1843" y="1025"/>
                      <a:pt x="1882" y="1153"/>
                    </a:cubicBezTo>
                    <a:cubicBezTo>
                      <a:pt x="1941" y="1336"/>
                      <a:pt x="2022" y="1416"/>
                      <a:pt x="2161" y="1416"/>
                    </a:cubicBezTo>
                    <a:cubicBezTo>
                      <a:pt x="2209" y="1416"/>
                      <a:pt x="2263" y="1407"/>
                      <a:pt x="2326" y="1389"/>
                    </a:cubicBezTo>
                    <a:cubicBezTo>
                      <a:pt x="2424" y="1360"/>
                      <a:pt x="2533" y="1360"/>
                      <a:pt x="2631" y="1350"/>
                    </a:cubicBezTo>
                    <a:lnTo>
                      <a:pt x="2631" y="1350"/>
                    </a:lnTo>
                    <a:cubicBezTo>
                      <a:pt x="2621" y="1458"/>
                      <a:pt x="2631" y="1567"/>
                      <a:pt x="2601" y="1665"/>
                    </a:cubicBezTo>
                    <a:cubicBezTo>
                      <a:pt x="2503" y="1961"/>
                      <a:pt x="2385" y="2256"/>
                      <a:pt x="2276" y="2552"/>
                    </a:cubicBezTo>
                    <a:cubicBezTo>
                      <a:pt x="2178" y="2867"/>
                      <a:pt x="2237" y="2985"/>
                      <a:pt x="2542" y="3093"/>
                    </a:cubicBezTo>
                    <a:cubicBezTo>
                      <a:pt x="2749" y="3172"/>
                      <a:pt x="2789" y="3241"/>
                      <a:pt x="2710" y="3428"/>
                    </a:cubicBezTo>
                    <a:cubicBezTo>
                      <a:pt x="2473" y="3960"/>
                      <a:pt x="2158" y="4423"/>
                      <a:pt x="1715" y="4876"/>
                    </a:cubicBezTo>
                    <a:cubicBezTo>
                      <a:pt x="1744" y="4541"/>
                      <a:pt x="1774" y="4266"/>
                      <a:pt x="1784" y="3980"/>
                    </a:cubicBezTo>
                    <a:cubicBezTo>
                      <a:pt x="1813" y="3300"/>
                      <a:pt x="1833" y="2621"/>
                      <a:pt x="1853" y="1931"/>
                    </a:cubicBezTo>
                    <a:cubicBezTo>
                      <a:pt x="1853" y="1842"/>
                      <a:pt x="1833" y="1744"/>
                      <a:pt x="1794" y="1665"/>
                    </a:cubicBezTo>
                    <a:cubicBezTo>
                      <a:pt x="1764" y="1616"/>
                      <a:pt x="1685" y="1586"/>
                      <a:pt x="1626" y="1547"/>
                    </a:cubicBezTo>
                    <a:cubicBezTo>
                      <a:pt x="1607" y="1606"/>
                      <a:pt x="1547" y="1665"/>
                      <a:pt x="1547" y="1724"/>
                    </a:cubicBezTo>
                    <a:cubicBezTo>
                      <a:pt x="1676" y="2788"/>
                      <a:pt x="1518" y="3852"/>
                      <a:pt x="1439" y="4916"/>
                    </a:cubicBezTo>
                    <a:cubicBezTo>
                      <a:pt x="1429" y="4945"/>
                      <a:pt x="1419" y="4975"/>
                      <a:pt x="1410" y="5014"/>
                    </a:cubicBezTo>
                    <a:cubicBezTo>
                      <a:pt x="1390" y="5024"/>
                      <a:pt x="1360" y="5034"/>
                      <a:pt x="1341" y="5044"/>
                    </a:cubicBezTo>
                    <a:cubicBezTo>
                      <a:pt x="1065" y="4679"/>
                      <a:pt x="769" y="4325"/>
                      <a:pt x="513" y="3960"/>
                    </a:cubicBezTo>
                    <a:cubicBezTo>
                      <a:pt x="365" y="3744"/>
                      <a:pt x="415" y="3665"/>
                      <a:pt x="661" y="3606"/>
                    </a:cubicBezTo>
                    <a:cubicBezTo>
                      <a:pt x="1134" y="3487"/>
                      <a:pt x="1144" y="3448"/>
                      <a:pt x="878" y="3044"/>
                    </a:cubicBezTo>
                    <a:cubicBezTo>
                      <a:pt x="779" y="2887"/>
                      <a:pt x="681" y="2739"/>
                      <a:pt x="592" y="2571"/>
                    </a:cubicBezTo>
                    <a:cubicBezTo>
                      <a:pt x="562" y="2502"/>
                      <a:pt x="533" y="2394"/>
                      <a:pt x="562" y="2335"/>
                    </a:cubicBezTo>
                    <a:cubicBezTo>
                      <a:pt x="592" y="2286"/>
                      <a:pt x="710" y="2296"/>
                      <a:pt x="789" y="2286"/>
                    </a:cubicBezTo>
                    <a:cubicBezTo>
                      <a:pt x="835" y="2286"/>
                      <a:pt x="894" y="2299"/>
                      <a:pt x="940" y="2299"/>
                    </a:cubicBezTo>
                    <a:cubicBezTo>
                      <a:pt x="963" y="2299"/>
                      <a:pt x="983" y="2296"/>
                      <a:pt x="996" y="2286"/>
                    </a:cubicBezTo>
                    <a:cubicBezTo>
                      <a:pt x="1084" y="2217"/>
                      <a:pt x="1193" y="2118"/>
                      <a:pt x="1213" y="2020"/>
                    </a:cubicBezTo>
                    <a:cubicBezTo>
                      <a:pt x="1301" y="1567"/>
                      <a:pt x="1350" y="1113"/>
                      <a:pt x="1419" y="660"/>
                    </a:cubicBezTo>
                    <a:cubicBezTo>
                      <a:pt x="1439" y="532"/>
                      <a:pt x="1498" y="404"/>
                      <a:pt x="1538" y="276"/>
                    </a:cubicBezTo>
                    <a:cubicBezTo>
                      <a:pt x="1557" y="276"/>
                      <a:pt x="1577" y="266"/>
                      <a:pt x="1597" y="266"/>
                    </a:cubicBezTo>
                    <a:close/>
                    <a:moveTo>
                      <a:pt x="1538" y="0"/>
                    </a:moveTo>
                    <a:cubicBezTo>
                      <a:pt x="1449" y="0"/>
                      <a:pt x="1341" y="109"/>
                      <a:pt x="1291" y="197"/>
                    </a:cubicBezTo>
                    <a:cubicBezTo>
                      <a:pt x="1213" y="345"/>
                      <a:pt x="1163" y="503"/>
                      <a:pt x="1134" y="670"/>
                    </a:cubicBezTo>
                    <a:cubicBezTo>
                      <a:pt x="1075" y="1064"/>
                      <a:pt x="1025" y="1458"/>
                      <a:pt x="986" y="1852"/>
                    </a:cubicBezTo>
                    <a:cubicBezTo>
                      <a:pt x="970" y="1975"/>
                      <a:pt x="933" y="2037"/>
                      <a:pt x="835" y="2037"/>
                    </a:cubicBezTo>
                    <a:cubicBezTo>
                      <a:pt x="816" y="2037"/>
                      <a:pt x="794" y="2034"/>
                      <a:pt x="769" y="2030"/>
                    </a:cubicBezTo>
                    <a:cubicBezTo>
                      <a:pt x="759" y="2026"/>
                      <a:pt x="747" y="2025"/>
                      <a:pt x="734" y="2025"/>
                    </a:cubicBezTo>
                    <a:cubicBezTo>
                      <a:pt x="708" y="2025"/>
                      <a:pt x="677" y="2030"/>
                      <a:pt x="651" y="2030"/>
                    </a:cubicBezTo>
                    <a:cubicBezTo>
                      <a:pt x="336" y="2030"/>
                      <a:pt x="198" y="2207"/>
                      <a:pt x="287" y="2512"/>
                    </a:cubicBezTo>
                    <a:cubicBezTo>
                      <a:pt x="316" y="2630"/>
                      <a:pt x="375" y="2739"/>
                      <a:pt x="434" y="2837"/>
                    </a:cubicBezTo>
                    <a:cubicBezTo>
                      <a:pt x="523" y="2985"/>
                      <a:pt x="621" y="3133"/>
                      <a:pt x="720" y="3300"/>
                    </a:cubicBezTo>
                    <a:cubicBezTo>
                      <a:pt x="99" y="3487"/>
                      <a:pt x="1" y="3744"/>
                      <a:pt x="385" y="4256"/>
                    </a:cubicBezTo>
                    <a:cubicBezTo>
                      <a:pt x="661" y="4610"/>
                      <a:pt x="986" y="4926"/>
                      <a:pt x="1281" y="5270"/>
                    </a:cubicBezTo>
                    <a:cubicBezTo>
                      <a:pt x="1321" y="5310"/>
                      <a:pt x="1350" y="5389"/>
                      <a:pt x="1341" y="5448"/>
                    </a:cubicBezTo>
                    <a:cubicBezTo>
                      <a:pt x="1252" y="5881"/>
                      <a:pt x="1153" y="6315"/>
                      <a:pt x="1065" y="6748"/>
                    </a:cubicBezTo>
                    <a:cubicBezTo>
                      <a:pt x="1045" y="6837"/>
                      <a:pt x="1025" y="6955"/>
                      <a:pt x="1153" y="6965"/>
                    </a:cubicBezTo>
                    <a:cubicBezTo>
                      <a:pt x="1213" y="6965"/>
                      <a:pt x="1291" y="6876"/>
                      <a:pt x="1311" y="6807"/>
                    </a:cubicBezTo>
                    <a:cubicBezTo>
                      <a:pt x="1419" y="6354"/>
                      <a:pt x="1508" y="5901"/>
                      <a:pt x="1616" y="5448"/>
                    </a:cubicBezTo>
                    <a:cubicBezTo>
                      <a:pt x="1646" y="5349"/>
                      <a:pt x="1705" y="5241"/>
                      <a:pt x="1784" y="5182"/>
                    </a:cubicBezTo>
                    <a:cubicBezTo>
                      <a:pt x="2296" y="4729"/>
                      <a:pt x="2670" y="4177"/>
                      <a:pt x="2946" y="3566"/>
                    </a:cubicBezTo>
                    <a:cubicBezTo>
                      <a:pt x="3114" y="3192"/>
                      <a:pt x="3005" y="2985"/>
                      <a:pt x="2631" y="2837"/>
                    </a:cubicBezTo>
                    <a:cubicBezTo>
                      <a:pt x="2513" y="2798"/>
                      <a:pt x="2503" y="2739"/>
                      <a:pt x="2542" y="2630"/>
                    </a:cubicBezTo>
                    <a:cubicBezTo>
                      <a:pt x="2631" y="2384"/>
                      <a:pt x="2730" y="2138"/>
                      <a:pt x="2818" y="1882"/>
                    </a:cubicBezTo>
                    <a:cubicBezTo>
                      <a:pt x="2858" y="1734"/>
                      <a:pt x="2907" y="1586"/>
                      <a:pt x="2917" y="1439"/>
                    </a:cubicBezTo>
                    <a:cubicBezTo>
                      <a:pt x="2925" y="1195"/>
                      <a:pt x="2790" y="1051"/>
                      <a:pt x="2579" y="1051"/>
                    </a:cubicBezTo>
                    <a:cubicBezTo>
                      <a:pt x="2542" y="1051"/>
                      <a:pt x="2504" y="1056"/>
                      <a:pt x="2464" y="1064"/>
                    </a:cubicBezTo>
                    <a:cubicBezTo>
                      <a:pt x="2365" y="1084"/>
                      <a:pt x="2276" y="1113"/>
                      <a:pt x="2168" y="1143"/>
                    </a:cubicBezTo>
                    <a:cubicBezTo>
                      <a:pt x="2138" y="1035"/>
                      <a:pt x="2119" y="936"/>
                      <a:pt x="2079" y="838"/>
                    </a:cubicBezTo>
                    <a:cubicBezTo>
                      <a:pt x="2001" y="611"/>
                      <a:pt x="1941" y="384"/>
                      <a:pt x="1833" y="178"/>
                    </a:cubicBezTo>
                    <a:cubicBezTo>
                      <a:pt x="1784" y="89"/>
                      <a:pt x="1636" y="0"/>
                      <a:pt x="15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25"/>
              <p:cNvSpPr/>
              <p:nvPr/>
            </p:nvSpPr>
            <p:spPr>
              <a:xfrm>
                <a:off x="8868709" y="1661145"/>
                <a:ext cx="42665" cy="38113"/>
              </a:xfrm>
              <a:custGeom>
                <a:avLst/>
                <a:gdLst/>
                <a:ahLst/>
                <a:cxnLst/>
                <a:rect l="l" t="t" r="r" b="b"/>
                <a:pathLst>
                  <a:path w="730" h="652" extrusionOk="0">
                    <a:moveTo>
                      <a:pt x="320" y="0"/>
                    </a:moveTo>
                    <a:cubicBezTo>
                      <a:pt x="312" y="0"/>
                      <a:pt x="304" y="0"/>
                      <a:pt x="296" y="1"/>
                    </a:cubicBezTo>
                    <a:cubicBezTo>
                      <a:pt x="129" y="1"/>
                      <a:pt x="1" y="139"/>
                      <a:pt x="1" y="316"/>
                    </a:cubicBezTo>
                    <a:cubicBezTo>
                      <a:pt x="10" y="498"/>
                      <a:pt x="178" y="651"/>
                      <a:pt x="368" y="651"/>
                    </a:cubicBezTo>
                    <a:cubicBezTo>
                      <a:pt x="373" y="651"/>
                      <a:pt x="379" y="651"/>
                      <a:pt x="385" y="651"/>
                    </a:cubicBezTo>
                    <a:cubicBezTo>
                      <a:pt x="592" y="651"/>
                      <a:pt x="730" y="513"/>
                      <a:pt x="720" y="306"/>
                    </a:cubicBezTo>
                    <a:cubicBezTo>
                      <a:pt x="720" y="135"/>
                      <a:pt x="545" y="0"/>
                      <a:pt x="3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25"/>
              <p:cNvSpPr/>
              <p:nvPr/>
            </p:nvSpPr>
            <p:spPr>
              <a:xfrm>
                <a:off x="8894660" y="1601702"/>
                <a:ext cx="43191" cy="37177"/>
              </a:xfrm>
              <a:custGeom>
                <a:avLst/>
                <a:gdLst/>
                <a:ahLst/>
                <a:cxnLst/>
                <a:rect l="l" t="t" r="r" b="b"/>
                <a:pathLst>
                  <a:path w="739" h="636" extrusionOk="0">
                    <a:moveTo>
                      <a:pt x="361" y="1"/>
                    </a:moveTo>
                    <a:cubicBezTo>
                      <a:pt x="182" y="1"/>
                      <a:pt x="28" y="114"/>
                      <a:pt x="10" y="269"/>
                    </a:cubicBezTo>
                    <a:cubicBezTo>
                      <a:pt x="0" y="456"/>
                      <a:pt x="128" y="624"/>
                      <a:pt x="306" y="634"/>
                    </a:cubicBezTo>
                    <a:cubicBezTo>
                      <a:pt x="320" y="635"/>
                      <a:pt x="334" y="635"/>
                      <a:pt x="348" y="635"/>
                    </a:cubicBezTo>
                    <a:cubicBezTo>
                      <a:pt x="554" y="635"/>
                      <a:pt x="711" y="502"/>
                      <a:pt x="729" y="308"/>
                    </a:cubicBezTo>
                    <a:cubicBezTo>
                      <a:pt x="739" y="171"/>
                      <a:pt x="581" y="13"/>
                      <a:pt x="404" y="3"/>
                    </a:cubicBezTo>
                    <a:cubicBezTo>
                      <a:pt x="390" y="2"/>
                      <a:pt x="375" y="1"/>
                      <a:pt x="36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25"/>
              <p:cNvSpPr/>
              <p:nvPr/>
            </p:nvSpPr>
            <p:spPr>
              <a:xfrm>
                <a:off x="8933820" y="1651968"/>
                <a:ext cx="32846" cy="32852"/>
              </a:xfrm>
              <a:custGeom>
                <a:avLst/>
                <a:gdLst/>
                <a:ahLst/>
                <a:cxnLst/>
                <a:rect l="l" t="t" r="r" b="b"/>
                <a:pathLst>
                  <a:path w="562" h="562" extrusionOk="0">
                    <a:moveTo>
                      <a:pt x="286" y="0"/>
                    </a:moveTo>
                    <a:cubicBezTo>
                      <a:pt x="108" y="0"/>
                      <a:pt x="10" y="89"/>
                      <a:pt x="10" y="256"/>
                    </a:cubicBezTo>
                    <a:cubicBezTo>
                      <a:pt x="0" y="483"/>
                      <a:pt x="79" y="552"/>
                      <a:pt x="296" y="562"/>
                    </a:cubicBezTo>
                    <a:cubicBezTo>
                      <a:pt x="443" y="562"/>
                      <a:pt x="562" y="443"/>
                      <a:pt x="562" y="286"/>
                    </a:cubicBezTo>
                    <a:cubicBezTo>
                      <a:pt x="562" y="138"/>
                      <a:pt x="433" y="0"/>
                      <a:pt x="28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25"/>
              <p:cNvSpPr/>
              <p:nvPr/>
            </p:nvSpPr>
            <p:spPr>
              <a:xfrm>
                <a:off x="8803656" y="2785643"/>
                <a:ext cx="1812" cy="2923"/>
              </a:xfrm>
              <a:custGeom>
                <a:avLst/>
                <a:gdLst/>
                <a:ahLst/>
                <a:cxnLst/>
                <a:rect l="l" t="t" r="r" b="b"/>
                <a:pathLst>
                  <a:path w="31" h="50" extrusionOk="0">
                    <a:moveTo>
                      <a:pt x="20" y="0"/>
                    </a:moveTo>
                    <a:cubicBezTo>
                      <a:pt x="11" y="10"/>
                      <a:pt x="1" y="10"/>
                      <a:pt x="1" y="20"/>
                    </a:cubicBezTo>
                    <a:cubicBezTo>
                      <a:pt x="1" y="30"/>
                      <a:pt x="1" y="40"/>
                      <a:pt x="11" y="49"/>
                    </a:cubicBezTo>
                    <a:cubicBezTo>
                      <a:pt x="20" y="49"/>
                      <a:pt x="20" y="40"/>
                      <a:pt x="30" y="30"/>
                    </a:cubicBezTo>
                    <a:cubicBezTo>
                      <a:pt x="30" y="20"/>
                      <a:pt x="20" y="10"/>
                      <a:pt x="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25"/>
              <p:cNvSpPr/>
              <p:nvPr/>
            </p:nvSpPr>
            <p:spPr>
              <a:xfrm>
                <a:off x="8805409" y="4587739"/>
                <a:ext cx="232085" cy="184192"/>
              </a:xfrm>
              <a:custGeom>
                <a:avLst/>
                <a:gdLst/>
                <a:ahLst/>
                <a:cxnLst/>
                <a:rect l="l" t="t" r="r" b="b"/>
                <a:pathLst>
                  <a:path w="3971" h="3151" extrusionOk="0">
                    <a:moveTo>
                      <a:pt x="877" y="1045"/>
                    </a:moveTo>
                    <a:lnTo>
                      <a:pt x="877" y="1045"/>
                    </a:lnTo>
                    <a:cubicBezTo>
                      <a:pt x="887" y="1055"/>
                      <a:pt x="907" y="1065"/>
                      <a:pt x="916" y="1075"/>
                    </a:cubicBezTo>
                    <a:cubicBezTo>
                      <a:pt x="1537" y="1301"/>
                      <a:pt x="2158" y="1538"/>
                      <a:pt x="2768" y="1764"/>
                    </a:cubicBezTo>
                    <a:cubicBezTo>
                      <a:pt x="2768" y="1774"/>
                      <a:pt x="2768" y="1794"/>
                      <a:pt x="2759" y="1804"/>
                    </a:cubicBezTo>
                    <a:cubicBezTo>
                      <a:pt x="2463" y="1764"/>
                      <a:pt x="2158" y="1744"/>
                      <a:pt x="1862" y="1685"/>
                    </a:cubicBezTo>
                    <a:cubicBezTo>
                      <a:pt x="1468" y="1607"/>
                      <a:pt x="1143" y="1410"/>
                      <a:pt x="907" y="1084"/>
                    </a:cubicBezTo>
                    <a:cubicBezTo>
                      <a:pt x="897" y="1075"/>
                      <a:pt x="887" y="1055"/>
                      <a:pt x="877" y="1045"/>
                    </a:cubicBezTo>
                    <a:close/>
                    <a:moveTo>
                      <a:pt x="3162" y="2303"/>
                    </a:moveTo>
                    <a:cubicBezTo>
                      <a:pt x="3169" y="2307"/>
                      <a:pt x="3176" y="2309"/>
                      <a:pt x="3182" y="2316"/>
                    </a:cubicBezTo>
                    <a:cubicBezTo>
                      <a:pt x="3172" y="2316"/>
                      <a:pt x="3172" y="2316"/>
                      <a:pt x="3162" y="2326"/>
                    </a:cubicBezTo>
                    <a:cubicBezTo>
                      <a:pt x="3162" y="2318"/>
                      <a:pt x="3162" y="2311"/>
                      <a:pt x="3162" y="2303"/>
                    </a:cubicBezTo>
                    <a:close/>
                    <a:moveTo>
                      <a:pt x="335" y="700"/>
                    </a:moveTo>
                    <a:lnTo>
                      <a:pt x="335" y="700"/>
                    </a:lnTo>
                    <a:cubicBezTo>
                      <a:pt x="394" y="809"/>
                      <a:pt x="434" y="897"/>
                      <a:pt x="483" y="986"/>
                    </a:cubicBezTo>
                    <a:cubicBezTo>
                      <a:pt x="887" y="1607"/>
                      <a:pt x="1429" y="1961"/>
                      <a:pt x="2187" y="1991"/>
                    </a:cubicBezTo>
                    <a:cubicBezTo>
                      <a:pt x="2530" y="2001"/>
                      <a:pt x="2862" y="2069"/>
                      <a:pt x="3147" y="2291"/>
                    </a:cubicBezTo>
                    <a:lnTo>
                      <a:pt x="3147" y="2291"/>
                    </a:lnTo>
                    <a:cubicBezTo>
                      <a:pt x="3065" y="2268"/>
                      <a:pt x="2989" y="2258"/>
                      <a:pt x="2916" y="2258"/>
                    </a:cubicBezTo>
                    <a:cubicBezTo>
                      <a:pt x="2619" y="2258"/>
                      <a:pt x="2390" y="2438"/>
                      <a:pt x="2187" y="2680"/>
                    </a:cubicBezTo>
                    <a:cubicBezTo>
                      <a:pt x="2167" y="2710"/>
                      <a:pt x="2138" y="2739"/>
                      <a:pt x="2108" y="2759"/>
                    </a:cubicBezTo>
                    <a:cubicBezTo>
                      <a:pt x="2017" y="2838"/>
                      <a:pt x="1948" y="2879"/>
                      <a:pt x="1894" y="2879"/>
                    </a:cubicBezTo>
                    <a:cubicBezTo>
                      <a:pt x="1822" y="2879"/>
                      <a:pt x="1778" y="2804"/>
                      <a:pt x="1744" y="2651"/>
                    </a:cubicBezTo>
                    <a:cubicBezTo>
                      <a:pt x="1636" y="2198"/>
                      <a:pt x="1399" y="1882"/>
                      <a:pt x="936" y="1735"/>
                    </a:cubicBezTo>
                    <a:cubicBezTo>
                      <a:pt x="394" y="1557"/>
                      <a:pt x="247" y="1272"/>
                      <a:pt x="335" y="700"/>
                    </a:cubicBezTo>
                    <a:close/>
                    <a:moveTo>
                      <a:pt x="404" y="1"/>
                    </a:moveTo>
                    <a:cubicBezTo>
                      <a:pt x="325" y="70"/>
                      <a:pt x="207" y="109"/>
                      <a:pt x="187" y="188"/>
                    </a:cubicBezTo>
                    <a:cubicBezTo>
                      <a:pt x="109" y="424"/>
                      <a:pt x="59" y="671"/>
                      <a:pt x="0" y="917"/>
                    </a:cubicBezTo>
                    <a:cubicBezTo>
                      <a:pt x="30" y="1449"/>
                      <a:pt x="247" y="1784"/>
                      <a:pt x="788" y="1961"/>
                    </a:cubicBezTo>
                    <a:cubicBezTo>
                      <a:pt x="1192" y="2099"/>
                      <a:pt x="1399" y="2345"/>
                      <a:pt x="1488" y="2749"/>
                    </a:cubicBezTo>
                    <a:cubicBezTo>
                      <a:pt x="1549" y="3013"/>
                      <a:pt x="1698" y="3150"/>
                      <a:pt x="1883" y="3150"/>
                    </a:cubicBezTo>
                    <a:cubicBezTo>
                      <a:pt x="1995" y="3150"/>
                      <a:pt x="2120" y="3100"/>
                      <a:pt x="2246" y="2995"/>
                    </a:cubicBezTo>
                    <a:cubicBezTo>
                      <a:pt x="2325" y="2927"/>
                      <a:pt x="2394" y="2858"/>
                      <a:pt x="2463" y="2789"/>
                    </a:cubicBezTo>
                    <a:cubicBezTo>
                      <a:pt x="2631" y="2610"/>
                      <a:pt x="2739" y="2527"/>
                      <a:pt x="2866" y="2527"/>
                    </a:cubicBezTo>
                    <a:cubicBezTo>
                      <a:pt x="2970" y="2527"/>
                      <a:pt x="3087" y="2583"/>
                      <a:pt x="3261" y="2690"/>
                    </a:cubicBezTo>
                    <a:cubicBezTo>
                      <a:pt x="3369" y="2759"/>
                      <a:pt x="3468" y="2858"/>
                      <a:pt x="3586" y="2907"/>
                    </a:cubicBezTo>
                    <a:cubicBezTo>
                      <a:pt x="3639" y="2925"/>
                      <a:pt x="3714" y="2939"/>
                      <a:pt x="3775" y="2939"/>
                    </a:cubicBezTo>
                    <a:cubicBezTo>
                      <a:pt x="3816" y="2939"/>
                      <a:pt x="3852" y="2932"/>
                      <a:pt x="3872" y="2917"/>
                    </a:cubicBezTo>
                    <a:cubicBezTo>
                      <a:pt x="3941" y="2858"/>
                      <a:pt x="3970" y="2720"/>
                      <a:pt x="3960" y="2621"/>
                    </a:cubicBezTo>
                    <a:cubicBezTo>
                      <a:pt x="3911" y="2316"/>
                      <a:pt x="3724" y="2089"/>
                      <a:pt x="3497" y="1892"/>
                    </a:cubicBezTo>
                    <a:cubicBezTo>
                      <a:pt x="3172" y="1607"/>
                      <a:pt x="2778" y="1439"/>
                      <a:pt x="2364" y="1311"/>
                    </a:cubicBezTo>
                    <a:cubicBezTo>
                      <a:pt x="2000" y="1193"/>
                      <a:pt x="1626" y="1094"/>
                      <a:pt x="1271" y="947"/>
                    </a:cubicBezTo>
                    <a:cubicBezTo>
                      <a:pt x="926" y="799"/>
                      <a:pt x="660" y="562"/>
                      <a:pt x="532" y="198"/>
                    </a:cubicBezTo>
                    <a:cubicBezTo>
                      <a:pt x="503" y="129"/>
                      <a:pt x="444" y="70"/>
                      <a:pt x="4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25"/>
              <p:cNvSpPr/>
              <p:nvPr/>
            </p:nvSpPr>
            <p:spPr>
              <a:xfrm>
                <a:off x="8786413" y="4275505"/>
                <a:ext cx="93337" cy="232885"/>
              </a:xfrm>
              <a:custGeom>
                <a:avLst/>
                <a:gdLst/>
                <a:ahLst/>
                <a:cxnLst/>
                <a:rect l="l" t="t" r="r" b="b"/>
                <a:pathLst>
                  <a:path w="1597" h="3984" extrusionOk="0">
                    <a:moveTo>
                      <a:pt x="1063" y="281"/>
                    </a:moveTo>
                    <a:cubicBezTo>
                      <a:pt x="1140" y="281"/>
                      <a:pt x="1223" y="290"/>
                      <a:pt x="1310" y="309"/>
                    </a:cubicBezTo>
                    <a:cubicBezTo>
                      <a:pt x="1212" y="408"/>
                      <a:pt x="1143" y="486"/>
                      <a:pt x="1064" y="536"/>
                    </a:cubicBezTo>
                    <a:cubicBezTo>
                      <a:pt x="729" y="733"/>
                      <a:pt x="650" y="1028"/>
                      <a:pt x="700" y="1383"/>
                    </a:cubicBezTo>
                    <a:cubicBezTo>
                      <a:pt x="759" y="1747"/>
                      <a:pt x="847" y="2112"/>
                      <a:pt x="877" y="2486"/>
                    </a:cubicBezTo>
                    <a:cubicBezTo>
                      <a:pt x="907" y="2861"/>
                      <a:pt x="818" y="3225"/>
                      <a:pt x="591" y="3540"/>
                    </a:cubicBezTo>
                    <a:cubicBezTo>
                      <a:pt x="542" y="3619"/>
                      <a:pt x="434" y="3649"/>
                      <a:pt x="355" y="3698"/>
                    </a:cubicBezTo>
                    <a:cubicBezTo>
                      <a:pt x="325" y="3589"/>
                      <a:pt x="247" y="3471"/>
                      <a:pt x="276" y="3392"/>
                    </a:cubicBezTo>
                    <a:cubicBezTo>
                      <a:pt x="335" y="3225"/>
                      <a:pt x="434" y="3067"/>
                      <a:pt x="552" y="2939"/>
                    </a:cubicBezTo>
                    <a:cubicBezTo>
                      <a:pt x="670" y="2811"/>
                      <a:pt x="739" y="2673"/>
                      <a:pt x="700" y="2516"/>
                    </a:cubicBezTo>
                    <a:cubicBezTo>
                      <a:pt x="601" y="2082"/>
                      <a:pt x="493" y="1659"/>
                      <a:pt x="384" y="1245"/>
                    </a:cubicBezTo>
                    <a:cubicBezTo>
                      <a:pt x="306" y="989"/>
                      <a:pt x="266" y="752"/>
                      <a:pt x="463" y="546"/>
                    </a:cubicBezTo>
                    <a:cubicBezTo>
                      <a:pt x="620" y="373"/>
                      <a:pt x="817" y="281"/>
                      <a:pt x="1063" y="281"/>
                    </a:cubicBezTo>
                    <a:close/>
                    <a:moveTo>
                      <a:pt x="1048" y="0"/>
                    </a:moveTo>
                    <a:cubicBezTo>
                      <a:pt x="758" y="0"/>
                      <a:pt x="507" y="127"/>
                      <a:pt x="286" y="349"/>
                    </a:cubicBezTo>
                    <a:cubicBezTo>
                      <a:pt x="10" y="624"/>
                      <a:pt x="10" y="949"/>
                      <a:pt x="118" y="1294"/>
                    </a:cubicBezTo>
                    <a:cubicBezTo>
                      <a:pt x="227" y="1659"/>
                      <a:pt x="325" y="2023"/>
                      <a:pt x="424" y="2398"/>
                    </a:cubicBezTo>
                    <a:cubicBezTo>
                      <a:pt x="463" y="2555"/>
                      <a:pt x="444" y="2693"/>
                      <a:pt x="306" y="2811"/>
                    </a:cubicBezTo>
                    <a:cubicBezTo>
                      <a:pt x="118" y="2989"/>
                      <a:pt x="0" y="3205"/>
                      <a:pt x="0" y="3570"/>
                    </a:cubicBezTo>
                    <a:cubicBezTo>
                      <a:pt x="0" y="3708"/>
                      <a:pt x="109" y="3895"/>
                      <a:pt x="276" y="3964"/>
                    </a:cubicBezTo>
                    <a:cubicBezTo>
                      <a:pt x="311" y="3977"/>
                      <a:pt x="347" y="3983"/>
                      <a:pt x="383" y="3983"/>
                    </a:cubicBezTo>
                    <a:cubicBezTo>
                      <a:pt x="511" y="3983"/>
                      <a:pt x="646" y="3905"/>
                      <a:pt x="769" y="3767"/>
                    </a:cubicBezTo>
                    <a:cubicBezTo>
                      <a:pt x="808" y="3708"/>
                      <a:pt x="847" y="3658"/>
                      <a:pt x="877" y="3599"/>
                    </a:cubicBezTo>
                    <a:cubicBezTo>
                      <a:pt x="1202" y="3028"/>
                      <a:pt x="1192" y="2427"/>
                      <a:pt x="1064" y="1806"/>
                    </a:cubicBezTo>
                    <a:cubicBezTo>
                      <a:pt x="1025" y="1609"/>
                      <a:pt x="985" y="1422"/>
                      <a:pt x="966" y="1225"/>
                    </a:cubicBezTo>
                    <a:cubicBezTo>
                      <a:pt x="936" y="1038"/>
                      <a:pt x="1025" y="900"/>
                      <a:pt x="1182" y="782"/>
                    </a:cubicBezTo>
                    <a:cubicBezTo>
                      <a:pt x="1340" y="664"/>
                      <a:pt x="1458" y="506"/>
                      <a:pt x="1567" y="349"/>
                    </a:cubicBezTo>
                    <a:cubicBezTo>
                      <a:pt x="1596" y="309"/>
                      <a:pt x="1567" y="181"/>
                      <a:pt x="1517" y="132"/>
                    </a:cubicBezTo>
                    <a:cubicBezTo>
                      <a:pt x="1468" y="83"/>
                      <a:pt x="1379" y="53"/>
                      <a:pt x="1310" y="33"/>
                    </a:cubicBezTo>
                    <a:cubicBezTo>
                      <a:pt x="1219" y="11"/>
                      <a:pt x="1132" y="0"/>
                      <a:pt x="10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25"/>
              <p:cNvSpPr/>
              <p:nvPr/>
            </p:nvSpPr>
            <p:spPr>
              <a:xfrm>
                <a:off x="9038560" y="4676347"/>
                <a:ext cx="85856" cy="118781"/>
              </a:xfrm>
              <a:custGeom>
                <a:avLst/>
                <a:gdLst/>
                <a:ahLst/>
                <a:cxnLst/>
                <a:rect l="l" t="t" r="r" b="b"/>
                <a:pathLst>
                  <a:path w="1469" h="2032" extrusionOk="0">
                    <a:moveTo>
                      <a:pt x="1319" y="1"/>
                    </a:moveTo>
                    <a:cubicBezTo>
                      <a:pt x="1273" y="1"/>
                      <a:pt x="1219" y="54"/>
                      <a:pt x="1173" y="91"/>
                    </a:cubicBezTo>
                    <a:cubicBezTo>
                      <a:pt x="1124" y="140"/>
                      <a:pt x="1084" y="228"/>
                      <a:pt x="1025" y="248"/>
                    </a:cubicBezTo>
                    <a:cubicBezTo>
                      <a:pt x="621" y="347"/>
                      <a:pt x="474" y="652"/>
                      <a:pt x="474" y="1026"/>
                    </a:cubicBezTo>
                    <a:cubicBezTo>
                      <a:pt x="464" y="1361"/>
                      <a:pt x="365" y="1627"/>
                      <a:pt x="60" y="1805"/>
                    </a:cubicBezTo>
                    <a:cubicBezTo>
                      <a:pt x="30" y="1824"/>
                      <a:pt x="1" y="1913"/>
                      <a:pt x="11" y="1962"/>
                    </a:cubicBezTo>
                    <a:cubicBezTo>
                      <a:pt x="21" y="1992"/>
                      <a:pt x="109" y="2031"/>
                      <a:pt x="158" y="2031"/>
                    </a:cubicBezTo>
                    <a:cubicBezTo>
                      <a:pt x="208" y="2031"/>
                      <a:pt x="257" y="1992"/>
                      <a:pt x="296" y="1962"/>
                    </a:cubicBezTo>
                    <a:cubicBezTo>
                      <a:pt x="552" y="1775"/>
                      <a:pt x="700" y="1548"/>
                      <a:pt x="710" y="1223"/>
                    </a:cubicBezTo>
                    <a:cubicBezTo>
                      <a:pt x="720" y="879"/>
                      <a:pt x="759" y="554"/>
                      <a:pt x="1193" y="455"/>
                    </a:cubicBezTo>
                    <a:cubicBezTo>
                      <a:pt x="1301" y="435"/>
                      <a:pt x="1370" y="268"/>
                      <a:pt x="1469" y="160"/>
                    </a:cubicBezTo>
                    <a:cubicBezTo>
                      <a:pt x="1400" y="81"/>
                      <a:pt x="1370" y="2"/>
                      <a:pt x="1331" y="2"/>
                    </a:cubicBezTo>
                    <a:cubicBezTo>
                      <a:pt x="1327" y="1"/>
                      <a:pt x="1323" y="1"/>
                      <a:pt x="13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25"/>
              <p:cNvSpPr/>
              <p:nvPr/>
            </p:nvSpPr>
            <p:spPr>
              <a:xfrm>
                <a:off x="8722471" y="4234824"/>
                <a:ext cx="42665" cy="114046"/>
              </a:xfrm>
              <a:custGeom>
                <a:avLst/>
                <a:gdLst/>
                <a:ahLst/>
                <a:cxnLst/>
                <a:rect l="l" t="t" r="r" b="b"/>
                <a:pathLst>
                  <a:path w="730" h="1951" extrusionOk="0">
                    <a:moveTo>
                      <a:pt x="237" y="0"/>
                    </a:moveTo>
                    <a:cubicBezTo>
                      <a:pt x="237" y="69"/>
                      <a:pt x="218" y="168"/>
                      <a:pt x="247" y="207"/>
                    </a:cubicBezTo>
                    <a:cubicBezTo>
                      <a:pt x="434" y="424"/>
                      <a:pt x="424" y="631"/>
                      <a:pt x="296" y="877"/>
                    </a:cubicBezTo>
                    <a:cubicBezTo>
                      <a:pt x="168" y="1123"/>
                      <a:pt x="89" y="1409"/>
                      <a:pt x="1" y="1675"/>
                    </a:cubicBezTo>
                    <a:cubicBezTo>
                      <a:pt x="11" y="1675"/>
                      <a:pt x="21" y="1685"/>
                      <a:pt x="40" y="1695"/>
                    </a:cubicBezTo>
                    <a:cubicBezTo>
                      <a:pt x="50" y="1744"/>
                      <a:pt x="40" y="1813"/>
                      <a:pt x="70" y="1862"/>
                    </a:cubicBezTo>
                    <a:cubicBezTo>
                      <a:pt x="109" y="1902"/>
                      <a:pt x="168" y="1951"/>
                      <a:pt x="227" y="1951"/>
                    </a:cubicBezTo>
                    <a:cubicBezTo>
                      <a:pt x="257" y="1951"/>
                      <a:pt x="316" y="1872"/>
                      <a:pt x="316" y="1823"/>
                    </a:cubicBezTo>
                    <a:cubicBezTo>
                      <a:pt x="286" y="1458"/>
                      <a:pt x="434" y="1153"/>
                      <a:pt x="592" y="848"/>
                    </a:cubicBezTo>
                    <a:cubicBezTo>
                      <a:pt x="730" y="582"/>
                      <a:pt x="661" y="247"/>
                      <a:pt x="444" y="50"/>
                    </a:cubicBezTo>
                    <a:cubicBezTo>
                      <a:pt x="395" y="10"/>
                      <a:pt x="306" y="20"/>
                      <a:pt x="2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25"/>
              <p:cNvSpPr/>
              <p:nvPr/>
            </p:nvSpPr>
            <p:spPr>
              <a:xfrm>
                <a:off x="8924585" y="4287721"/>
                <a:ext cx="113500" cy="40451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692" extrusionOk="0">
                    <a:moveTo>
                      <a:pt x="158" y="1"/>
                    </a:moveTo>
                    <a:cubicBezTo>
                      <a:pt x="102" y="1"/>
                      <a:pt x="47" y="73"/>
                      <a:pt x="0" y="120"/>
                    </a:cubicBezTo>
                    <a:cubicBezTo>
                      <a:pt x="50" y="159"/>
                      <a:pt x="89" y="228"/>
                      <a:pt x="148" y="258"/>
                    </a:cubicBezTo>
                    <a:cubicBezTo>
                      <a:pt x="174" y="265"/>
                      <a:pt x="200" y="267"/>
                      <a:pt x="228" y="267"/>
                    </a:cubicBezTo>
                    <a:cubicBezTo>
                      <a:pt x="257" y="267"/>
                      <a:pt x="287" y="265"/>
                      <a:pt x="317" y="265"/>
                    </a:cubicBezTo>
                    <a:cubicBezTo>
                      <a:pt x="333" y="265"/>
                      <a:pt x="349" y="265"/>
                      <a:pt x="365" y="268"/>
                    </a:cubicBezTo>
                    <a:cubicBezTo>
                      <a:pt x="523" y="287"/>
                      <a:pt x="700" y="277"/>
                      <a:pt x="818" y="356"/>
                    </a:cubicBezTo>
                    <a:cubicBezTo>
                      <a:pt x="1050" y="511"/>
                      <a:pt x="1281" y="659"/>
                      <a:pt x="1556" y="659"/>
                    </a:cubicBezTo>
                    <a:cubicBezTo>
                      <a:pt x="1631" y="659"/>
                      <a:pt x="1710" y="648"/>
                      <a:pt x="1793" y="622"/>
                    </a:cubicBezTo>
                    <a:cubicBezTo>
                      <a:pt x="1793" y="652"/>
                      <a:pt x="1803" y="672"/>
                      <a:pt x="1803" y="691"/>
                    </a:cubicBezTo>
                    <a:cubicBezTo>
                      <a:pt x="1843" y="652"/>
                      <a:pt x="1931" y="622"/>
                      <a:pt x="1931" y="593"/>
                    </a:cubicBezTo>
                    <a:cubicBezTo>
                      <a:pt x="1941" y="534"/>
                      <a:pt x="1911" y="445"/>
                      <a:pt x="1862" y="415"/>
                    </a:cubicBezTo>
                    <a:cubicBezTo>
                      <a:pt x="1813" y="376"/>
                      <a:pt x="1724" y="396"/>
                      <a:pt x="1655" y="376"/>
                    </a:cubicBezTo>
                    <a:cubicBezTo>
                      <a:pt x="1498" y="356"/>
                      <a:pt x="1311" y="366"/>
                      <a:pt x="1202" y="277"/>
                    </a:cubicBezTo>
                    <a:cubicBezTo>
                      <a:pt x="897" y="12"/>
                      <a:pt x="532" y="12"/>
                      <a:pt x="168" y="2"/>
                    </a:cubicBezTo>
                    <a:cubicBezTo>
                      <a:pt x="164" y="1"/>
                      <a:pt x="161" y="1"/>
                      <a:pt x="1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25"/>
              <p:cNvSpPr/>
              <p:nvPr/>
            </p:nvSpPr>
            <p:spPr>
              <a:xfrm>
                <a:off x="9091572" y="5036860"/>
                <a:ext cx="33431" cy="62255"/>
              </a:xfrm>
              <a:custGeom>
                <a:avLst/>
                <a:gdLst/>
                <a:ahLst/>
                <a:cxnLst/>
                <a:rect l="l" t="t" r="r" b="b"/>
                <a:pathLst>
                  <a:path w="572" h="1065" extrusionOk="0">
                    <a:moveTo>
                      <a:pt x="374" y="0"/>
                    </a:moveTo>
                    <a:cubicBezTo>
                      <a:pt x="325" y="60"/>
                      <a:pt x="286" y="128"/>
                      <a:pt x="237" y="188"/>
                    </a:cubicBezTo>
                    <a:cubicBezTo>
                      <a:pt x="256" y="197"/>
                      <a:pt x="276" y="217"/>
                      <a:pt x="296" y="227"/>
                    </a:cubicBezTo>
                    <a:cubicBezTo>
                      <a:pt x="286" y="454"/>
                      <a:pt x="187" y="660"/>
                      <a:pt x="49" y="848"/>
                    </a:cubicBezTo>
                    <a:cubicBezTo>
                      <a:pt x="10" y="907"/>
                      <a:pt x="10" y="986"/>
                      <a:pt x="0" y="1064"/>
                    </a:cubicBezTo>
                    <a:cubicBezTo>
                      <a:pt x="79" y="1054"/>
                      <a:pt x="197" y="1064"/>
                      <a:pt x="237" y="1025"/>
                    </a:cubicBezTo>
                    <a:cubicBezTo>
                      <a:pt x="443" y="788"/>
                      <a:pt x="571" y="513"/>
                      <a:pt x="532" y="197"/>
                    </a:cubicBezTo>
                    <a:cubicBezTo>
                      <a:pt x="532" y="128"/>
                      <a:pt x="434" y="69"/>
                      <a:pt x="3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25"/>
              <p:cNvSpPr/>
              <p:nvPr/>
            </p:nvSpPr>
            <p:spPr>
              <a:xfrm>
                <a:off x="8827853" y="4752448"/>
                <a:ext cx="55932" cy="47232"/>
              </a:xfrm>
              <a:custGeom>
                <a:avLst/>
                <a:gdLst/>
                <a:ahLst/>
                <a:cxnLst/>
                <a:rect l="l" t="t" r="r" b="b"/>
                <a:pathLst>
                  <a:path w="957" h="808" extrusionOk="0">
                    <a:moveTo>
                      <a:pt x="30" y="0"/>
                    </a:moveTo>
                    <a:cubicBezTo>
                      <a:pt x="30" y="69"/>
                      <a:pt x="0" y="158"/>
                      <a:pt x="40" y="207"/>
                    </a:cubicBezTo>
                    <a:cubicBezTo>
                      <a:pt x="148" y="345"/>
                      <a:pt x="266" y="493"/>
                      <a:pt x="404" y="611"/>
                    </a:cubicBezTo>
                    <a:cubicBezTo>
                      <a:pt x="493" y="690"/>
                      <a:pt x="621" y="729"/>
                      <a:pt x="779" y="808"/>
                    </a:cubicBezTo>
                    <a:cubicBezTo>
                      <a:pt x="848" y="729"/>
                      <a:pt x="907" y="660"/>
                      <a:pt x="956" y="601"/>
                    </a:cubicBezTo>
                    <a:cubicBezTo>
                      <a:pt x="897" y="562"/>
                      <a:pt x="828" y="522"/>
                      <a:pt x="769" y="493"/>
                    </a:cubicBezTo>
                    <a:cubicBezTo>
                      <a:pt x="690" y="453"/>
                      <a:pt x="601" y="434"/>
                      <a:pt x="552" y="384"/>
                    </a:cubicBezTo>
                    <a:cubicBezTo>
                      <a:pt x="434" y="276"/>
                      <a:pt x="345" y="148"/>
                      <a:pt x="227" y="40"/>
                    </a:cubicBezTo>
                    <a:cubicBezTo>
                      <a:pt x="188" y="0"/>
                      <a:pt x="99" y="10"/>
                      <a:pt x="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25"/>
              <p:cNvSpPr/>
              <p:nvPr/>
            </p:nvSpPr>
            <p:spPr>
              <a:xfrm>
                <a:off x="8750117" y="4485278"/>
                <a:ext cx="27118" cy="61085"/>
              </a:xfrm>
              <a:custGeom>
                <a:avLst/>
                <a:gdLst/>
                <a:ahLst/>
                <a:cxnLst/>
                <a:rect l="l" t="t" r="r" b="b"/>
                <a:pathLst>
                  <a:path w="464" h="104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0" y="69"/>
                      <a:pt x="1" y="129"/>
                      <a:pt x="10" y="188"/>
                    </a:cubicBezTo>
                    <a:cubicBezTo>
                      <a:pt x="50" y="385"/>
                      <a:pt x="109" y="562"/>
                      <a:pt x="158" y="749"/>
                    </a:cubicBezTo>
                    <a:cubicBezTo>
                      <a:pt x="178" y="857"/>
                      <a:pt x="70" y="1035"/>
                      <a:pt x="267" y="1045"/>
                    </a:cubicBezTo>
                    <a:cubicBezTo>
                      <a:pt x="326" y="1045"/>
                      <a:pt x="395" y="867"/>
                      <a:pt x="464" y="759"/>
                    </a:cubicBezTo>
                    <a:cubicBezTo>
                      <a:pt x="375" y="503"/>
                      <a:pt x="316" y="266"/>
                      <a:pt x="217" y="50"/>
                    </a:cubicBezTo>
                    <a:cubicBezTo>
                      <a:pt x="208" y="10"/>
                      <a:pt x="79" y="20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25"/>
              <p:cNvSpPr/>
              <p:nvPr/>
            </p:nvSpPr>
            <p:spPr>
              <a:xfrm>
                <a:off x="8824989" y="4919611"/>
                <a:ext cx="34015" cy="43081"/>
              </a:xfrm>
              <a:custGeom>
                <a:avLst/>
                <a:gdLst/>
                <a:ahLst/>
                <a:cxnLst/>
                <a:rect l="l" t="t" r="r" b="b"/>
                <a:pathLst>
                  <a:path w="582" h="737" extrusionOk="0">
                    <a:moveTo>
                      <a:pt x="131" y="0"/>
                    </a:moveTo>
                    <a:cubicBezTo>
                      <a:pt x="95" y="0"/>
                      <a:pt x="49" y="7"/>
                      <a:pt x="10" y="7"/>
                    </a:cubicBezTo>
                    <a:cubicBezTo>
                      <a:pt x="20" y="66"/>
                      <a:pt x="0" y="145"/>
                      <a:pt x="30" y="194"/>
                    </a:cubicBezTo>
                    <a:cubicBezTo>
                      <a:pt x="99" y="342"/>
                      <a:pt x="187" y="489"/>
                      <a:pt x="276" y="627"/>
                    </a:cubicBezTo>
                    <a:cubicBezTo>
                      <a:pt x="313" y="673"/>
                      <a:pt x="376" y="737"/>
                      <a:pt x="416" y="737"/>
                    </a:cubicBezTo>
                    <a:cubicBezTo>
                      <a:pt x="419" y="737"/>
                      <a:pt x="421" y="736"/>
                      <a:pt x="424" y="736"/>
                    </a:cubicBezTo>
                    <a:cubicBezTo>
                      <a:pt x="483" y="726"/>
                      <a:pt x="512" y="637"/>
                      <a:pt x="581" y="558"/>
                    </a:cubicBezTo>
                    <a:cubicBezTo>
                      <a:pt x="444" y="361"/>
                      <a:pt x="325" y="184"/>
                      <a:pt x="187" y="17"/>
                    </a:cubicBezTo>
                    <a:cubicBezTo>
                      <a:pt x="179" y="4"/>
                      <a:pt x="158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25"/>
              <p:cNvSpPr/>
              <p:nvPr/>
            </p:nvSpPr>
            <p:spPr>
              <a:xfrm>
                <a:off x="8967236" y="5099126"/>
                <a:ext cx="32732" cy="15059"/>
              </a:xfrm>
              <a:custGeom>
                <a:avLst/>
                <a:gdLst/>
                <a:ahLst/>
                <a:cxnLst/>
                <a:rect l="l" t="t" r="r" b="b"/>
                <a:pathLst>
                  <a:path w="750" h="345" extrusionOk="0">
                    <a:moveTo>
                      <a:pt x="336" y="0"/>
                    </a:moveTo>
                    <a:cubicBezTo>
                      <a:pt x="237" y="30"/>
                      <a:pt x="139" y="49"/>
                      <a:pt x="70" y="99"/>
                    </a:cubicBezTo>
                    <a:cubicBezTo>
                      <a:pt x="21" y="128"/>
                      <a:pt x="21" y="217"/>
                      <a:pt x="1" y="286"/>
                    </a:cubicBezTo>
                    <a:cubicBezTo>
                      <a:pt x="60" y="296"/>
                      <a:pt x="129" y="315"/>
                      <a:pt x="188" y="325"/>
                    </a:cubicBezTo>
                    <a:cubicBezTo>
                      <a:pt x="306" y="335"/>
                      <a:pt x="434" y="345"/>
                      <a:pt x="553" y="345"/>
                    </a:cubicBezTo>
                    <a:cubicBezTo>
                      <a:pt x="621" y="345"/>
                      <a:pt x="690" y="325"/>
                      <a:pt x="750" y="306"/>
                    </a:cubicBezTo>
                    <a:cubicBezTo>
                      <a:pt x="730" y="246"/>
                      <a:pt x="720" y="148"/>
                      <a:pt x="671" y="118"/>
                    </a:cubicBezTo>
                    <a:cubicBezTo>
                      <a:pt x="572" y="59"/>
                      <a:pt x="454" y="4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25"/>
              <p:cNvSpPr/>
              <p:nvPr/>
            </p:nvSpPr>
            <p:spPr>
              <a:xfrm>
                <a:off x="8858363" y="4650513"/>
                <a:ext cx="108883" cy="42672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730" extrusionOk="0">
                    <a:moveTo>
                      <a:pt x="10" y="1"/>
                    </a:moveTo>
                    <a:lnTo>
                      <a:pt x="1" y="10"/>
                    </a:lnTo>
                    <a:cubicBezTo>
                      <a:pt x="237" y="336"/>
                      <a:pt x="562" y="533"/>
                      <a:pt x="956" y="611"/>
                    </a:cubicBezTo>
                    <a:cubicBezTo>
                      <a:pt x="1252" y="670"/>
                      <a:pt x="1557" y="690"/>
                      <a:pt x="1853" y="730"/>
                    </a:cubicBezTo>
                    <a:cubicBezTo>
                      <a:pt x="1862" y="720"/>
                      <a:pt x="1862" y="700"/>
                      <a:pt x="1862" y="690"/>
                    </a:cubicBezTo>
                    <a:cubicBezTo>
                      <a:pt x="1252" y="464"/>
                      <a:pt x="631" y="227"/>
                      <a:pt x="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25"/>
              <p:cNvSpPr/>
              <p:nvPr/>
            </p:nvSpPr>
            <p:spPr>
              <a:xfrm>
                <a:off x="8856668" y="4648818"/>
                <a:ext cx="2338" cy="2338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0" y="10"/>
                      <a:pt x="20" y="30"/>
                      <a:pt x="30" y="39"/>
                    </a:cubicBezTo>
                    <a:lnTo>
                      <a:pt x="39" y="30"/>
                    </a:lnTo>
                    <a:cubicBezTo>
                      <a:pt x="30" y="20"/>
                      <a:pt x="10" y="1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25"/>
              <p:cNvSpPr/>
              <p:nvPr/>
            </p:nvSpPr>
            <p:spPr>
              <a:xfrm>
                <a:off x="8488736" y="1870742"/>
                <a:ext cx="655227" cy="217686"/>
              </a:xfrm>
              <a:custGeom>
                <a:avLst/>
                <a:gdLst/>
                <a:ahLst/>
                <a:cxnLst/>
                <a:rect l="l" t="t" r="r" b="b"/>
                <a:pathLst>
                  <a:path w="11211" h="3724" extrusionOk="0">
                    <a:moveTo>
                      <a:pt x="11211" y="0"/>
                    </a:moveTo>
                    <a:cubicBezTo>
                      <a:pt x="10895" y="69"/>
                      <a:pt x="10570" y="128"/>
                      <a:pt x="10255" y="217"/>
                    </a:cubicBezTo>
                    <a:cubicBezTo>
                      <a:pt x="7871" y="857"/>
                      <a:pt x="5487" y="1498"/>
                      <a:pt x="3103" y="2148"/>
                    </a:cubicBezTo>
                    <a:cubicBezTo>
                      <a:pt x="2345" y="2355"/>
                      <a:pt x="1586" y="2571"/>
                      <a:pt x="838" y="2798"/>
                    </a:cubicBezTo>
                    <a:cubicBezTo>
                      <a:pt x="513" y="2897"/>
                      <a:pt x="237" y="3094"/>
                      <a:pt x="60" y="3399"/>
                    </a:cubicBezTo>
                    <a:cubicBezTo>
                      <a:pt x="30" y="3468"/>
                      <a:pt x="0" y="3586"/>
                      <a:pt x="30" y="3625"/>
                    </a:cubicBezTo>
                    <a:cubicBezTo>
                      <a:pt x="69" y="3685"/>
                      <a:pt x="188" y="3724"/>
                      <a:pt x="266" y="3724"/>
                    </a:cubicBezTo>
                    <a:cubicBezTo>
                      <a:pt x="414" y="3714"/>
                      <a:pt x="572" y="3675"/>
                      <a:pt x="729" y="3635"/>
                    </a:cubicBezTo>
                    <a:cubicBezTo>
                      <a:pt x="3557" y="2818"/>
                      <a:pt x="6384" y="2010"/>
                      <a:pt x="9211" y="1192"/>
                    </a:cubicBezTo>
                    <a:cubicBezTo>
                      <a:pt x="9881" y="1005"/>
                      <a:pt x="10541" y="818"/>
                      <a:pt x="11211" y="631"/>
                    </a:cubicBezTo>
                    <a:lnTo>
                      <a:pt x="11211" y="355"/>
                    </a:lnTo>
                    <a:cubicBezTo>
                      <a:pt x="10718" y="493"/>
                      <a:pt x="10216" y="621"/>
                      <a:pt x="9723" y="769"/>
                    </a:cubicBezTo>
                    <a:cubicBezTo>
                      <a:pt x="6719" y="1636"/>
                      <a:pt x="3714" y="2493"/>
                      <a:pt x="710" y="3359"/>
                    </a:cubicBezTo>
                    <a:cubicBezTo>
                      <a:pt x="611" y="3389"/>
                      <a:pt x="513" y="3409"/>
                      <a:pt x="404" y="3438"/>
                    </a:cubicBezTo>
                    <a:lnTo>
                      <a:pt x="375" y="3369"/>
                    </a:lnTo>
                    <a:cubicBezTo>
                      <a:pt x="552" y="3271"/>
                      <a:pt x="720" y="3123"/>
                      <a:pt x="907" y="3064"/>
                    </a:cubicBezTo>
                    <a:cubicBezTo>
                      <a:pt x="1537" y="2857"/>
                      <a:pt x="2168" y="2670"/>
                      <a:pt x="2808" y="2502"/>
                    </a:cubicBezTo>
                    <a:cubicBezTo>
                      <a:pt x="5428" y="1783"/>
                      <a:pt x="8058" y="1084"/>
                      <a:pt x="10688" y="375"/>
                    </a:cubicBezTo>
                    <a:cubicBezTo>
                      <a:pt x="10856" y="335"/>
                      <a:pt x="11033" y="306"/>
                      <a:pt x="11211" y="276"/>
                    </a:cubicBezTo>
                    <a:lnTo>
                      <a:pt x="112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6" name="Google Shape;486;p25"/>
            <p:cNvGrpSpPr/>
            <p:nvPr/>
          </p:nvGrpSpPr>
          <p:grpSpPr>
            <a:xfrm>
              <a:off x="90676" y="3889571"/>
              <a:ext cx="1129646" cy="1147285"/>
              <a:chOff x="90676" y="3889571"/>
              <a:chExt cx="1129646" cy="1147285"/>
            </a:xfrm>
          </p:grpSpPr>
          <p:sp>
            <p:nvSpPr>
              <p:cNvPr id="487" name="Google Shape;487;p25"/>
              <p:cNvSpPr/>
              <p:nvPr/>
            </p:nvSpPr>
            <p:spPr>
              <a:xfrm>
                <a:off x="90676" y="3889571"/>
                <a:ext cx="927882" cy="1004760"/>
              </a:xfrm>
              <a:custGeom>
                <a:avLst/>
                <a:gdLst/>
                <a:ahLst/>
                <a:cxnLst/>
                <a:rect l="l" t="t" r="r" b="b"/>
                <a:pathLst>
                  <a:path w="17279" h="18708" extrusionOk="0">
                    <a:moveTo>
                      <a:pt x="5860" y="1"/>
                    </a:moveTo>
                    <a:cubicBezTo>
                      <a:pt x="5630" y="1"/>
                      <a:pt x="5376" y="29"/>
                      <a:pt x="5093" y="92"/>
                    </a:cubicBezTo>
                    <a:cubicBezTo>
                      <a:pt x="0" y="1225"/>
                      <a:pt x="3054" y="8584"/>
                      <a:pt x="4522" y="9943"/>
                    </a:cubicBezTo>
                    <a:cubicBezTo>
                      <a:pt x="5989" y="11293"/>
                      <a:pt x="2355" y="15105"/>
                      <a:pt x="6334" y="18090"/>
                    </a:cubicBezTo>
                    <a:cubicBezTo>
                      <a:pt x="6902" y="18516"/>
                      <a:pt x="7544" y="18707"/>
                      <a:pt x="8177" y="18707"/>
                    </a:cubicBezTo>
                    <a:cubicBezTo>
                      <a:pt x="9563" y="18707"/>
                      <a:pt x="10903" y="17786"/>
                      <a:pt x="11309" y="16385"/>
                    </a:cubicBezTo>
                    <a:cubicBezTo>
                      <a:pt x="12333" y="12879"/>
                      <a:pt x="14028" y="10278"/>
                      <a:pt x="15653" y="8465"/>
                    </a:cubicBezTo>
                    <a:cubicBezTo>
                      <a:pt x="17278" y="6653"/>
                      <a:pt x="17081" y="5077"/>
                      <a:pt x="15160" y="3599"/>
                    </a:cubicBezTo>
                    <a:cubicBezTo>
                      <a:pt x="14342" y="2974"/>
                      <a:pt x="13626" y="2840"/>
                      <a:pt x="12915" y="2840"/>
                    </a:cubicBezTo>
                    <a:cubicBezTo>
                      <a:pt x="12385" y="2840"/>
                      <a:pt x="11857" y="2915"/>
                      <a:pt x="11293" y="2915"/>
                    </a:cubicBezTo>
                    <a:cubicBezTo>
                      <a:pt x="10840" y="2915"/>
                      <a:pt x="10363" y="2867"/>
                      <a:pt x="9841" y="2693"/>
                    </a:cubicBezTo>
                    <a:cubicBezTo>
                      <a:pt x="8016" y="2085"/>
                      <a:pt x="7817" y="1"/>
                      <a:pt x="58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88" name="Google Shape;488;p25"/>
              <p:cNvGrpSpPr/>
              <p:nvPr/>
            </p:nvGrpSpPr>
            <p:grpSpPr>
              <a:xfrm>
                <a:off x="209866" y="4068550"/>
                <a:ext cx="1010457" cy="968306"/>
                <a:chOff x="7084659" y="3702251"/>
                <a:chExt cx="382531" cy="366574"/>
              </a:xfrm>
            </p:grpSpPr>
            <p:sp>
              <p:nvSpPr>
                <p:cNvPr id="489" name="Google Shape;489;p25"/>
                <p:cNvSpPr/>
                <p:nvPr/>
              </p:nvSpPr>
              <p:spPr>
                <a:xfrm>
                  <a:off x="7105174" y="3724220"/>
                  <a:ext cx="341888" cy="32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00" h="8264" extrusionOk="0">
                      <a:moveTo>
                        <a:pt x="4723" y="1023"/>
                      </a:moveTo>
                      <a:cubicBezTo>
                        <a:pt x="4774" y="1023"/>
                        <a:pt x="4831" y="1027"/>
                        <a:pt x="4897" y="1027"/>
                      </a:cubicBezTo>
                      <a:cubicBezTo>
                        <a:pt x="4808" y="1460"/>
                        <a:pt x="4650" y="1835"/>
                        <a:pt x="4483" y="2209"/>
                      </a:cubicBezTo>
                      <a:cubicBezTo>
                        <a:pt x="4089" y="2002"/>
                        <a:pt x="3793" y="1687"/>
                        <a:pt x="3478" y="1411"/>
                      </a:cubicBezTo>
                      <a:cubicBezTo>
                        <a:pt x="3429" y="1372"/>
                        <a:pt x="3419" y="1293"/>
                        <a:pt x="3390" y="1224"/>
                      </a:cubicBezTo>
                      <a:cubicBezTo>
                        <a:pt x="3558" y="1126"/>
                        <a:pt x="3719" y="1085"/>
                        <a:pt x="3886" y="1085"/>
                      </a:cubicBezTo>
                      <a:cubicBezTo>
                        <a:pt x="3905" y="1085"/>
                        <a:pt x="3923" y="1085"/>
                        <a:pt x="3941" y="1086"/>
                      </a:cubicBezTo>
                      <a:cubicBezTo>
                        <a:pt x="3974" y="1089"/>
                        <a:pt x="4007" y="1090"/>
                        <a:pt x="4040" y="1090"/>
                      </a:cubicBezTo>
                      <a:cubicBezTo>
                        <a:pt x="4244" y="1090"/>
                        <a:pt x="4447" y="1044"/>
                        <a:pt x="4650" y="1027"/>
                      </a:cubicBezTo>
                      <a:cubicBezTo>
                        <a:pt x="4673" y="1024"/>
                        <a:pt x="4698" y="1023"/>
                        <a:pt x="4723" y="1023"/>
                      </a:cubicBezTo>
                      <a:close/>
                      <a:moveTo>
                        <a:pt x="6783" y="2268"/>
                      </a:moveTo>
                      <a:cubicBezTo>
                        <a:pt x="6861" y="2268"/>
                        <a:pt x="6892" y="2322"/>
                        <a:pt x="6906" y="2446"/>
                      </a:cubicBezTo>
                      <a:cubicBezTo>
                        <a:pt x="6916" y="2662"/>
                        <a:pt x="6857" y="2859"/>
                        <a:pt x="6798" y="3056"/>
                      </a:cubicBezTo>
                      <a:cubicBezTo>
                        <a:pt x="6778" y="3135"/>
                        <a:pt x="6729" y="3214"/>
                        <a:pt x="6630" y="3224"/>
                      </a:cubicBezTo>
                      <a:cubicBezTo>
                        <a:pt x="6548" y="3231"/>
                        <a:pt x="6466" y="3235"/>
                        <a:pt x="6385" y="3235"/>
                      </a:cubicBezTo>
                      <a:cubicBezTo>
                        <a:pt x="6123" y="3235"/>
                        <a:pt x="5866" y="3191"/>
                        <a:pt x="5626" y="3056"/>
                      </a:cubicBezTo>
                      <a:cubicBezTo>
                        <a:pt x="5498" y="2987"/>
                        <a:pt x="5419" y="2889"/>
                        <a:pt x="5350" y="2731"/>
                      </a:cubicBezTo>
                      <a:cubicBezTo>
                        <a:pt x="5636" y="2633"/>
                        <a:pt x="5901" y="2554"/>
                        <a:pt x="6158" y="2465"/>
                      </a:cubicBezTo>
                      <a:cubicBezTo>
                        <a:pt x="6335" y="2416"/>
                        <a:pt x="6502" y="2347"/>
                        <a:pt x="6680" y="2288"/>
                      </a:cubicBezTo>
                      <a:cubicBezTo>
                        <a:pt x="6721" y="2275"/>
                        <a:pt x="6755" y="2268"/>
                        <a:pt x="6783" y="2268"/>
                      </a:cubicBezTo>
                      <a:close/>
                      <a:moveTo>
                        <a:pt x="1571" y="2144"/>
                      </a:moveTo>
                      <a:cubicBezTo>
                        <a:pt x="1675" y="2144"/>
                        <a:pt x="1741" y="2197"/>
                        <a:pt x="1833" y="2308"/>
                      </a:cubicBezTo>
                      <a:cubicBezTo>
                        <a:pt x="1922" y="2406"/>
                        <a:pt x="2030" y="2505"/>
                        <a:pt x="2119" y="2603"/>
                      </a:cubicBezTo>
                      <a:cubicBezTo>
                        <a:pt x="2247" y="2751"/>
                        <a:pt x="2375" y="2899"/>
                        <a:pt x="2493" y="3046"/>
                      </a:cubicBezTo>
                      <a:cubicBezTo>
                        <a:pt x="2523" y="3086"/>
                        <a:pt x="2533" y="3125"/>
                        <a:pt x="2542" y="3174"/>
                      </a:cubicBezTo>
                      <a:cubicBezTo>
                        <a:pt x="2542" y="3194"/>
                        <a:pt x="2523" y="3243"/>
                        <a:pt x="2503" y="3253"/>
                      </a:cubicBezTo>
                      <a:cubicBezTo>
                        <a:pt x="2286" y="3312"/>
                        <a:pt x="2109" y="3480"/>
                        <a:pt x="1882" y="3509"/>
                      </a:cubicBezTo>
                      <a:cubicBezTo>
                        <a:pt x="1816" y="3518"/>
                        <a:pt x="1752" y="3523"/>
                        <a:pt x="1688" y="3523"/>
                      </a:cubicBezTo>
                      <a:cubicBezTo>
                        <a:pt x="1611" y="3523"/>
                        <a:pt x="1535" y="3516"/>
                        <a:pt x="1459" y="3500"/>
                      </a:cubicBezTo>
                      <a:cubicBezTo>
                        <a:pt x="1410" y="3490"/>
                        <a:pt x="1360" y="3372"/>
                        <a:pt x="1360" y="3303"/>
                      </a:cubicBezTo>
                      <a:cubicBezTo>
                        <a:pt x="1350" y="3135"/>
                        <a:pt x="1370" y="2958"/>
                        <a:pt x="1360" y="2790"/>
                      </a:cubicBezTo>
                      <a:cubicBezTo>
                        <a:pt x="1360" y="2593"/>
                        <a:pt x="1341" y="2396"/>
                        <a:pt x="1331" y="2199"/>
                      </a:cubicBezTo>
                      <a:cubicBezTo>
                        <a:pt x="1434" y="2162"/>
                        <a:pt x="1509" y="2144"/>
                        <a:pt x="1571" y="2144"/>
                      </a:cubicBezTo>
                      <a:close/>
                      <a:moveTo>
                        <a:pt x="4976" y="3391"/>
                      </a:moveTo>
                      <a:cubicBezTo>
                        <a:pt x="5005" y="3549"/>
                        <a:pt x="5025" y="3687"/>
                        <a:pt x="5054" y="3825"/>
                      </a:cubicBezTo>
                      <a:cubicBezTo>
                        <a:pt x="4991" y="3839"/>
                        <a:pt x="4949" y="3848"/>
                        <a:pt x="4920" y="3848"/>
                      </a:cubicBezTo>
                      <a:cubicBezTo>
                        <a:pt x="4867" y="3848"/>
                        <a:pt x="4857" y="3818"/>
                        <a:pt x="4838" y="3736"/>
                      </a:cubicBezTo>
                      <a:cubicBezTo>
                        <a:pt x="4818" y="3647"/>
                        <a:pt x="4818" y="3559"/>
                        <a:pt x="4808" y="3450"/>
                      </a:cubicBezTo>
                      <a:cubicBezTo>
                        <a:pt x="4867" y="3431"/>
                        <a:pt x="4907" y="3411"/>
                        <a:pt x="4976" y="3391"/>
                      </a:cubicBezTo>
                      <a:close/>
                      <a:moveTo>
                        <a:pt x="5543" y="79"/>
                      </a:moveTo>
                      <a:cubicBezTo>
                        <a:pt x="5830" y="79"/>
                        <a:pt x="6102" y="174"/>
                        <a:pt x="6345" y="347"/>
                      </a:cubicBezTo>
                      <a:cubicBezTo>
                        <a:pt x="6512" y="475"/>
                        <a:pt x="6621" y="672"/>
                        <a:pt x="6768" y="830"/>
                      </a:cubicBezTo>
                      <a:cubicBezTo>
                        <a:pt x="6847" y="929"/>
                        <a:pt x="6936" y="1027"/>
                        <a:pt x="7034" y="1116"/>
                      </a:cubicBezTo>
                      <a:cubicBezTo>
                        <a:pt x="7153" y="1234"/>
                        <a:pt x="7153" y="1313"/>
                        <a:pt x="7034" y="1431"/>
                      </a:cubicBezTo>
                      <a:cubicBezTo>
                        <a:pt x="6680" y="1756"/>
                        <a:pt x="6335" y="2081"/>
                        <a:pt x="5980" y="2406"/>
                      </a:cubicBezTo>
                      <a:cubicBezTo>
                        <a:pt x="5833" y="2544"/>
                        <a:pt x="5636" y="2554"/>
                        <a:pt x="5458" y="2613"/>
                      </a:cubicBezTo>
                      <a:cubicBezTo>
                        <a:pt x="5389" y="2643"/>
                        <a:pt x="5310" y="2652"/>
                        <a:pt x="5202" y="2672"/>
                      </a:cubicBezTo>
                      <a:cubicBezTo>
                        <a:pt x="5271" y="2790"/>
                        <a:pt x="5320" y="2879"/>
                        <a:pt x="5389" y="2997"/>
                      </a:cubicBezTo>
                      <a:cubicBezTo>
                        <a:pt x="5301" y="3115"/>
                        <a:pt x="5212" y="3234"/>
                        <a:pt x="5113" y="3372"/>
                      </a:cubicBezTo>
                      <a:cubicBezTo>
                        <a:pt x="5071" y="3329"/>
                        <a:pt x="5030" y="3314"/>
                        <a:pt x="4990" y="3314"/>
                      </a:cubicBezTo>
                      <a:cubicBezTo>
                        <a:pt x="4920" y="3314"/>
                        <a:pt x="4850" y="3359"/>
                        <a:pt x="4769" y="3372"/>
                      </a:cubicBezTo>
                      <a:cubicBezTo>
                        <a:pt x="4808" y="3716"/>
                        <a:pt x="4650" y="3963"/>
                        <a:pt x="4384" y="4169"/>
                      </a:cubicBezTo>
                      <a:cubicBezTo>
                        <a:pt x="4345" y="4051"/>
                        <a:pt x="4217" y="2416"/>
                        <a:pt x="4237" y="2170"/>
                      </a:cubicBezTo>
                      <a:lnTo>
                        <a:pt x="4237" y="2170"/>
                      </a:lnTo>
                      <a:cubicBezTo>
                        <a:pt x="4316" y="2219"/>
                        <a:pt x="4384" y="2258"/>
                        <a:pt x="4473" y="2298"/>
                      </a:cubicBezTo>
                      <a:cubicBezTo>
                        <a:pt x="4552" y="2268"/>
                        <a:pt x="4581" y="2189"/>
                        <a:pt x="4611" y="2111"/>
                      </a:cubicBezTo>
                      <a:cubicBezTo>
                        <a:pt x="4710" y="1854"/>
                        <a:pt x="4808" y="1589"/>
                        <a:pt x="4907" y="1332"/>
                      </a:cubicBezTo>
                      <a:cubicBezTo>
                        <a:pt x="4926" y="1283"/>
                        <a:pt x="4936" y="1224"/>
                        <a:pt x="4946" y="1175"/>
                      </a:cubicBezTo>
                      <a:cubicBezTo>
                        <a:pt x="4978" y="1016"/>
                        <a:pt x="4933" y="947"/>
                        <a:pt x="4810" y="947"/>
                      </a:cubicBezTo>
                      <a:cubicBezTo>
                        <a:pt x="4781" y="947"/>
                        <a:pt x="4747" y="950"/>
                        <a:pt x="4710" y="958"/>
                      </a:cubicBezTo>
                      <a:cubicBezTo>
                        <a:pt x="4601" y="978"/>
                        <a:pt x="4493" y="997"/>
                        <a:pt x="4384" y="1007"/>
                      </a:cubicBezTo>
                      <a:cubicBezTo>
                        <a:pt x="4368" y="1009"/>
                        <a:pt x="4353" y="1010"/>
                        <a:pt x="4340" y="1010"/>
                      </a:cubicBezTo>
                      <a:cubicBezTo>
                        <a:pt x="4258" y="1010"/>
                        <a:pt x="4235" y="980"/>
                        <a:pt x="4227" y="869"/>
                      </a:cubicBezTo>
                      <a:cubicBezTo>
                        <a:pt x="4207" y="663"/>
                        <a:pt x="4187" y="456"/>
                        <a:pt x="4178" y="239"/>
                      </a:cubicBezTo>
                      <a:lnTo>
                        <a:pt x="4178" y="239"/>
                      </a:lnTo>
                      <a:cubicBezTo>
                        <a:pt x="4232" y="240"/>
                        <a:pt x="4285" y="241"/>
                        <a:pt x="4337" y="241"/>
                      </a:cubicBezTo>
                      <a:cubicBezTo>
                        <a:pt x="4636" y="241"/>
                        <a:pt x="4904" y="215"/>
                        <a:pt x="5173" y="131"/>
                      </a:cubicBezTo>
                      <a:cubicBezTo>
                        <a:pt x="5298" y="96"/>
                        <a:pt x="5422" y="79"/>
                        <a:pt x="5543" y="79"/>
                      </a:cubicBezTo>
                      <a:close/>
                      <a:moveTo>
                        <a:pt x="3990" y="4100"/>
                      </a:moveTo>
                      <a:lnTo>
                        <a:pt x="3990" y="4100"/>
                      </a:lnTo>
                      <a:cubicBezTo>
                        <a:pt x="4040" y="4130"/>
                        <a:pt x="4069" y="4150"/>
                        <a:pt x="4128" y="4179"/>
                      </a:cubicBezTo>
                      <a:cubicBezTo>
                        <a:pt x="4069" y="4199"/>
                        <a:pt x="4040" y="4209"/>
                        <a:pt x="4010" y="4219"/>
                      </a:cubicBezTo>
                      <a:cubicBezTo>
                        <a:pt x="4010" y="4189"/>
                        <a:pt x="4000" y="4160"/>
                        <a:pt x="3990" y="4100"/>
                      </a:cubicBezTo>
                      <a:close/>
                      <a:moveTo>
                        <a:pt x="3557" y="3647"/>
                      </a:moveTo>
                      <a:cubicBezTo>
                        <a:pt x="3734" y="3667"/>
                        <a:pt x="3823" y="3766"/>
                        <a:pt x="3853" y="3923"/>
                      </a:cubicBezTo>
                      <a:cubicBezTo>
                        <a:pt x="3872" y="4002"/>
                        <a:pt x="3921" y="4071"/>
                        <a:pt x="3921" y="4150"/>
                      </a:cubicBezTo>
                      <a:cubicBezTo>
                        <a:pt x="3921" y="4337"/>
                        <a:pt x="4000" y="4524"/>
                        <a:pt x="3990" y="4721"/>
                      </a:cubicBezTo>
                      <a:cubicBezTo>
                        <a:pt x="3990" y="4770"/>
                        <a:pt x="3990" y="4829"/>
                        <a:pt x="3990" y="4879"/>
                      </a:cubicBezTo>
                      <a:cubicBezTo>
                        <a:pt x="3963" y="5062"/>
                        <a:pt x="3913" y="5147"/>
                        <a:pt x="3804" y="5147"/>
                      </a:cubicBezTo>
                      <a:cubicBezTo>
                        <a:pt x="3754" y="5147"/>
                        <a:pt x="3693" y="5129"/>
                        <a:pt x="3616" y="5095"/>
                      </a:cubicBezTo>
                      <a:cubicBezTo>
                        <a:pt x="3478" y="5036"/>
                        <a:pt x="3340" y="4957"/>
                        <a:pt x="3202" y="4889"/>
                      </a:cubicBezTo>
                      <a:cubicBezTo>
                        <a:pt x="3084" y="4829"/>
                        <a:pt x="3055" y="4770"/>
                        <a:pt x="3084" y="4642"/>
                      </a:cubicBezTo>
                      <a:cubicBezTo>
                        <a:pt x="3124" y="4494"/>
                        <a:pt x="3173" y="4357"/>
                        <a:pt x="3242" y="4219"/>
                      </a:cubicBezTo>
                      <a:cubicBezTo>
                        <a:pt x="3330" y="4032"/>
                        <a:pt x="3449" y="3834"/>
                        <a:pt x="3557" y="3647"/>
                      </a:cubicBezTo>
                      <a:close/>
                      <a:moveTo>
                        <a:pt x="7281" y="1328"/>
                      </a:moveTo>
                      <a:cubicBezTo>
                        <a:pt x="7299" y="1328"/>
                        <a:pt x="7318" y="1333"/>
                        <a:pt x="7340" y="1342"/>
                      </a:cubicBezTo>
                      <a:cubicBezTo>
                        <a:pt x="7478" y="1401"/>
                        <a:pt x="7606" y="1441"/>
                        <a:pt x="7744" y="1490"/>
                      </a:cubicBezTo>
                      <a:cubicBezTo>
                        <a:pt x="7773" y="1500"/>
                        <a:pt x="7803" y="1510"/>
                        <a:pt x="7832" y="1529"/>
                      </a:cubicBezTo>
                      <a:cubicBezTo>
                        <a:pt x="8138" y="1805"/>
                        <a:pt x="8374" y="2111"/>
                        <a:pt x="8384" y="2544"/>
                      </a:cubicBezTo>
                      <a:cubicBezTo>
                        <a:pt x="8384" y="2771"/>
                        <a:pt x="8384" y="2987"/>
                        <a:pt x="8384" y="3214"/>
                      </a:cubicBezTo>
                      <a:cubicBezTo>
                        <a:pt x="8374" y="3480"/>
                        <a:pt x="8423" y="3726"/>
                        <a:pt x="8522" y="3972"/>
                      </a:cubicBezTo>
                      <a:cubicBezTo>
                        <a:pt x="8610" y="4209"/>
                        <a:pt x="8551" y="4426"/>
                        <a:pt x="8482" y="4642"/>
                      </a:cubicBezTo>
                      <a:cubicBezTo>
                        <a:pt x="8433" y="4810"/>
                        <a:pt x="8374" y="4977"/>
                        <a:pt x="8404" y="5154"/>
                      </a:cubicBezTo>
                      <a:cubicBezTo>
                        <a:pt x="8413" y="5233"/>
                        <a:pt x="8384" y="5312"/>
                        <a:pt x="8384" y="5391"/>
                      </a:cubicBezTo>
                      <a:cubicBezTo>
                        <a:pt x="8354" y="5395"/>
                        <a:pt x="8325" y="5397"/>
                        <a:pt x="8297" y="5397"/>
                      </a:cubicBezTo>
                      <a:cubicBezTo>
                        <a:pt x="8118" y="5397"/>
                        <a:pt x="7964" y="5324"/>
                        <a:pt x="7803" y="5273"/>
                      </a:cubicBezTo>
                      <a:cubicBezTo>
                        <a:pt x="7409" y="5154"/>
                        <a:pt x="7024" y="5017"/>
                        <a:pt x="6640" y="4889"/>
                      </a:cubicBezTo>
                      <a:cubicBezTo>
                        <a:pt x="6581" y="4869"/>
                        <a:pt x="6532" y="4829"/>
                        <a:pt x="6483" y="4810"/>
                      </a:cubicBezTo>
                      <a:cubicBezTo>
                        <a:pt x="6433" y="4780"/>
                        <a:pt x="6394" y="4751"/>
                        <a:pt x="6345" y="4741"/>
                      </a:cubicBezTo>
                      <a:cubicBezTo>
                        <a:pt x="5970" y="4731"/>
                        <a:pt x="5626" y="4583"/>
                        <a:pt x="5261" y="4485"/>
                      </a:cubicBezTo>
                      <a:cubicBezTo>
                        <a:pt x="5054" y="4426"/>
                        <a:pt x="4847" y="4337"/>
                        <a:pt x="4641" y="4258"/>
                      </a:cubicBezTo>
                      <a:cubicBezTo>
                        <a:pt x="4601" y="4248"/>
                        <a:pt x="4572" y="4229"/>
                        <a:pt x="4513" y="4189"/>
                      </a:cubicBezTo>
                      <a:cubicBezTo>
                        <a:pt x="4591" y="4100"/>
                        <a:pt x="4650" y="4022"/>
                        <a:pt x="4719" y="3963"/>
                      </a:cubicBezTo>
                      <a:cubicBezTo>
                        <a:pt x="4749" y="3933"/>
                        <a:pt x="4798" y="3933"/>
                        <a:pt x="4838" y="3933"/>
                      </a:cubicBezTo>
                      <a:cubicBezTo>
                        <a:pt x="4887" y="3933"/>
                        <a:pt x="4936" y="3943"/>
                        <a:pt x="4995" y="3943"/>
                      </a:cubicBezTo>
                      <a:cubicBezTo>
                        <a:pt x="5084" y="3933"/>
                        <a:pt x="5123" y="3884"/>
                        <a:pt x="5123" y="3805"/>
                      </a:cubicBezTo>
                      <a:cubicBezTo>
                        <a:pt x="5123" y="3785"/>
                        <a:pt x="5123" y="3756"/>
                        <a:pt x="5123" y="3746"/>
                      </a:cubicBezTo>
                      <a:cubicBezTo>
                        <a:pt x="5015" y="3509"/>
                        <a:pt x="5173" y="3391"/>
                        <a:pt x="5310" y="3253"/>
                      </a:cubicBezTo>
                      <a:cubicBezTo>
                        <a:pt x="5370" y="3204"/>
                        <a:pt x="5419" y="3145"/>
                        <a:pt x="5488" y="3076"/>
                      </a:cubicBezTo>
                      <a:cubicBezTo>
                        <a:pt x="5488" y="3076"/>
                        <a:pt x="5517" y="3076"/>
                        <a:pt x="5537" y="3096"/>
                      </a:cubicBezTo>
                      <a:cubicBezTo>
                        <a:pt x="5761" y="3225"/>
                        <a:pt x="6008" y="3287"/>
                        <a:pt x="6265" y="3287"/>
                      </a:cubicBezTo>
                      <a:cubicBezTo>
                        <a:pt x="6301" y="3287"/>
                        <a:pt x="6338" y="3285"/>
                        <a:pt x="6374" y="3283"/>
                      </a:cubicBezTo>
                      <a:cubicBezTo>
                        <a:pt x="6443" y="3283"/>
                        <a:pt x="6502" y="3293"/>
                        <a:pt x="6571" y="3303"/>
                      </a:cubicBezTo>
                      <a:cubicBezTo>
                        <a:pt x="6585" y="3304"/>
                        <a:pt x="6597" y="3304"/>
                        <a:pt x="6609" y="3304"/>
                      </a:cubicBezTo>
                      <a:cubicBezTo>
                        <a:pt x="6722" y="3304"/>
                        <a:pt x="6783" y="3261"/>
                        <a:pt x="6827" y="3145"/>
                      </a:cubicBezTo>
                      <a:cubicBezTo>
                        <a:pt x="6926" y="2909"/>
                        <a:pt x="6995" y="2662"/>
                        <a:pt x="6975" y="2406"/>
                      </a:cubicBezTo>
                      <a:cubicBezTo>
                        <a:pt x="6975" y="2269"/>
                        <a:pt x="6934" y="2202"/>
                        <a:pt x="6833" y="2202"/>
                      </a:cubicBezTo>
                      <a:cubicBezTo>
                        <a:pt x="6803" y="2202"/>
                        <a:pt x="6769" y="2208"/>
                        <a:pt x="6729" y="2219"/>
                      </a:cubicBezTo>
                      <a:cubicBezTo>
                        <a:pt x="6591" y="2258"/>
                        <a:pt x="6443" y="2308"/>
                        <a:pt x="6305" y="2347"/>
                      </a:cubicBezTo>
                      <a:cubicBezTo>
                        <a:pt x="6283" y="2353"/>
                        <a:pt x="6260" y="2358"/>
                        <a:pt x="6235" y="2358"/>
                      </a:cubicBezTo>
                      <a:cubicBezTo>
                        <a:pt x="6217" y="2358"/>
                        <a:pt x="6198" y="2355"/>
                        <a:pt x="6177" y="2347"/>
                      </a:cubicBezTo>
                      <a:cubicBezTo>
                        <a:pt x="6227" y="2298"/>
                        <a:pt x="6276" y="2239"/>
                        <a:pt x="6335" y="2189"/>
                      </a:cubicBezTo>
                      <a:cubicBezTo>
                        <a:pt x="6611" y="1923"/>
                        <a:pt x="6896" y="1657"/>
                        <a:pt x="7172" y="1382"/>
                      </a:cubicBezTo>
                      <a:cubicBezTo>
                        <a:pt x="7212" y="1348"/>
                        <a:pt x="7243" y="1328"/>
                        <a:pt x="7281" y="1328"/>
                      </a:cubicBezTo>
                      <a:close/>
                      <a:moveTo>
                        <a:pt x="6269" y="4806"/>
                      </a:moveTo>
                      <a:cubicBezTo>
                        <a:pt x="6389" y="4806"/>
                        <a:pt x="6431" y="4862"/>
                        <a:pt x="6414" y="5007"/>
                      </a:cubicBezTo>
                      <a:cubicBezTo>
                        <a:pt x="6384" y="5204"/>
                        <a:pt x="6404" y="5420"/>
                        <a:pt x="6325" y="5617"/>
                      </a:cubicBezTo>
                      <a:cubicBezTo>
                        <a:pt x="6253" y="5785"/>
                        <a:pt x="6194" y="5843"/>
                        <a:pt x="6054" y="5843"/>
                      </a:cubicBezTo>
                      <a:cubicBezTo>
                        <a:pt x="6021" y="5843"/>
                        <a:pt x="5984" y="5840"/>
                        <a:pt x="5941" y="5834"/>
                      </a:cubicBezTo>
                      <a:cubicBezTo>
                        <a:pt x="5606" y="5795"/>
                        <a:pt x="5370" y="5588"/>
                        <a:pt x="5123" y="5332"/>
                      </a:cubicBezTo>
                      <a:cubicBezTo>
                        <a:pt x="5350" y="5204"/>
                        <a:pt x="5547" y="5086"/>
                        <a:pt x="5754" y="4967"/>
                      </a:cubicBezTo>
                      <a:cubicBezTo>
                        <a:pt x="5892" y="4879"/>
                        <a:pt x="6049" y="4839"/>
                        <a:pt x="6207" y="4810"/>
                      </a:cubicBezTo>
                      <a:cubicBezTo>
                        <a:pt x="6230" y="4807"/>
                        <a:pt x="6250" y="4806"/>
                        <a:pt x="6269" y="4806"/>
                      </a:cubicBezTo>
                      <a:close/>
                      <a:moveTo>
                        <a:pt x="3058" y="72"/>
                      </a:moveTo>
                      <a:cubicBezTo>
                        <a:pt x="3302" y="72"/>
                        <a:pt x="3543" y="116"/>
                        <a:pt x="3784" y="150"/>
                      </a:cubicBezTo>
                      <a:cubicBezTo>
                        <a:pt x="3813" y="160"/>
                        <a:pt x="3833" y="170"/>
                        <a:pt x="3862" y="170"/>
                      </a:cubicBezTo>
                      <a:cubicBezTo>
                        <a:pt x="4099" y="219"/>
                        <a:pt x="4099" y="219"/>
                        <a:pt x="4109" y="456"/>
                      </a:cubicBezTo>
                      <a:cubicBezTo>
                        <a:pt x="4119" y="594"/>
                        <a:pt x="4128" y="722"/>
                        <a:pt x="4128" y="860"/>
                      </a:cubicBezTo>
                      <a:cubicBezTo>
                        <a:pt x="4138" y="1017"/>
                        <a:pt x="4109" y="1027"/>
                        <a:pt x="3971" y="1037"/>
                      </a:cubicBezTo>
                      <a:cubicBezTo>
                        <a:pt x="3764" y="1057"/>
                        <a:pt x="3557" y="1086"/>
                        <a:pt x="3370" y="1116"/>
                      </a:cubicBezTo>
                      <a:cubicBezTo>
                        <a:pt x="3301" y="1293"/>
                        <a:pt x="3350" y="1411"/>
                        <a:pt x="3478" y="1510"/>
                      </a:cubicBezTo>
                      <a:cubicBezTo>
                        <a:pt x="3665" y="1667"/>
                        <a:pt x="3843" y="1825"/>
                        <a:pt x="4030" y="1983"/>
                      </a:cubicBezTo>
                      <a:cubicBezTo>
                        <a:pt x="4089" y="2032"/>
                        <a:pt x="4119" y="2081"/>
                        <a:pt x="4138" y="2170"/>
                      </a:cubicBezTo>
                      <a:cubicBezTo>
                        <a:pt x="4217" y="2771"/>
                        <a:pt x="4217" y="3372"/>
                        <a:pt x="4266" y="3963"/>
                      </a:cubicBezTo>
                      <a:cubicBezTo>
                        <a:pt x="4266" y="4002"/>
                        <a:pt x="4266" y="4041"/>
                        <a:pt x="4256" y="4110"/>
                      </a:cubicBezTo>
                      <a:cubicBezTo>
                        <a:pt x="4109" y="4051"/>
                        <a:pt x="3961" y="4012"/>
                        <a:pt x="3912" y="3844"/>
                      </a:cubicBezTo>
                      <a:cubicBezTo>
                        <a:pt x="3872" y="3697"/>
                        <a:pt x="3774" y="3598"/>
                        <a:pt x="3626" y="3559"/>
                      </a:cubicBezTo>
                      <a:cubicBezTo>
                        <a:pt x="3609" y="3555"/>
                        <a:pt x="3592" y="3553"/>
                        <a:pt x="3577" y="3553"/>
                      </a:cubicBezTo>
                      <a:cubicBezTo>
                        <a:pt x="3515" y="3553"/>
                        <a:pt x="3470" y="3586"/>
                        <a:pt x="3439" y="3657"/>
                      </a:cubicBezTo>
                      <a:cubicBezTo>
                        <a:pt x="3311" y="3923"/>
                        <a:pt x="3183" y="4189"/>
                        <a:pt x="3055" y="4465"/>
                      </a:cubicBezTo>
                      <a:cubicBezTo>
                        <a:pt x="3045" y="4485"/>
                        <a:pt x="3025" y="4504"/>
                        <a:pt x="3025" y="4534"/>
                      </a:cubicBezTo>
                      <a:cubicBezTo>
                        <a:pt x="3015" y="4780"/>
                        <a:pt x="2858" y="4938"/>
                        <a:pt x="2690" y="5095"/>
                      </a:cubicBezTo>
                      <a:cubicBezTo>
                        <a:pt x="2404" y="5371"/>
                        <a:pt x="2148" y="5677"/>
                        <a:pt x="1873" y="5962"/>
                      </a:cubicBezTo>
                      <a:cubicBezTo>
                        <a:pt x="1616" y="6228"/>
                        <a:pt x="1360" y="6474"/>
                        <a:pt x="1094" y="6731"/>
                      </a:cubicBezTo>
                      <a:cubicBezTo>
                        <a:pt x="1075" y="6750"/>
                        <a:pt x="1055" y="6760"/>
                        <a:pt x="1035" y="6770"/>
                      </a:cubicBezTo>
                      <a:cubicBezTo>
                        <a:pt x="651" y="6553"/>
                        <a:pt x="424" y="6228"/>
                        <a:pt x="247" y="5834"/>
                      </a:cubicBezTo>
                      <a:cubicBezTo>
                        <a:pt x="119" y="5529"/>
                        <a:pt x="109" y="5214"/>
                        <a:pt x="90" y="4889"/>
                      </a:cubicBezTo>
                      <a:cubicBezTo>
                        <a:pt x="70" y="4504"/>
                        <a:pt x="168" y="4130"/>
                        <a:pt x="267" y="3766"/>
                      </a:cubicBezTo>
                      <a:cubicBezTo>
                        <a:pt x="346" y="3450"/>
                        <a:pt x="415" y="3125"/>
                        <a:pt x="484" y="2810"/>
                      </a:cubicBezTo>
                      <a:cubicBezTo>
                        <a:pt x="493" y="2771"/>
                        <a:pt x="484" y="2721"/>
                        <a:pt x="474" y="2682"/>
                      </a:cubicBezTo>
                      <a:cubicBezTo>
                        <a:pt x="474" y="2603"/>
                        <a:pt x="474" y="2514"/>
                        <a:pt x="464" y="2396"/>
                      </a:cubicBezTo>
                      <a:lnTo>
                        <a:pt x="464" y="2396"/>
                      </a:lnTo>
                      <a:cubicBezTo>
                        <a:pt x="641" y="2475"/>
                        <a:pt x="789" y="2524"/>
                        <a:pt x="927" y="2593"/>
                      </a:cubicBezTo>
                      <a:cubicBezTo>
                        <a:pt x="1341" y="2820"/>
                        <a:pt x="1291" y="2780"/>
                        <a:pt x="1291" y="3204"/>
                      </a:cubicBezTo>
                      <a:cubicBezTo>
                        <a:pt x="1291" y="3253"/>
                        <a:pt x="1281" y="3303"/>
                        <a:pt x="1281" y="3342"/>
                      </a:cubicBezTo>
                      <a:cubicBezTo>
                        <a:pt x="1291" y="3500"/>
                        <a:pt x="1390" y="3578"/>
                        <a:pt x="1538" y="3598"/>
                      </a:cubicBezTo>
                      <a:cubicBezTo>
                        <a:pt x="1566" y="3601"/>
                        <a:pt x="1595" y="3602"/>
                        <a:pt x="1622" y="3602"/>
                      </a:cubicBezTo>
                      <a:cubicBezTo>
                        <a:pt x="1891" y="3602"/>
                        <a:pt x="2124" y="3481"/>
                        <a:pt x="2365" y="3401"/>
                      </a:cubicBezTo>
                      <a:cubicBezTo>
                        <a:pt x="2403" y="3386"/>
                        <a:pt x="2436" y="3380"/>
                        <a:pt x="2467" y="3380"/>
                      </a:cubicBezTo>
                      <a:cubicBezTo>
                        <a:pt x="2518" y="3380"/>
                        <a:pt x="2563" y="3396"/>
                        <a:pt x="2611" y="3421"/>
                      </a:cubicBezTo>
                      <a:cubicBezTo>
                        <a:pt x="2828" y="3539"/>
                        <a:pt x="3055" y="3647"/>
                        <a:pt x="3281" y="3746"/>
                      </a:cubicBezTo>
                      <a:cubicBezTo>
                        <a:pt x="3287" y="3749"/>
                        <a:pt x="3294" y="3750"/>
                        <a:pt x="3301" y="3750"/>
                      </a:cubicBezTo>
                      <a:cubicBezTo>
                        <a:pt x="3319" y="3750"/>
                        <a:pt x="3342" y="3743"/>
                        <a:pt x="3370" y="3736"/>
                      </a:cubicBezTo>
                      <a:cubicBezTo>
                        <a:pt x="3261" y="3608"/>
                        <a:pt x="3104" y="3618"/>
                        <a:pt x="2996" y="3539"/>
                      </a:cubicBezTo>
                      <a:cubicBezTo>
                        <a:pt x="2877" y="3470"/>
                        <a:pt x="2749" y="3411"/>
                        <a:pt x="2631" y="3352"/>
                      </a:cubicBezTo>
                      <a:cubicBezTo>
                        <a:pt x="2651" y="3184"/>
                        <a:pt x="2601" y="3056"/>
                        <a:pt x="2493" y="2928"/>
                      </a:cubicBezTo>
                      <a:cubicBezTo>
                        <a:pt x="2355" y="2761"/>
                        <a:pt x="2227" y="2574"/>
                        <a:pt x="2040" y="2426"/>
                      </a:cubicBezTo>
                      <a:cubicBezTo>
                        <a:pt x="1971" y="2367"/>
                        <a:pt x="1912" y="2278"/>
                        <a:pt x="1853" y="2199"/>
                      </a:cubicBezTo>
                      <a:cubicBezTo>
                        <a:pt x="1782" y="2101"/>
                        <a:pt x="1662" y="2042"/>
                        <a:pt x="1541" y="2042"/>
                      </a:cubicBezTo>
                      <a:cubicBezTo>
                        <a:pt x="1493" y="2042"/>
                        <a:pt x="1445" y="2052"/>
                        <a:pt x="1400" y="2071"/>
                      </a:cubicBezTo>
                      <a:cubicBezTo>
                        <a:pt x="1341" y="2101"/>
                        <a:pt x="1281" y="2150"/>
                        <a:pt x="1291" y="2239"/>
                      </a:cubicBezTo>
                      <a:cubicBezTo>
                        <a:pt x="1291" y="2367"/>
                        <a:pt x="1291" y="2495"/>
                        <a:pt x="1291" y="2672"/>
                      </a:cubicBezTo>
                      <a:cubicBezTo>
                        <a:pt x="996" y="2544"/>
                        <a:pt x="730" y="2426"/>
                        <a:pt x="464" y="2317"/>
                      </a:cubicBezTo>
                      <a:cubicBezTo>
                        <a:pt x="444" y="2160"/>
                        <a:pt x="464" y="2022"/>
                        <a:pt x="513" y="1894"/>
                      </a:cubicBezTo>
                      <a:cubicBezTo>
                        <a:pt x="592" y="1697"/>
                        <a:pt x="700" y="1510"/>
                        <a:pt x="819" y="1332"/>
                      </a:cubicBezTo>
                      <a:cubicBezTo>
                        <a:pt x="1114" y="919"/>
                        <a:pt x="1449" y="554"/>
                        <a:pt x="1902" y="318"/>
                      </a:cubicBezTo>
                      <a:cubicBezTo>
                        <a:pt x="2040" y="249"/>
                        <a:pt x="2188" y="209"/>
                        <a:pt x="2336" y="170"/>
                      </a:cubicBezTo>
                      <a:cubicBezTo>
                        <a:pt x="2473" y="140"/>
                        <a:pt x="2611" y="131"/>
                        <a:pt x="2739" y="101"/>
                      </a:cubicBezTo>
                      <a:cubicBezTo>
                        <a:pt x="2847" y="80"/>
                        <a:pt x="2953" y="72"/>
                        <a:pt x="3058" y="72"/>
                      </a:cubicBezTo>
                      <a:close/>
                      <a:moveTo>
                        <a:pt x="4444" y="6888"/>
                      </a:moveTo>
                      <a:lnTo>
                        <a:pt x="4444" y="6888"/>
                      </a:lnTo>
                      <a:cubicBezTo>
                        <a:pt x="4424" y="7016"/>
                        <a:pt x="4404" y="7105"/>
                        <a:pt x="4384" y="7184"/>
                      </a:cubicBezTo>
                      <a:cubicBezTo>
                        <a:pt x="4324" y="7206"/>
                        <a:pt x="4268" y="7216"/>
                        <a:pt x="4215" y="7216"/>
                      </a:cubicBezTo>
                      <a:cubicBezTo>
                        <a:pt x="4129" y="7216"/>
                        <a:pt x="4050" y="7191"/>
                        <a:pt x="3971" y="7154"/>
                      </a:cubicBezTo>
                      <a:cubicBezTo>
                        <a:pt x="3941" y="7134"/>
                        <a:pt x="3902" y="7075"/>
                        <a:pt x="3902" y="7036"/>
                      </a:cubicBezTo>
                      <a:cubicBezTo>
                        <a:pt x="3902" y="7006"/>
                        <a:pt x="3961" y="6957"/>
                        <a:pt x="3990" y="6957"/>
                      </a:cubicBezTo>
                      <a:cubicBezTo>
                        <a:pt x="4128" y="6928"/>
                        <a:pt x="4256" y="6918"/>
                        <a:pt x="4444" y="6888"/>
                      </a:cubicBezTo>
                      <a:close/>
                      <a:moveTo>
                        <a:pt x="4562" y="4307"/>
                      </a:moveTo>
                      <a:cubicBezTo>
                        <a:pt x="5025" y="4465"/>
                        <a:pt x="5488" y="4613"/>
                        <a:pt x="5980" y="4780"/>
                      </a:cubicBezTo>
                      <a:cubicBezTo>
                        <a:pt x="5645" y="4967"/>
                        <a:pt x="5310" y="5095"/>
                        <a:pt x="5054" y="5351"/>
                      </a:cubicBezTo>
                      <a:cubicBezTo>
                        <a:pt x="5153" y="5578"/>
                        <a:pt x="5370" y="5667"/>
                        <a:pt x="5557" y="5775"/>
                      </a:cubicBezTo>
                      <a:cubicBezTo>
                        <a:pt x="5665" y="5844"/>
                        <a:pt x="5793" y="5864"/>
                        <a:pt x="5901" y="5913"/>
                      </a:cubicBezTo>
                      <a:cubicBezTo>
                        <a:pt x="5965" y="5936"/>
                        <a:pt x="6022" y="5948"/>
                        <a:pt x="6073" y="5948"/>
                      </a:cubicBezTo>
                      <a:cubicBezTo>
                        <a:pt x="6238" y="5948"/>
                        <a:pt x="6344" y="5832"/>
                        <a:pt x="6404" y="5637"/>
                      </a:cubicBezTo>
                      <a:cubicBezTo>
                        <a:pt x="6453" y="5450"/>
                        <a:pt x="6463" y="5263"/>
                        <a:pt x="6493" y="5076"/>
                      </a:cubicBezTo>
                      <a:cubicBezTo>
                        <a:pt x="6502" y="5026"/>
                        <a:pt x="6502" y="4987"/>
                        <a:pt x="6512" y="4928"/>
                      </a:cubicBezTo>
                      <a:cubicBezTo>
                        <a:pt x="7113" y="5125"/>
                        <a:pt x="7704" y="5312"/>
                        <a:pt x="8335" y="5519"/>
                      </a:cubicBezTo>
                      <a:cubicBezTo>
                        <a:pt x="8256" y="5608"/>
                        <a:pt x="8197" y="5667"/>
                        <a:pt x="8138" y="5726"/>
                      </a:cubicBezTo>
                      <a:cubicBezTo>
                        <a:pt x="7744" y="6100"/>
                        <a:pt x="7448" y="6543"/>
                        <a:pt x="7231" y="7046"/>
                      </a:cubicBezTo>
                      <a:cubicBezTo>
                        <a:pt x="7015" y="7548"/>
                        <a:pt x="6601" y="7785"/>
                        <a:pt x="6079" y="7814"/>
                      </a:cubicBezTo>
                      <a:cubicBezTo>
                        <a:pt x="5685" y="7834"/>
                        <a:pt x="5281" y="7834"/>
                        <a:pt x="4887" y="7903"/>
                      </a:cubicBezTo>
                      <a:cubicBezTo>
                        <a:pt x="4847" y="7903"/>
                        <a:pt x="4798" y="7903"/>
                        <a:pt x="4729" y="7913"/>
                      </a:cubicBezTo>
                      <a:cubicBezTo>
                        <a:pt x="4710" y="7785"/>
                        <a:pt x="4680" y="7676"/>
                        <a:pt x="4670" y="7568"/>
                      </a:cubicBezTo>
                      <a:cubicBezTo>
                        <a:pt x="4611" y="7056"/>
                        <a:pt x="4552" y="6543"/>
                        <a:pt x="4503" y="6031"/>
                      </a:cubicBezTo>
                      <a:cubicBezTo>
                        <a:pt x="4463" y="5588"/>
                        <a:pt x="4444" y="5154"/>
                        <a:pt x="4414" y="4711"/>
                      </a:cubicBezTo>
                      <a:cubicBezTo>
                        <a:pt x="4404" y="4623"/>
                        <a:pt x="4384" y="4534"/>
                        <a:pt x="4414" y="4455"/>
                      </a:cubicBezTo>
                      <a:cubicBezTo>
                        <a:pt x="4434" y="4396"/>
                        <a:pt x="4513" y="4347"/>
                        <a:pt x="4562" y="4307"/>
                      </a:cubicBezTo>
                      <a:close/>
                      <a:moveTo>
                        <a:pt x="4256" y="4219"/>
                      </a:moveTo>
                      <a:cubicBezTo>
                        <a:pt x="4404" y="5076"/>
                        <a:pt x="4473" y="5923"/>
                        <a:pt x="4473" y="6800"/>
                      </a:cubicBezTo>
                      <a:cubicBezTo>
                        <a:pt x="4296" y="6829"/>
                        <a:pt x="4128" y="6859"/>
                        <a:pt x="3971" y="6888"/>
                      </a:cubicBezTo>
                      <a:cubicBezTo>
                        <a:pt x="3853" y="6908"/>
                        <a:pt x="3813" y="6957"/>
                        <a:pt x="3803" y="7066"/>
                      </a:cubicBezTo>
                      <a:cubicBezTo>
                        <a:pt x="3793" y="7174"/>
                        <a:pt x="3853" y="7223"/>
                        <a:pt x="3951" y="7233"/>
                      </a:cubicBezTo>
                      <a:cubicBezTo>
                        <a:pt x="4030" y="7253"/>
                        <a:pt x="4099" y="7272"/>
                        <a:pt x="4178" y="7292"/>
                      </a:cubicBezTo>
                      <a:cubicBezTo>
                        <a:pt x="4232" y="7303"/>
                        <a:pt x="4275" y="7310"/>
                        <a:pt x="4312" y="7310"/>
                      </a:cubicBezTo>
                      <a:cubicBezTo>
                        <a:pt x="4406" y="7310"/>
                        <a:pt x="4454" y="7262"/>
                        <a:pt x="4532" y="7105"/>
                      </a:cubicBezTo>
                      <a:cubicBezTo>
                        <a:pt x="4572" y="7371"/>
                        <a:pt x="4621" y="7607"/>
                        <a:pt x="4621" y="7854"/>
                      </a:cubicBezTo>
                      <a:cubicBezTo>
                        <a:pt x="4621" y="7932"/>
                        <a:pt x="4572" y="7972"/>
                        <a:pt x="4513" y="7991"/>
                      </a:cubicBezTo>
                      <a:cubicBezTo>
                        <a:pt x="4233" y="8105"/>
                        <a:pt x="3947" y="8195"/>
                        <a:pt x="3655" y="8195"/>
                      </a:cubicBezTo>
                      <a:cubicBezTo>
                        <a:pt x="3567" y="8195"/>
                        <a:pt x="3479" y="8187"/>
                        <a:pt x="3390" y="8169"/>
                      </a:cubicBezTo>
                      <a:cubicBezTo>
                        <a:pt x="3143" y="8120"/>
                        <a:pt x="2897" y="8031"/>
                        <a:pt x="2680" y="7903"/>
                      </a:cubicBezTo>
                      <a:cubicBezTo>
                        <a:pt x="2375" y="7716"/>
                        <a:pt x="2060" y="7529"/>
                        <a:pt x="1725" y="7381"/>
                      </a:cubicBezTo>
                      <a:cubicBezTo>
                        <a:pt x="1508" y="7292"/>
                        <a:pt x="1331" y="7134"/>
                        <a:pt x="1193" y="6937"/>
                      </a:cubicBezTo>
                      <a:cubicBezTo>
                        <a:pt x="1173" y="6908"/>
                        <a:pt x="1144" y="6869"/>
                        <a:pt x="1094" y="6809"/>
                      </a:cubicBezTo>
                      <a:cubicBezTo>
                        <a:pt x="1774" y="6199"/>
                        <a:pt x="2336" y="5499"/>
                        <a:pt x="3025" y="4898"/>
                      </a:cubicBezTo>
                      <a:cubicBezTo>
                        <a:pt x="3271" y="5007"/>
                        <a:pt x="3508" y="5115"/>
                        <a:pt x="3744" y="5223"/>
                      </a:cubicBezTo>
                      <a:cubicBezTo>
                        <a:pt x="3791" y="5247"/>
                        <a:pt x="3824" y="5259"/>
                        <a:pt x="3850" y="5259"/>
                      </a:cubicBezTo>
                      <a:cubicBezTo>
                        <a:pt x="3890" y="5259"/>
                        <a:pt x="3915" y="5230"/>
                        <a:pt x="3951" y="5164"/>
                      </a:cubicBezTo>
                      <a:cubicBezTo>
                        <a:pt x="4050" y="4977"/>
                        <a:pt x="4059" y="4770"/>
                        <a:pt x="4040" y="4563"/>
                      </a:cubicBezTo>
                      <a:cubicBezTo>
                        <a:pt x="4020" y="4357"/>
                        <a:pt x="4040" y="4317"/>
                        <a:pt x="4256" y="4219"/>
                      </a:cubicBezTo>
                      <a:close/>
                      <a:moveTo>
                        <a:pt x="3040" y="0"/>
                      </a:moveTo>
                      <a:cubicBezTo>
                        <a:pt x="2901" y="0"/>
                        <a:pt x="2762" y="12"/>
                        <a:pt x="2621" y="42"/>
                      </a:cubicBezTo>
                      <a:cubicBezTo>
                        <a:pt x="2296" y="111"/>
                        <a:pt x="1971" y="140"/>
                        <a:pt x="1705" y="337"/>
                      </a:cubicBezTo>
                      <a:cubicBezTo>
                        <a:pt x="1498" y="495"/>
                        <a:pt x="1291" y="663"/>
                        <a:pt x="1114" y="850"/>
                      </a:cubicBezTo>
                      <a:cubicBezTo>
                        <a:pt x="956" y="997"/>
                        <a:pt x="848" y="1195"/>
                        <a:pt x="720" y="1372"/>
                      </a:cubicBezTo>
                      <a:cubicBezTo>
                        <a:pt x="523" y="1648"/>
                        <a:pt x="385" y="1953"/>
                        <a:pt x="356" y="2288"/>
                      </a:cubicBezTo>
                      <a:cubicBezTo>
                        <a:pt x="356" y="2337"/>
                        <a:pt x="356" y="2377"/>
                        <a:pt x="365" y="2426"/>
                      </a:cubicBezTo>
                      <a:cubicBezTo>
                        <a:pt x="415" y="2721"/>
                        <a:pt x="405" y="2997"/>
                        <a:pt x="316" y="3293"/>
                      </a:cubicBezTo>
                      <a:cubicBezTo>
                        <a:pt x="218" y="3637"/>
                        <a:pt x="109" y="3992"/>
                        <a:pt x="60" y="4357"/>
                      </a:cubicBezTo>
                      <a:cubicBezTo>
                        <a:pt x="1" y="4760"/>
                        <a:pt x="1" y="5164"/>
                        <a:pt x="90" y="5578"/>
                      </a:cubicBezTo>
                      <a:cubicBezTo>
                        <a:pt x="168" y="5943"/>
                        <a:pt x="336" y="6248"/>
                        <a:pt x="582" y="6504"/>
                      </a:cubicBezTo>
                      <a:cubicBezTo>
                        <a:pt x="858" y="6790"/>
                        <a:pt x="1153" y="7056"/>
                        <a:pt x="1449" y="7322"/>
                      </a:cubicBezTo>
                      <a:cubicBezTo>
                        <a:pt x="1488" y="7361"/>
                        <a:pt x="1547" y="7381"/>
                        <a:pt x="1597" y="7410"/>
                      </a:cubicBezTo>
                      <a:cubicBezTo>
                        <a:pt x="1774" y="7499"/>
                        <a:pt x="1951" y="7578"/>
                        <a:pt x="2119" y="7666"/>
                      </a:cubicBezTo>
                      <a:cubicBezTo>
                        <a:pt x="2434" y="7814"/>
                        <a:pt x="2710" y="8041"/>
                        <a:pt x="3055" y="8159"/>
                      </a:cubicBezTo>
                      <a:cubicBezTo>
                        <a:pt x="3265" y="8224"/>
                        <a:pt x="3470" y="8264"/>
                        <a:pt x="3674" y="8264"/>
                      </a:cubicBezTo>
                      <a:cubicBezTo>
                        <a:pt x="3871" y="8264"/>
                        <a:pt x="4068" y="8226"/>
                        <a:pt x="4266" y="8139"/>
                      </a:cubicBezTo>
                      <a:cubicBezTo>
                        <a:pt x="4552" y="8021"/>
                        <a:pt x="4857" y="7972"/>
                        <a:pt x="5153" y="7923"/>
                      </a:cubicBezTo>
                      <a:cubicBezTo>
                        <a:pt x="5299" y="7892"/>
                        <a:pt x="5445" y="7867"/>
                        <a:pt x="5591" y="7867"/>
                      </a:cubicBezTo>
                      <a:cubicBezTo>
                        <a:pt x="5632" y="7867"/>
                        <a:pt x="5673" y="7869"/>
                        <a:pt x="5714" y="7873"/>
                      </a:cubicBezTo>
                      <a:cubicBezTo>
                        <a:pt x="5798" y="7886"/>
                        <a:pt x="5879" y="7892"/>
                        <a:pt x="5959" y="7892"/>
                      </a:cubicBezTo>
                      <a:cubicBezTo>
                        <a:pt x="6191" y="7892"/>
                        <a:pt x="6411" y="7840"/>
                        <a:pt x="6630" y="7745"/>
                      </a:cubicBezTo>
                      <a:cubicBezTo>
                        <a:pt x="6946" y="7597"/>
                        <a:pt x="7172" y="7361"/>
                        <a:pt x="7320" y="7046"/>
                      </a:cubicBezTo>
                      <a:cubicBezTo>
                        <a:pt x="7438" y="6800"/>
                        <a:pt x="7566" y="6553"/>
                        <a:pt x="7714" y="6327"/>
                      </a:cubicBezTo>
                      <a:cubicBezTo>
                        <a:pt x="7852" y="6130"/>
                        <a:pt x="8029" y="5952"/>
                        <a:pt x="8207" y="5785"/>
                      </a:cubicBezTo>
                      <a:cubicBezTo>
                        <a:pt x="8404" y="5588"/>
                        <a:pt x="8532" y="5371"/>
                        <a:pt x="8502" y="5095"/>
                      </a:cubicBezTo>
                      <a:cubicBezTo>
                        <a:pt x="8482" y="4928"/>
                        <a:pt x="8522" y="4780"/>
                        <a:pt x="8571" y="4632"/>
                      </a:cubicBezTo>
                      <a:cubicBezTo>
                        <a:pt x="8670" y="4386"/>
                        <a:pt x="8699" y="4140"/>
                        <a:pt x="8571" y="3874"/>
                      </a:cubicBezTo>
                      <a:cubicBezTo>
                        <a:pt x="8522" y="3766"/>
                        <a:pt x="8502" y="3628"/>
                        <a:pt x="8482" y="3500"/>
                      </a:cubicBezTo>
                      <a:cubicBezTo>
                        <a:pt x="8463" y="3293"/>
                        <a:pt x="8463" y="3086"/>
                        <a:pt x="8453" y="2879"/>
                      </a:cubicBezTo>
                      <a:lnTo>
                        <a:pt x="8463" y="2879"/>
                      </a:lnTo>
                      <a:cubicBezTo>
                        <a:pt x="8463" y="2830"/>
                        <a:pt x="8463" y="2771"/>
                        <a:pt x="8463" y="2721"/>
                      </a:cubicBezTo>
                      <a:cubicBezTo>
                        <a:pt x="8502" y="2288"/>
                        <a:pt x="8344" y="1933"/>
                        <a:pt x="8069" y="1618"/>
                      </a:cubicBezTo>
                      <a:cubicBezTo>
                        <a:pt x="7990" y="1529"/>
                        <a:pt x="7872" y="1451"/>
                        <a:pt x="7763" y="1411"/>
                      </a:cubicBezTo>
                      <a:cubicBezTo>
                        <a:pt x="7350" y="1273"/>
                        <a:pt x="7015" y="1037"/>
                        <a:pt x="6749" y="692"/>
                      </a:cubicBezTo>
                      <a:cubicBezTo>
                        <a:pt x="6611" y="495"/>
                        <a:pt x="6493" y="278"/>
                        <a:pt x="6236" y="170"/>
                      </a:cubicBezTo>
                      <a:cubicBezTo>
                        <a:pt x="6000" y="74"/>
                        <a:pt x="5763" y="7"/>
                        <a:pt x="5515" y="7"/>
                      </a:cubicBezTo>
                      <a:cubicBezTo>
                        <a:pt x="5382" y="7"/>
                        <a:pt x="5245" y="27"/>
                        <a:pt x="5104" y="72"/>
                      </a:cubicBezTo>
                      <a:cubicBezTo>
                        <a:pt x="4898" y="136"/>
                        <a:pt x="4689" y="166"/>
                        <a:pt x="4475" y="166"/>
                      </a:cubicBezTo>
                      <a:cubicBezTo>
                        <a:pt x="4361" y="166"/>
                        <a:pt x="4245" y="158"/>
                        <a:pt x="4128" y="140"/>
                      </a:cubicBezTo>
                      <a:cubicBezTo>
                        <a:pt x="3764" y="83"/>
                        <a:pt x="3405" y="0"/>
                        <a:pt x="304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0" name="Google Shape;490;p25"/>
                <p:cNvSpPr/>
                <p:nvPr/>
              </p:nvSpPr>
              <p:spPr>
                <a:xfrm>
                  <a:off x="7084659" y="3702330"/>
                  <a:ext cx="318270" cy="366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9" h="9325" extrusionOk="0">
                      <a:moveTo>
                        <a:pt x="3876" y="0"/>
                      </a:moveTo>
                      <a:cubicBezTo>
                        <a:pt x="3579" y="0"/>
                        <a:pt x="3282" y="47"/>
                        <a:pt x="2986" y="87"/>
                      </a:cubicBezTo>
                      <a:cubicBezTo>
                        <a:pt x="2641" y="126"/>
                        <a:pt x="2355" y="323"/>
                        <a:pt x="2069" y="491"/>
                      </a:cubicBezTo>
                      <a:cubicBezTo>
                        <a:pt x="1843" y="609"/>
                        <a:pt x="1656" y="786"/>
                        <a:pt x="1449" y="924"/>
                      </a:cubicBezTo>
                      <a:cubicBezTo>
                        <a:pt x="986" y="1259"/>
                        <a:pt x="690" y="1722"/>
                        <a:pt x="493" y="2244"/>
                      </a:cubicBezTo>
                      <a:cubicBezTo>
                        <a:pt x="365" y="2579"/>
                        <a:pt x="346" y="2943"/>
                        <a:pt x="316" y="3298"/>
                      </a:cubicBezTo>
                      <a:cubicBezTo>
                        <a:pt x="316" y="3347"/>
                        <a:pt x="316" y="3397"/>
                        <a:pt x="296" y="3456"/>
                      </a:cubicBezTo>
                      <a:cubicBezTo>
                        <a:pt x="257" y="3653"/>
                        <a:pt x="198" y="3850"/>
                        <a:pt x="158" y="4057"/>
                      </a:cubicBezTo>
                      <a:cubicBezTo>
                        <a:pt x="70" y="4480"/>
                        <a:pt x="1" y="4914"/>
                        <a:pt x="60" y="5347"/>
                      </a:cubicBezTo>
                      <a:cubicBezTo>
                        <a:pt x="119" y="5810"/>
                        <a:pt x="158" y="6273"/>
                        <a:pt x="355" y="6697"/>
                      </a:cubicBezTo>
                      <a:cubicBezTo>
                        <a:pt x="434" y="6874"/>
                        <a:pt x="503" y="7061"/>
                        <a:pt x="602" y="7219"/>
                      </a:cubicBezTo>
                      <a:cubicBezTo>
                        <a:pt x="917" y="7701"/>
                        <a:pt x="1321" y="8095"/>
                        <a:pt x="1823" y="8371"/>
                      </a:cubicBezTo>
                      <a:cubicBezTo>
                        <a:pt x="1991" y="8450"/>
                        <a:pt x="2148" y="8539"/>
                        <a:pt x="2306" y="8627"/>
                      </a:cubicBezTo>
                      <a:cubicBezTo>
                        <a:pt x="2601" y="8785"/>
                        <a:pt x="2887" y="8972"/>
                        <a:pt x="3192" y="9110"/>
                      </a:cubicBezTo>
                      <a:cubicBezTo>
                        <a:pt x="3419" y="9208"/>
                        <a:pt x="3675" y="9287"/>
                        <a:pt x="3921" y="9307"/>
                      </a:cubicBezTo>
                      <a:cubicBezTo>
                        <a:pt x="4028" y="9318"/>
                        <a:pt x="4136" y="9325"/>
                        <a:pt x="4244" y="9325"/>
                      </a:cubicBezTo>
                      <a:cubicBezTo>
                        <a:pt x="4513" y="9325"/>
                        <a:pt x="4781" y="9284"/>
                        <a:pt x="5035" y="9179"/>
                      </a:cubicBezTo>
                      <a:cubicBezTo>
                        <a:pt x="5054" y="9169"/>
                        <a:pt x="5074" y="9169"/>
                        <a:pt x="5094" y="9169"/>
                      </a:cubicBezTo>
                      <a:cubicBezTo>
                        <a:pt x="5389" y="9149"/>
                        <a:pt x="5695" y="9140"/>
                        <a:pt x="5990" y="9130"/>
                      </a:cubicBezTo>
                      <a:cubicBezTo>
                        <a:pt x="6025" y="9125"/>
                        <a:pt x="6057" y="9125"/>
                        <a:pt x="6089" y="9125"/>
                      </a:cubicBezTo>
                      <a:cubicBezTo>
                        <a:pt x="6121" y="9125"/>
                        <a:pt x="6153" y="9125"/>
                        <a:pt x="6187" y="9120"/>
                      </a:cubicBezTo>
                      <a:cubicBezTo>
                        <a:pt x="6423" y="9071"/>
                        <a:pt x="6670" y="9011"/>
                        <a:pt x="6906" y="8952"/>
                      </a:cubicBezTo>
                      <a:cubicBezTo>
                        <a:pt x="7271" y="8864"/>
                        <a:pt x="7586" y="8667"/>
                        <a:pt x="7862" y="8420"/>
                      </a:cubicBezTo>
                      <a:cubicBezTo>
                        <a:pt x="7980" y="8322"/>
                        <a:pt x="8078" y="8204"/>
                        <a:pt x="8098" y="8036"/>
                      </a:cubicBezTo>
                      <a:lnTo>
                        <a:pt x="8098" y="8036"/>
                      </a:lnTo>
                      <a:cubicBezTo>
                        <a:pt x="7970" y="8214"/>
                        <a:pt x="7822" y="8361"/>
                        <a:pt x="7655" y="8489"/>
                      </a:cubicBezTo>
                      <a:cubicBezTo>
                        <a:pt x="7359" y="8696"/>
                        <a:pt x="7044" y="8854"/>
                        <a:pt x="6689" y="8943"/>
                      </a:cubicBezTo>
                      <a:cubicBezTo>
                        <a:pt x="6433" y="9002"/>
                        <a:pt x="6187" y="9061"/>
                        <a:pt x="5921" y="9061"/>
                      </a:cubicBezTo>
                      <a:cubicBezTo>
                        <a:pt x="5891" y="9060"/>
                        <a:pt x="5861" y="9060"/>
                        <a:pt x="5831" y="9060"/>
                      </a:cubicBezTo>
                      <a:cubicBezTo>
                        <a:pt x="5447" y="9060"/>
                        <a:pt x="5064" y="9116"/>
                        <a:pt x="4690" y="9199"/>
                      </a:cubicBezTo>
                      <a:cubicBezTo>
                        <a:pt x="4572" y="9218"/>
                        <a:pt x="4443" y="9238"/>
                        <a:pt x="4325" y="9248"/>
                      </a:cubicBezTo>
                      <a:cubicBezTo>
                        <a:pt x="4307" y="9248"/>
                        <a:pt x="4288" y="9248"/>
                        <a:pt x="4270" y="9248"/>
                      </a:cubicBezTo>
                      <a:cubicBezTo>
                        <a:pt x="3808" y="9248"/>
                        <a:pt x="3373" y="9131"/>
                        <a:pt x="2976" y="8913"/>
                      </a:cubicBezTo>
                      <a:cubicBezTo>
                        <a:pt x="2631" y="8716"/>
                        <a:pt x="2286" y="8489"/>
                        <a:pt x="1932" y="8312"/>
                      </a:cubicBezTo>
                      <a:cubicBezTo>
                        <a:pt x="1459" y="8086"/>
                        <a:pt x="1114" y="7711"/>
                        <a:pt x="779" y="7327"/>
                      </a:cubicBezTo>
                      <a:cubicBezTo>
                        <a:pt x="710" y="7258"/>
                        <a:pt x="651" y="7160"/>
                        <a:pt x="612" y="7071"/>
                      </a:cubicBezTo>
                      <a:cubicBezTo>
                        <a:pt x="434" y="6677"/>
                        <a:pt x="247" y="6293"/>
                        <a:pt x="218" y="5849"/>
                      </a:cubicBezTo>
                      <a:cubicBezTo>
                        <a:pt x="218" y="5830"/>
                        <a:pt x="208" y="5810"/>
                        <a:pt x="208" y="5790"/>
                      </a:cubicBezTo>
                      <a:cubicBezTo>
                        <a:pt x="89" y="5288"/>
                        <a:pt x="80" y="4776"/>
                        <a:pt x="208" y="4263"/>
                      </a:cubicBezTo>
                      <a:cubicBezTo>
                        <a:pt x="316" y="3810"/>
                        <a:pt x="415" y="3347"/>
                        <a:pt x="444" y="2884"/>
                      </a:cubicBezTo>
                      <a:cubicBezTo>
                        <a:pt x="454" y="2707"/>
                        <a:pt x="474" y="2530"/>
                        <a:pt x="543" y="2362"/>
                      </a:cubicBezTo>
                      <a:cubicBezTo>
                        <a:pt x="671" y="2008"/>
                        <a:pt x="838" y="1673"/>
                        <a:pt x="1084" y="1387"/>
                      </a:cubicBezTo>
                      <a:cubicBezTo>
                        <a:pt x="1370" y="1052"/>
                        <a:pt x="1715" y="796"/>
                        <a:pt x="2069" y="560"/>
                      </a:cubicBezTo>
                      <a:cubicBezTo>
                        <a:pt x="2335" y="392"/>
                        <a:pt x="2611" y="225"/>
                        <a:pt x="2936" y="175"/>
                      </a:cubicBezTo>
                      <a:cubicBezTo>
                        <a:pt x="3311" y="136"/>
                        <a:pt x="3685" y="116"/>
                        <a:pt x="4069" y="77"/>
                      </a:cubicBezTo>
                      <a:cubicBezTo>
                        <a:pt x="4099" y="77"/>
                        <a:pt x="4138" y="77"/>
                        <a:pt x="4178" y="67"/>
                      </a:cubicBezTo>
                      <a:cubicBezTo>
                        <a:pt x="4148" y="28"/>
                        <a:pt x="4109" y="8"/>
                        <a:pt x="4079" y="8"/>
                      </a:cubicBezTo>
                      <a:cubicBezTo>
                        <a:pt x="4011" y="2"/>
                        <a:pt x="3944" y="0"/>
                        <a:pt x="387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1" name="Google Shape;491;p25"/>
                <p:cNvSpPr/>
                <p:nvPr/>
              </p:nvSpPr>
              <p:spPr>
                <a:xfrm>
                  <a:off x="7253452" y="3702251"/>
                  <a:ext cx="213739" cy="3124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39" h="7950" extrusionOk="0">
                      <a:moveTo>
                        <a:pt x="1546" y="1"/>
                      </a:moveTo>
                      <a:cubicBezTo>
                        <a:pt x="1381" y="1"/>
                        <a:pt x="1214" y="14"/>
                        <a:pt x="1045" y="39"/>
                      </a:cubicBezTo>
                      <a:cubicBezTo>
                        <a:pt x="877" y="67"/>
                        <a:pt x="709" y="92"/>
                        <a:pt x="542" y="92"/>
                      </a:cubicBezTo>
                      <a:cubicBezTo>
                        <a:pt x="414" y="92"/>
                        <a:pt x="286" y="78"/>
                        <a:pt x="158" y="39"/>
                      </a:cubicBezTo>
                      <a:cubicBezTo>
                        <a:pt x="134" y="30"/>
                        <a:pt x="109" y="27"/>
                        <a:pt x="83" y="27"/>
                      </a:cubicBezTo>
                      <a:cubicBezTo>
                        <a:pt x="57" y="27"/>
                        <a:pt x="30" y="30"/>
                        <a:pt x="1" y="30"/>
                      </a:cubicBezTo>
                      <a:cubicBezTo>
                        <a:pt x="184" y="133"/>
                        <a:pt x="374" y="165"/>
                        <a:pt x="565" y="165"/>
                      </a:cubicBezTo>
                      <a:cubicBezTo>
                        <a:pt x="682" y="165"/>
                        <a:pt x="800" y="153"/>
                        <a:pt x="917" y="138"/>
                      </a:cubicBezTo>
                      <a:cubicBezTo>
                        <a:pt x="1135" y="108"/>
                        <a:pt x="1352" y="81"/>
                        <a:pt x="1570" y="81"/>
                      </a:cubicBezTo>
                      <a:cubicBezTo>
                        <a:pt x="1707" y="81"/>
                        <a:pt x="1844" y="92"/>
                        <a:pt x="1981" y="118"/>
                      </a:cubicBezTo>
                      <a:cubicBezTo>
                        <a:pt x="2394" y="177"/>
                        <a:pt x="2759" y="325"/>
                        <a:pt x="3084" y="571"/>
                      </a:cubicBezTo>
                      <a:cubicBezTo>
                        <a:pt x="3311" y="739"/>
                        <a:pt x="3517" y="936"/>
                        <a:pt x="3695" y="1162"/>
                      </a:cubicBezTo>
                      <a:cubicBezTo>
                        <a:pt x="3803" y="1310"/>
                        <a:pt x="3941" y="1448"/>
                        <a:pt x="4118" y="1537"/>
                      </a:cubicBezTo>
                      <a:cubicBezTo>
                        <a:pt x="4640" y="1803"/>
                        <a:pt x="4946" y="2226"/>
                        <a:pt x="5064" y="2798"/>
                      </a:cubicBezTo>
                      <a:cubicBezTo>
                        <a:pt x="5133" y="3133"/>
                        <a:pt x="5172" y="3468"/>
                        <a:pt x="5133" y="3822"/>
                      </a:cubicBezTo>
                      <a:cubicBezTo>
                        <a:pt x="5103" y="4088"/>
                        <a:pt x="5163" y="4344"/>
                        <a:pt x="5241" y="4610"/>
                      </a:cubicBezTo>
                      <a:cubicBezTo>
                        <a:pt x="5330" y="4916"/>
                        <a:pt x="5369" y="5221"/>
                        <a:pt x="5192" y="5536"/>
                      </a:cubicBezTo>
                      <a:cubicBezTo>
                        <a:pt x="5103" y="5694"/>
                        <a:pt x="5054" y="5891"/>
                        <a:pt x="4995" y="6078"/>
                      </a:cubicBezTo>
                      <a:cubicBezTo>
                        <a:pt x="4926" y="6305"/>
                        <a:pt x="4847" y="6531"/>
                        <a:pt x="4690" y="6718"/>
                      </a:cubicBezTo>
                      <a:cubicBezTo>
                        <a:pt x="4414" y="7073"/>
                        <a:pt x="4138" y="7428"/>
                        <a:pt x="3911" y="7812"/>
                      </a:cubicBezTo>
                      <a:cubicBezTo>
                        <a:pt x="3892" y="7851"/>
                        <a:pt x="3882" y="7890"/>
                        <a:pt x="3862" y="7930"/>
                      </a:cubicBezTo>
                      <a:lnTo>
                        <a:pt x="3892" y="7950"/>
                      </a:lnTo>
                      <a:cubicBezTo>
                        <a:pt x="3911" y="7940"/>
                        <a:pt x="3931" y="7920"/>
                        <a:pt x="3941" y="7900"/>
                      </a:cubicBezTo>
                      <a:cubicBezTo>
                        <a:pt x="4040" y="7753"/>
                        <a:pt x="4118" y="7595"/>
                        <a:pt x="4227" y="7457"/>
                      </a:cubicBezTo>
                      <a:cubicBezTo>
                        <a:pt x="4365" y="7260"/>
                        <a:pt x="4512" y="7073"/>
                        <a:pt x="4670" y="6886"/>
                      </a:cubicBezTo>
                      <a:cubicBezTo>
                        <a:pt x="4837" y="6708"/>
                        <a:pt x="4926" y="6482"/>
                        <a:pt x="5015" y="6265"/>
                      </a:cubicBezTo>
                      <a:cubicBezTo>
                        <a:pt x="5103" y="6029"/>
                        <a:pt x="5172" y="5782"/>
                        <a:pt x="5281" y="5556"/>
                      </a:cubicBezTo>
                      <a:cubicBezTo>
                        <a:pt x="5428" y="5231"/>
                        <a:pt x="5438" y="4906"/>
                        <a:pt x="5340" y="4581"/>
                      </a:cubicBezTo>
                      <a:cubicBezTo>
                        <a:pt x="5251" y="4334"/>
                        <a:pt x="5231" y="4088"/>
                        <a:pt x="5222" y="3832"/>
                      </a:cubicBezTo>
                      <a:cubicBezTo>
                        <a:pt x="5212" y="3536"/>
                        <a:pt x="5222" y="3231"/>
                        <a:pt x="5182" y="2936"/>
                      </a:cubicBezTo>
                      <a:cubicBezTo>
                        <a:pt x="5094" y="2295"/>
                        <a:pt x="4798" y="1773"/>
                        <a:pt x="4197" y="1468"/>
                      </a:cubicBezTo>
                      <a:cubicBezTo>
                        <a:pt x="4010" y="1369"/>
                        <a:pt x="3852" y="1231"/>
                        <a:pt x="3724" y="1064"/>
                      </a:cubicBezTo>
                      <a:cubicBezTo>
                        <a:pt x="3458" y="729"/>
                        <a:pt x="3143" y="453"/>
                        <a:pt x="2739" y="266"/>
                      </a:cubicBezTo>
                      <a:cubicBezTo>
                        <a:pt x="2353" y="83"/>
                        <a:pt x="1956" y="1"/>
                        <a:pt x="15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2" name="Google Shape;492;p25"/>
                <p:cNvSpPr/>
                <p:nvPr/>
              </p:nvSpPr>
              <p:spPr>
                <a:xfrm>
                  <a:off x="7135395" y="3913605"/>
                  <a:ext cx="20160" cy="266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3" h="678" extrusionOk="0">
                      <a:moveTo>
                        <a:pt x="343" y="67"/>
                      </a:moveTo>
                      <a:cubicBezTo>
                        <a:pt x="354" y="67"/>
                        <a:pt x="364" y="68"/>
                        <a:pt x="375" y="70"/>
                      </a:cubicBezTo>
                      <a:cubicBezTo>
                        <a:pt x="394" y="70"/>
                        <a:pt x="434" y="138"/>
                        <a:pt x="434" y="188"/>
                      </a:cubicBezTo>
                      <a:cubicBezTo>
                        <a:pt x="434" y="286"/>
                        <a:pt x="424" y="375"/>
                        <a:pt x="414" y="473"/>
                      </a:cubicBezTo>
                      <a:cubicBezTo>
                        <a:pt x="404" y="552"/>
                        <a:pt x="365" y="601"/>
                        <a:pt x="286" y="601"/>
                      </a:cubicBezTo>
                      <a:cubicBezTo>
                        <a:pt x="207" y="601"/>
                        <a:pt x="158" y="552"/>
                        <a:pt x="148" y="473"/>
                      </a:cubicBezTo>
                      <a:cubicBezTo>
                        <a:pt x="138" y="434"/>
                        <a:pt x="138" y="395"/>
                        <a:pt x="138" y="306"/>
                      </a:cubicBezTo>
                      <a:cubicBezTo>
                        <a:pt x="148" y="267"/>
                        <a:pt x="158" y="178"/>
                        <a:pt x="207" y="119"/>
                      </a:cubicBezTo>
                      <a:cubicBezTo>
                        <a:pt x="232" y="86"/>
                        <a:pt x="290" y="67"/>
                        <a:pt x="343" y="67"/>
                      </a:cubicBezTo>
                      <a:close/>
                      <a:moveTo>
                        <a:pt x="158" y="1"/>
                      </a:moveTo>
                      <a:cubicBezTo>
                        <a:pt x="40" y="227"/>
                        <a:pt x="0" y="454"/>
                        <a:pt x="148" y="670"/>
                      </a:cubicBezTo>
                      <a:cubicBezTo>
                        <a:pt x="209" y="674"/>
                        <a:pt x="257" y="678"/>
                        <a:pt x="296" y="678"/>
                      </a:cubicBezTo>
                      <a:cubicBezTo>
                        <a:pt x="445" y="678"/>
                        <a:pt x="452" y="629"/>
                        <a:pt x="483" y="395"/>
                      </a:cubicBezTo>
                      <a:cubicBezTo>
                        <a:pt x="493" y="335"/>
                        <a:pt x="512" y="276"/>
                        <a:pt x="512" y="227"/>
                      </a:cubicBezTo>
                      <a:cubicBezTo>
                        <a:pt x="512" y="148"/>
                        <a:pt x="493" y="70"/>
                        <a:pt x="49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3" name="Google Shape;493;p25"/>
                <p:cNvSpPr/>
                <p:nvPr/>
              </p:nvSpPr>
              <p:spPr>
                <a:xfrm>
                  <a:off x="7179136" y="3754323"/>
                  <a:ext cx="26369" cy="246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" h="626" extrusionOk="0">
                      <a:moveTo>
                        <a:pt x="454" y="64"/>
                      </a:moveTo>
                      <a:cubicBezTo>
                        <a:pt x="503" y="123"/>
                        <a:pt x="522" y="153"/>
                        <a:pt x="572" y="202"/>
                      </a:cubicBezTo>
                      <a:cubicBezTo>
                        <a:pt x="493" y="291"/>
                        <a:pt x="414" y="369"/>
                        <a:pt x="325" y="448"/>
                      </a:cubicBezTo>
                      <a:cubicBezTo>
                        <a:pt x="266" y="503"/>
                        <a:pt x="234" y="532"/>
                        <a:pt x="204" y="532"/>
                      </a:cubicBezTo>
                      <a:cubicBezTo>
                        <a:pt x="170" y="532"/>
                        <a:pt x="138" y="493"/>
                        <a:pt x="69" y="409"/>
                      </a:cubicBezTo>
                      <a:cubicBezTo>
                        <a:pt x="188" y="300"/>
                        <a:pt x="316" y="192"/>
                        <a:pt x="454" y="64"/>
                      </a:cubicBezTo>
                      <a:close/>
                      <a:moveTo>
                        <a:pt x="482" y="1"/>
                      </a:moveTo>
                      <a:cubicBezTo>
                        <a:pt x="441" y="1"/>
                        <a:pt x="396" y="33"/>
                        <a:pt x="325" y="94"/>
                      </a:cubicBezTo>
                      <a:cubicBezTo>
                        <a:pt x="217" y="182"/>
                        <a:pt x="109" y="281"/>
                        <a:pt x="0" y="379"/>
                      </a:cubicBezTo>
                      <a:cubicBezTo>
                        <a:pt x="10" y="438"/>
                        <a:pt x="10" y="468"/>
                        <a:pt x="20" y="497"/>
                      </a:cubicBezTo>
                      <a:cubicBezTo>
                        <a:pt x="62" y="574"/>
                        <a:pt x="133" y="626"/>
                        <a:pt x="198" y="626"/>
                      </a:cubicBezTo>
                      <a:cubicBezTo>
                        <a:pt x="226" y="626"/>
                        <a:pt x="253" y="616"/>
                        <a:pt x="276" y="596"/>
                      </a:cubicBezTo>
                      <a:cubicBezTo>
                        <a:pt x="414" y="468"/>
                        <a:pt x="582" y="360"/>
                        <a:pt x="670" y="182"/>
                      </a:cubicBezTo>
                      <a:cubicBezTo>
                        <a:pt x="651" y="153"/>
                        <a:pt x="641" y="143"/>
                        <a:pt x="631" y="123"/>
                      </a:cubicBezTo>
                      <a:cubicBezTo>
                        <a:pt x="569" y="40"/>
                        <a:pt x="528" y="1"/>
                        <a:pt x="48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4" name="Google Shape;494;p25"/>
                <p:cNvSpPr/>
                <p:nvPr/>
              </p:nvSpPr>
              <p:spPr>
                <a:xfrm>
                  <a:off x="7227121" y="3811387"/>
                  <a:ext cx="16623" cy="26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" h="664" extrusionOk="0">
                      <a:moveTo>
                        <a:pt x="277" y="60"/>
                      </a:moveTo>
                      <a:cubicBezTo>
                        <a:pt x="306" y="208"/>
                        <a:pt x="336" y="306"/>
                        <a:pt x="346" y="415"/>
                      </a:cubicBezTo>
                      <a:cubicBezTo>
                        <a:pt x="346" y="533"/>
                        <a:pt x="326" y="543"/>
                        <a:pt x="149" y="553"/>
                      </a:cubicBezTo>
                      <a:cubicBezTo>
                        <a:pt x="129" y="434"/>
                        <a:pt x="99" y="306"/>
                        <a:pt x="70" y="178"/>
                      </a:cubicBezTo>
                      <a:cubicBezTo>
                        <a:pt x="129" y="149"/>
                        <a:pt x="178" y="119"/>
                        <a:pt x="277" y="60"/>
                      </a:cubicBezTo>
                      <a:close/>
                      <a:moveTo>
                        <a:pt x="316" y="1"/>
                      </a:moveTo>
                      <a:cubicBezTo>
                        <a:pt x="198" y="31"/>
                        <a:pt x="99" y="70"/>
                        <a:pt x="1" y="99"/>
                      </a:cubicBezTo>
                      <a:cubicBezTo>
                        <a:pt x="21" y="257"/>
                        <a:pt x="40" y="395"/>
                        <a:pt x="70" y="543"/>
                      </a:cubicBezTo>
                      <a:cubicBezTo>
                        <a:pt x="70" y="582"/>
                        <a:pt x="99" y="641"/>
                        <a:pt x="129" y="651"/>
                      </a:cubicBezTo>
                      <a:cubicBezTo>
                        <a:pt x="147" y="659"/>
                        <a:pt x="168" y="663"/>
                        <a:pt x="190" y="663"/>
                      </a:cubicBezTo>
                      <a:cubicBezTo>
                        <a:pt x="295" y="663"/>
                        <a:pt x="423" y="572"/>
                        <a:pt x="415" y="474"/>
                      </a:cubicBezTo>
                      <a:cubicBezTo>
                        <a:pt x="405" y="316"/>
                        <a:pt x="405" y="149"/>
                        <a:pt x="31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5" name="Google Shape;495;p25"/>
                <p:cNvSpPr/>
                <p:nvPr/>
              </p:nvSpPr>
              <p:spPr>
                <a:xfrm>
                  <a:off x="7394773" y="3852455"/>
                  <a:ext cx="15915" cy="26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" h="682" extrusionOk="0">
                      <a:moveTo>
                        <a:pt x="213" y="48"/>
                      </a:moveTo>
                      <a:cubicBezTo>
                        <a:pt x="239" y="48"/>
                        <a:pt x="297" y="91"/>
                        <a:pt x="306" y="118"/>
                      </a:cubicBezTo>
                      <a:cubicBezTo>
                        <a:pt x="325" y="246"/>
                        <a:pt x="335" y="374"/>
                        <a:pt x="335" y="503"/>
                      </a:cubicBezTo>
                      <a:cubicBezTo>
                        <a:pt x="335" y="562"/>
                        <a:pt x="286" y="601"/>
                        <a:pt x="217" y="601"/>
                      </a:cubicBezTo>
                      <a:cubicBezTo>
                        <a:pt x="148" y="601"/>
                        <a:pt x="109" y="562"/>
                        <a:pt x="109" y="493"/>
                      </a:cubicBezTo>
                      <a:cubicBezTo>
                        <a:pt x="109" y="434"/>
                        <a:pt x="109" y="374"/>
                        <a:pt x="109" y="315"/>
                      </a:cubicBezTo>
                      <a:lnTo>
                        <a:pt x="99" y="315"/>
                      </a:lnTo>
                      <a:cubicBezTo>
                        <a:pt x="99" y="256"/>
                        <a:pt x="89" y="197"/>
                        <a:pt x="99" y="148"/>
                      </a:cubicBezTo>
                      <a:cubicBezTo>
                        <a:pt x="118" y="109"/>
                        <a:pt x="168" y="59"/>
                        <a:pt x="207" y="49"/>
                      </a:cubicBezTo>
                      <a:cubicBezTo>
                        <a:pt x="209" y="49"/>
                        <a:pt x="211" y="48"/>
                        <a:pt x="213" y="48"/>
                      </a:cubicBezTo>
                      <a:close/>
                      <a:moveTo>
                        <a:pt x="365" y="0"/>
                      </a:moveTo>
                      <a:cubicBezTo>
                        <a:pt x="276" y="0"/>
                        <a:pt x="168" y="0"/>
                        <a:pt x="79" y="30"/>
                      </a:cubicBezTo>
                      <a:cubicBezTo>
                        <a:pt x="10" y="49"/>
                        <a:pt x="0" y="128"/>
                        <a:pt x="20" y="207"/>
                      </a:cubicBezTo>
                      <a:cubicBezTo>
                        <a:pt x="30" y="256"/>
                        <a:pt x="30" y="315"/>
                        <a:pt x="30" y="345"/>
                      </a:cubicBezTo>
                      <a:cubicBezTo>
                        <a:pt x="20" y="414"/>
                        <a:pt x="10" y="453"/>
                        <a:pt x="20" y="503"/>
                      </a:cubicBezTo>
                      <a:cubicBezTo>
                        <a:pt x="20" y="621"/>
                        <a:pt x="69" y="670"/>
                        <a:pt x="178" y="680"/>
                      </a:cubicBezTo>
                      <a:cubicBezTo>
                        <a:pt x="192" y="681"/>
                        <a:pt x="206" y="682"/>
                        <a:pt x="220" y="682"/>
                      </a:cubicBezTo>
                      <a:cubicBezTo>
                        <a:pt x="319" y="682"/>
                        <a:pt x="367" y="646"/>
                        <a:pt x="384" y="542"/>
                      </a:cubicBezTo>
                      <a:cubicBezTo>
                        <a:pt x="404" y="384"/>
                        <a:pt x="404" y="217"/>
                        <a:pt x="404" y="59"/>
                      </a:cubicBezTo>
                      <a:cubicBezTo>
                        <a:pt x="404" y="40"/>
                        <a:pt x="375" y="0"/>
                        <a:pt x="36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6" name="Google Shape;496;p25"/>
                <p:cNvSpPr/>
                <p:nvPr/>
              </p:nvSpPr>
              <p:spPr>
                <a:xfrm>
                  <a:off x="7363019" y="3951923"/>
                  <a:ext cx="26762" cy="26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1" h="675" extrusionOk="0">
                      <a:moveTo>
                        <a:pt x="444" y="99"/>
                      </a:moveTo>
                      <a:cubicBezTo>
                        <a:pt x="552" y="168"/>
                        <a:pt x="572" y="237"/>
                        <a:pt x="503" y="326"/>
                      </a:cubicBezTo>
                      <a:cubicBezTo>
                        <a:pt x="454" y="385"/>
                        <a:pt x="404" y="454"/>
                        <a:pt x="345" y="513"/>
                      </a:cubicBezTo>
                      <a:cubicBezTo>
                        <a:pt x="300" y="552"/>
                        <a:pt x="255" y="582"/>
                        <a:pt x="191" y="582"/>
                      </a:cubicBezTo>
                      <a:cubicBezTo>
                        <a:pt x="157" y="582"/>
                        <a:pt x="118" y="573"/>
                        <a:pt x="69" y="552"/>
                      </a:cubicBezTo>
                      <a:cubicBezTo>
                        <a:pt x="207" y="385"/>
                        <a:pt x="326" y="247"/>
                        <a:pt x="444" y="99"/>
                      </a:cubicBezTo>
                      <a:close/>
                      <a:moveTo>
                        <a:pt x="463" y="1"/>
                      </a:moveTo>
                      <a:cubicBezTo>
                        <a:pt x="335" y="139"/>
                        <a:pt x="217" y="277"/>
                        <a:pt x="99" y="405"/>
                      </a:cubicBezTo>
                      <a:cubicBezTo>
                        <a:pt x="69" y="434"/>
                        <a:pt x="50" y="474"/>
                        <a:pt x="30" y="503"/>
                      </a:cubicBezTo>
                      <a:cubicBezTo>
                        <a:pt x="0" y="582"/>
                        <a:pt x="30" y="651"/>
                        <a:pt x="109" y="671"/>
                      </a:cubicBezTo>
                      <a:cubicBezTo>
                        <a:pt x="124" y="673"/>
                        <a:pt x="140" y="674"/>
                        <a:pt x="156" y="674"/>
                      </a:cubicBezTo>
                      <a:cubicBezTo>
                        <a:pt x="205" y="674"/>
                        <a:pt x="257" y="663"/>
                        <a:pt x="286" y="641"/>
                      </a:cubicBezTo>
                      <a:cubicBezTo>
                        <a:pt x="375" y="582"/>
                        <a:pt x="463" y="503"/>
                        <a:pt x="532" y="424"/>
                      </a:cubicBezTo>
                      <a:cubicBezTo>
                        <a:pt x="680" y="267"/>
                        <a:pt x="660" y="149"/>
                        <a:pt x="46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7" name="Google Shape;497;p25"/>
                <p:cNvSpPr/>
                <p:nvPr/>
              </p:nvSpPr>
              <p:spPr>
                <a:xfrm>
                  <a:off x="7172180" y="3950351"/>
                  <a:ext cx="47236" cy="51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2" h="1304" extrusionOk="0">
                      <a:moveTo>
                        <a:pt x="1087" y="0"/>
                      </a:moveTo>
                      <a:cubicBezTo>
                        <a:pt x="1069" y="0"/>
                        <a:pt x="1048" y="4"/>
                        <a:pt x="1025" y="11"/>
                      </a:cubicBezTo>
                      <a:cubicBezTo>
                        <a:pt x="798" y="60"/>
                        <a:pt x="611" y="179"/>
                        <a:pt x="453" y="346"/>
                      </a:cubicBezTo>
                      <a:cubicBezTo>
                        <a:pt x="532" y="297"/>
                        <a:pt x="621" y="257"/>
                        <a:pt x="699" y="208"/>
                      </a:cubicBezTo>
                      <a:cubicBezTo>
                        <a:pt x="749" y="189"/>
                        <a:pt x="798" y="149"/>
                        <a:pt x="857" y="129"/>
                      </a:cubicBezTo>
                      <a:cubicBezTo>
                        <a:pt x="916" y="110"/>
                        <a:pt x="975" y="90"/>
                        <a:pt x="1054" y="70"/>
                      </a:cubicBezTo>
                      <a:cubicBezTo>
                        <a:pt x="1074" y="120"/>
                        <a:pt x="1103" y="169"/>
                        <a:pt x="1113" y="208"/>
                      </a:cubicBezTo>
                      <a:cubicBezTo>
                        <a:pt x="1133" y="504"/>
                        <a:pt x="1113" y="799"/>
                        <a:pt x="1015" y="1075"/>
                      </a:cubicBezTo>
                      <a:cubicBezTo>
                        <a:pt x="983" y="1184"/>
                        <a:pt x="952" y="1219"/>
                        <a:pt x="877" y="1219"/>
                      </a:cubicBezTo>
                      <a:cubicBezTo>
                        <a:pt x="857" y="1219"/>
                        <a:pt x="834" y="1217"/>
                        <a:pt x="808" y="1213"/>
                      </a:cubicBezTo>
                      <a:cubicBezTo>
                        <a:pt x="739" y="1203"/>
                        <a:pt x="680" y="1183"/>
                        <a:pt x="621" y="1144"/>
                      </a:cubicBezTo>
                      <a:cubicBezTo>
                        <a:pt x="493" y="1065"/>
                        <a:pt x="365" y="986"/>
                        <a:pt x="236" y="888"/>
                      </a:cubicBezTo>
                      <a:cubicBezTo>
                        <a:pt x="108" y="799"/>
                        <a:pt x="108" y="671"/>
                        <a:pt x="227" y="573"/>
                      </a:cubicBezTo>
                      <a:cubicBezTo>
                        <a:pt x="305" y="494"/>
                        <a:pt x="384" y="415"/>
                        <a:pt x="453" y="336"/>
                      </a:cubicBezTo>
                      <a:lnTo>
                        <a:pt x="453" y="336"/>
                      </a:lnTo>
                      <a:cubicBezTo>
                        <a:pt x="345" y="425"/>
                        <a:pt x="227" y="504"/>
                        <a:pt x="118" y="592"/>
                      </a:cubicBezTo>
                      <a:cubicBezTo>
                        <a:pt x="0" y="701"/>
                        <a:pt x="30" y="849"/>
                        <a:pt x="158" y="937"/>
                      </a:cubicBezTo>
                      <a:cubicBezTo>
                        <a:pt x="296" y="1026"/>
                        <a:pt x="424" y="1115"/>
                        <a:pt x="562" y="1203"/>
                      </a:cubicBezTo>
                      <a:cubicBezTo>
                        <a:pt x="631" y="1243"/>
                        <a:pt x="699" y="1272"/>
                        <a:pt x="778" y="1292"/>
                      </a:cubicBezTo>
                      <a:cubicBezTo>
                        <a:pt x="815" y="1299"/>
                        <a:pt x="848" y="1303"/>
                        <a:pt x="878" y="1303"/>
                      </a:cubicBezTo>
                      <a:cubicBezTo>
                        <a:pt x="1001" y="1303"/>
                        <a:pt x="1072" y="1236"/>
                        <a:pt x="1103" y="1085"/>
                      </a:cubicBezTo>
                      <a:cubicBezTo>
                        <a:pt x="1133" y="917"/>
                        <a:pt x="1172" y="760"/>
                        <a:pt x="1182" y="592"/>
                      </a:cubicBezTo>
                      <a:cubicBezTo>
                        <a:pt x="1202" y="435"/>
                        <a:pt x="1192" y="277"/>
                        <a:pt x="1182" y="120"/>
                      </a:cubicBezTo>
                      <a:cubicBezTo>
                        <a:pt x="1175" y="37"/>
                        <a:pt x="1144" y="0"/>
                        <a:pt x="108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8" name="Google Shape;498;p25"/>
                <p:cNvSpPr/>
                <p:nvPr/>
              </p:nvSpPr>
              <p:spPr>
                <a:xfrm>
                  <a:off x="7344037" y="3758371"/>
                  <a:ext cx="18234" cy="237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" h="605" extrusionOk="0">
                      <a:moveTo>
                        <a:pt x="199" y="120"/>
                      </a:moveTo>
                      <a:cubicBezTo>
                        <a:pt x="214" y="120"/>
                        <a:pt x="227" y="122"/>
                        <a:pt x="237" y="128"/>
                      </a:cubicBezTo>
                      <a:cubicBezTo>
                        <a:pt x="346" y="217"/>
                        <a:pt x="365" y="335"/>
                        <a:pt x="336" y="513"/>
                      </a:cubicBezTo>
                      <a:cubicBezTo>
                        <a:pt x="208" y="404"/>
                        <a:pt x="139" y="296"/>
                        <a:pt x="89" y="128"/>
                      </a:cubicBezTo>
                      <a:cubicBezTo>
                        <a:pt x="129" y="128"/>
                        <a:pt x="168" y="120"/>
                        <a:pt x="199" y="120"/>
                      </a:cubicBezTo>
                      <a:close/>
                      <a:moveTo>
                        <a:pt x="267" y="0"/>
                      </a:moveTo>
                      <a:cubicBezTo>
                        <a:pt x="208" y="20"/>
                        <a:pt x="149" y="40"/>
                        <a:pt x="89" y="69"/>
                      </a:cubicBezTo>
                      <a:cubicBezTo>
                        <a:pt x="30" y="99"/>
                        <a:pt x="1" y="168"/>
                        <a:pt x="40" y="237"/>
                      </a:cubicBezTo>
                      <a:cubicBezTo>
                        <a:pt x="89" y="335"/>
                        <a:pt x="139" y="444"/>
                        <a:pt x="198" y="542"/>
                      </a:cubicBezTo>
                      <a:cubicBezTo>
                        <a:pt x="229" y="584"/>
                        <a:pt x="258" y="604"/>
                        <a:pt x="290" y="604"/>
                      </a:cubicBezTo>
                      <a:cubicBezTo>
                        <a:pt x="318" y="604"/>
                        <a:pt x="348" y="589"/>
                        <a:pt x="385" y="562"/>
                      </a:cubicBezTo>
                      <a:cubicBezTo>
                        <a:pt x="444" y="513"/>
                        <a:pt x="464" y="454"/>
                        <a:pt x="444" y="375"/>
                      </a:cubicBezTo>
                      <a:cubicBezTo>
                        <a:pt x="415" y="237"/>
                        <a:pt x="375" y="109"/>
                        <a:pt x="26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0"/>
          <p:cNvSpPr txBox="1">
            <a:spLocks noGrp="1"/>
          </p:cNvSpPr>
          <p:nvPr>
            <p:ph type="title"/>
          </p:nvPr>
        </p:nvSpPr>
        <p:spPr>
          <a:xfrm>
            <a:off x="713250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20"/>
          <p:cNvSpPr txBox="1">
            <a:spLocks noGrp="1"/>
          </p:cNvSpPr>
          <p:nvPr>
            <p:ph type="body" idx="1"/>
          </p:nvPr>
        </p:nvSpPr>
        <p:spPr>
          <a:xfrm>
            <a:off x="713250" y="1257575"/>
            <a:ext cx="3778800" cy="298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01" name="Google Shape;301;p20"/>
          <p:cNvSpPr txBox="1">
            <a:spLocks noGrp="1"/>
          </p:cNvSpPr>
          <p:nvPr>
            <p:ph type="body" idx="2"/>
          </p:nvPr>
        </p:nvSpPr>
        <p:spPr>
          <a:xfrm>
            <a:off x="4622750" y="2191874"/>
            <a:ext cx="3778800" cy="19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 u="sng"/>
            </a:lvl1pPr>
            <a:lvl2pPr marL="914400" lvl="1" indent="-3048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02" name="Google Shape;302;p20"/>
          <p:cNvSpPr/>
          <p:nvPr/>
        </p:nvSpPr>
        <p:spPr>
          <a:xfrm>
            <a:off x="7377651" y="-1798525"/>
            <a:ext cx="2854641" cy="2865942"/>
          </a:xfrm>
          <a:custGeom>
            <a:avLst/>
            <a:gdLst/>
            <a:ahLst/>
            <a:cxnLst/>
            <a:rect l="l" t="t" r="r" b="b"/>
            <a:pathLst>
              <a:path w="53298" h="53509" extrusionOk="0">
                <a:moveTo>
                  <a:pt x="26115" y="1"/>
                </a:moveTo>
                <a:cubicBezTo>
                  <a:pt x="24636" y="1"/>
                  <a:pt x="23162" y="136"/>
                  <a:pt x="21715" y="417"/>
                </a:cubicBezTo>
                <a:cubicBezTo>
                  <a:pt x="17840" y="1169"/>
                  <a:pt x="14133" y="2814"/>
                  <a:pt x="11011" y="5295"/>
                </a:cubicBezTo>
                <a:cubicBezTo>
                  <a:pt x="3568" y="11260"/>
                  <a:pt x="0" y="21602"/>
                  <a:pt x="1896" y="30968"/>
                </a:cubicBezTo>
                <a:cubicBezTo>
                  <a:pt x="3763" y="40334"/>
                  <a:pt x="10844" y="48390"/>
                  <a:pt x="19764" y="51791"/>
                </a:cubicBezTo>
                <a:cubicBezTo>
                  <a:pt x="22579" y="52876"/>
                  <a:pt x="25624" y="53509"/>
                  <a:pt x="28640" y="53509"/>
                </a:cubicBezTo>
                <a:cubicBezTo>
                  <a:pt x="30970" y="53509"/>
                  <a:pt x="33283" y="53131"/>
                  <a:pt x="35458" y="52293"/>
                </a:cubicBezTo>
                <a:cubicBezTo>
                  <a:pt x="40141" y="50481"/>
                  <a:pt x="43848" y="46662"/>
                  <a:pt x="46636" y="42397"/>
                </a:cubicBezTo>
                <a:cubicBezTo>
                  <a:pt x="50873" y="35902"/>
                  <a:pt x="53298" y="28013"/>
                  <a:pt x="51960" y="20375"/>
                </a:cubicBezTo>
                <a:cubicBezTo>
                  <a:pt x="49955" y="8517"/>
                  <a:pt x="37858" y="1"/>
                  <a:pt x="261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0"/>
          <p:cNvSpPr/>
          <p:nvPr/>
        </p:nvSpPr>
        <p:spPr>
          <a:xfrm rot="4170943">
            <a:off x="-1402974" y="3817820"/>
            <a:ext cx="3973472" cy="3465921"/>
          </a:xfrm>
          <a:custGeom>
            <a:avLst/>
            <a:gdLst/>
            <a:ahLst/>
            <a:cxnLst/>
            <a:rect l="l" t="t" r="r" b="b"/>
            <a:pathLst>
              <a:path w="102470" h="89381" extrusionOk="0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4" name="Google Shape;304;p20"/>
          <p:cNvGrpSpPr/>
          <p:nvPr/>
        </p:nvGrpSpPr>
        <p:grpSpPr>
          <a:xfrm rot="-609958" flipH="1">
            <a:off x="438326" y="4617677"/>
            <a:ext cx="290857" cy="238766"/>
            <a:chOff x="8209488" y="3016721"/>
            <a:chExt cx="290857" cy="238766"/>
          </a:xfrm>
        </p:grpSpPr>
        <p:sp>
          <p:nvSpPr>
            <p:cNvPr id="305" name="Google Shape;305;p20"/>
            <p:cNvSpPr/>
            <p:nvPr/>
          </p:nvSpPr>
          <p:spPr>
            <a:xfrm>
              <a:off x="8209488" y="3017443"/>
              <a:ext cx="290857" cy="238044"/>
            </a:xfrm>
            <a:custGeom>
              <a:avLst/>
              <a:gdLst/>
              <a:ahLst/>
              <a:cxnLst/>
              <a:rect l="l" t="t" r="r" b="b"/>
              <a:pathLst>
                <a:path w="11681" h="9560" extrusionOk="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8216435" y="3016721"/>
              <a:ext cx="283213" cy="230474"/>
            </a:xfrm>
            <a:custGeom>
              <a:avLst/>
              <a:gdLst/>
              <a:ahLst/>
              <a:cxnLst/>
              <a:rect l="l" t="t" r="r" b="b"/>
              <a:pathLst>
                <a:path w="11374" h="9256" extrusionOk="0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7" name="Google Shape;307;p20"/>
          <p:cNvGrpSpPr/>
          <p:nvPr/>
        </p:nvGrpSpPr>
        <p:grpSpPr>
          <a:xfrm rot="9764795">
            <a:off x="8543010" y="4735951"/>
            <a:ext cx="523946" cy="327118"/>
            <a:chOff x="5041635" y="3575776"/>
            <a:chExt cx="335278" cy="209309"/>
          </a:xfrm>
        </p:grpSpPr>
        <p:sp>
          <p:nvSpPr>
            <p:cNvPr id="308" name="Google Shape;308;p20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0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0" name="Google Shape;310;p20"/>
          <p:cNvSpPr/>
          <p:nvPr/>
        </p:nvSpPr>
        <p:spPr>
          <a:xfrm>
            <a:off x="8038638" y="4789822"/>
            <a:ext cx="217277" cy="219344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0"/>
          <p:cNvSpPr/>
          <p:nvPr/>
        </p:nvSpPr>
        <p:spPr>
          <a:xfrm>
            <a:off x="1191363" y="4789822"/>
            <a:ext cx="217277" cy="219344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2" name="Google Shape;312;p20"/>
          <p:cNvGrpSpPr/>
          <p:nvPr/>
        </p:nvGrpSpPr>
        <p:grpSpPr>
          <a:xfrm rot="-4557575">
            <a:off x="7742130" y="250080"/>
            <a:ext cx="290849" cy="238760"/>
            <a:chOff x="8209488" y="3016721"/>
            <a:chExt cx="290857" cy="238766"/>
          </a:xfrm>
        </p:grpSpPr>
        <p:sp>
          <p:nvSpPr>
            <p:cNvPr id="313" name="Google Shape;313;p20"/>
            <p:cNvSpPr/>
            <p:nvPr/>
          </p:nvSpPr>
          <p:spPr>
            <a:xfrm>
              <a:off x="8209488" y="3017443"/>
              <a:ext cx="290857" cy="238044"/>
            </a:xfrm>
            <a:custGeom>
              <a:avLst/>
              <a:gdLst/>
              <a:ahLst/>
              <a:cxnLst/>
              <a:rect l="l" t="t" r="r" b="b"/>
              <a:pathLst>
                <a:path w="11681" h="9560" extrusionOk="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0"/>
            <p:cNvSpPr/>
            <p:nvPr/>
          </p:nvSpPr>
          <p:spPr>
            <a:xfrm>
              <a:off x="8216435" y="3016721"/>
              <a:ext cx="283213" cy="230474"/>
            </a:xfrm>
            <a:custGeom>
              <a:avLst/>
              <a:gdLst/>
              <a:ahLst/>
              <a:cxnLst/>
              <a:rect l="l" t="t" r="r" b="b"/>
              <a:pathLst>
                <a:path w="11374" h="9256" extrusionOk="0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5" name="Google Shape;315;p20"/>
          <p:cNvGrpSpPr/>
          <p:nvPr/>
        </p:nvGrpSpPr>
        <p:grpSpPr>
          <a:xfrm rot="8923612">
            <a:off x="8477619" y="567821"/>
            <a:ext cx="523923" cy="327106"/>
            <a:chOff x="5041635" y="3575776"/>
            <a:chExt cx="335278" cy="209309"/>
          </a:xfrm>
        </p:grpSpPr>
        <p:sp>
          <p:nvSpPr>
            <p:cNvPr id="316" name="Google Shape;316;p20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0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8" name="Google Shape;318;p20"/>
          <p:cNvSpPr/>
          <p:nvPr/>
        </p:nvSpPr>
        <p:spPr>
          <a:xfrm>
            <a:off x="7469888" y="100722"/>
            <a:ext cx="217277" cy="219344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3655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Medium"/>
              <a:buChar char="●"/>
              <a:defRPr sz="1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Medium"/>
              <a:buChar char="○"/>
              <a:defRPr sz="1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Medium"/>
              <a:buChar char="■"/>
              <a:defRPr sz="1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Medium"/>
              <a:buChar char="●"/>
              <a:defRPr sz="1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Medium"/>
              <a:buChar char="○"/>
              <a:defRPr sz="1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Medium"/>
              <a:buChar char="■"/>
              <a:defRPr sz="1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Medium"/>
              <a:buChar char="●"/>
              <a:defRPr sz="1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Medium"/>
              <a:buChar char="○"/>
              <a:defRPr sz="1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Medium"/>
              <a:buChar char="■"/>
              <a:defRPr sz="1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4" r:id="rId4"/>
    <p:sldLayoutId id="2147483655" r:id="rId5"/>
    <p:sldLayoutId id="2147483657" r:id="rId6"/>
    <p:sldLayoutId id="2147483658" r:id="rId7"/>
    <p:sldLayoutId id="2147483663" r:id="rId8"/>
    <p:sldLayoutId id="2147483670" r:id="rId9"/>
    <p:sldLayoutId id="2147483671" r:id="rId10"/>
    <p:sldLayoutId id="2147483676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9"/>
          <p:cNvSpPr txBox="1">
            <a:spLocks noGrp="1"/>
          </p:cNvSpPr>
          <p:nvPr>
            <p:ph type="ctrTitle"/>
          </p:nvPr>
        </p:nvSpPr>
        <p:spPr>
          <a:xfrm>
            <a:off x="358384" y="1578665"/>
            <a:ext cx="5319000" cy="18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 dirty="0"/>
              <a:t>LSTM And </a:t>
            </a:r>
            <a:r>
              <a:rPr lang="en-CA" sz="1600" dirty="0"/>
              <a:t> </a:t>
            </a:r>
            <a:r>
              <a:rPr lang="en-CA" sz="3600" dirty="0"/>
              <a:t>DistilBERT for Sentiment Analysis</a:t>
            </a:r>
            <a:endParaRPr sz="4000" b="0" i="1" dirty="0"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510" name="Google Shape;510;p29"/>
          <p:cNvSpPr txBox="1">
            <a:spLocks noGrp="1"/>
          </p:cNvSpPr>
          <p:nvPr>
            <p:ph type="subTitle" idx="1"/>
          </p:nvPr>
        </p:nvSpPr>
        <p:spPr>
          <a:xfrm>
            <a:off x="552108" y="3527505"/>
            <a:ext cx="3953248" cy="9608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en-CA" dirty="0"/>
              <a:t>- </a:t>
            </a:r>
            <a:r>
              <a:rPr lang="en-CA" dirty="0" err="1"/>
              <a:t>Elish</a:t>
            </a:r>
            <a:r>
              <a:rPr lang="en-CA" dirty="0"/>
              <a:t> Patel  (N01652547)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en-CA" dirty="0"/>
              <a:t>- Keyur Desai  (N01666782)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en-CA" dirty="0"/>
              <a:t>- </a:t>
            </a:r>
            <a:r>
              <a:rPr lang="en-CA" dirty="0" err="1"/>
              <a:t>Rutu</a:t>
            </a:r>
            <a:r>
              <a:rPr lang="en-CA" dirty="0"/>
              <a:t> Patel (N01654478)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  <p:grpSp>
        <p:nvGrpSpPr>
          <p:cNvPr id="511" name="Google Shape;511;p29"/>
          <p:cNvGrpSpPr/>
          <p:nvPr/>
        </p:nvGrpSpPr>
        <p:grpSpPr>
          <a:xfrm>
            <a:off x="6076719" y="2317771"/>
            <a:ext cx="1413462" cy="1584677"/>
            <a:chOff x="6076719" y="2317771"/>
            <a:chExt cx="1413462" cy="1584677"/>
          </a:xfrm>
        </p:grpSpPr>
        <p:sp>
          <p:nvSpPr>
            <p:cNvPr id="512" name="Google Shape;512;p29"/>
            <p:cNvSpPr/>
            <p:nvPr/>
          </p:nvSpPr>
          <p:spPr>
            <a:xfrm>
              <a:off x="6102694" y="2635567"/>
              <a:ext cx="881516" cy="888926"/>
            </a:xfrm>
            <a:custGeom>
              <a:avLst/>
              <a:gdLst/>
              <a:ahLst/>
              <a:cxnLst/>
              <a:rect l="l" t="t" r="r" b="b"/>
              <a:pathLst>
                <a:path w="14245" h="14363" extrusionOk="0">
                  <a:moveTo>
                    <a:pt x="8222" y="1"/>
                  </a:moveTo>
                  <a:cubicBezTo>
                    <a:pt x="8167" y="1"/>
                    <a:pt x="8111" y="14"/>
                    <a:pt x="8059" y="55"/>
                  </a:cubicBezTo>
                  <a:cubicBezTo>
                    <a:pt x="8039" y="65"/>
                    <a:pt x="8009" y="75"/>
                    <a:pt x="7990" y="75"/>
                  </a:cubicBezTo>
                  <a:cubicBezTo>
                    <a:pt x="7870" y="82"/>
                    <a:pt x="7744" y="97"/>
                    <a:pt x="7622" y="97"/>
                  </a:cubicBezTo>
                  <a:cubicBezTo>
                    <a:pt x="7593" y="97"/>
                    <a:pt x="7565" y="96"/>
                    <a:pt x="7536" y="94"/>
                  </a:cubicBezTo>
                  <a:cubicBezTo>
                    <a:pt x="7484" y="91"/>
                    <a:pt x="7432" y="90"/>
                    <a:pt x="7379" y="90"/>
                  </a:cubicBezTo>
                  <a:cubicBezTo>
                    <a:pt x="7055" y="90"/>
                    <a:pt x="6726" y="136"/>
                    <a:pt x="6404" y="153"/>
                  </a:cubicBezTo>
                  <a:cubicBezTo>
                    <a:pt x="6374" y="153"/>
                    <a:pt x="6354" y="153"/>
                    <a:pt x="6325" y="163"/>
                  </a:cubicBezTo>
                  <a:cubicBezTo>
                    <a:pt x="6246" y="173"/>
                    <a:pt x="6167" y="193"/>
                    <a:pt x="6118" y="272"/>
                  </a:cubicBezTo>
                  <a:cubicBezTo>
                    <a:pt x="6101" y="306"/>
                    <a:pt x="6073" y="320"/>
                    <a:pt x="6040" y="320"/>
                  </a:cubicBezTo>
                  <a:cubicBezTo>
                    <a:pt x="6016" y="320"/>
                    <a:pt x="5989" y="313"/>
                    <a:pt x="5960" y="301"/>
                  </a:cubicBezTo>
                  <a:cubicBezTo>
                    <a:pt x="5928" y="293"/>
                    <a:pt x="5884" y="279"/>
                    <a:pt x="5847" y="279"/>
                  </a:cubicBezTo>
                  <a:cubicBezTo>
                    <a:pt x="5838" y="279"/>
                    <a:pt x="5830" y="280"/>
                    <a:pt x="5822" y="281"/>
                  </a:cubicBezTo>
                  <a:cubicBezTo>
                    <a:pt x="5606" y="331"/>
                    <a:pt x="5379" y="390"/>
                    <a:pt x="5162" y="449"/>
                  </a:cubicBezTo>
                  <a:cubicBezTo>
                    <a:pt x="5133" y="459"/>
                    <a:pt x="5113" y="478"/>
                    <a:pt x="5084" y="488"/>
                  </a:cubicBezTo>
                  <a:cubicBezTo>
                    <a:pt x="4936" y="577"/>
                    <a:pt x="4788" y="656"/>
                    <a:pt x="4640" y="744"/>
                  </a:cubicBezTo>
                  <a:cubicBezTo>
                    <a:pt x="4571" y="784"/>
                    <a:pt x="4522" y="833"/>
                    <a:pt x="4434" y="833"/>
                  </a:cubicBezTo>
                  <a:cubicBezTo>
                    <a:pt x="4404" y="813"/>
                    <a:pt x="4365" y="803"/>
                    <a:pt x="4325" y="784"/>
                  </a:cubicBezTo>
                  <a:cubicBezTo>
                    <a:pt x="4299" y="766"/>
                    <a:pt x="4273" y="759"/>
                    <a:pt x="4248" y="759"/>
                  </a:cubicBezTo>
                  <a:cubicBezTo>
                    <a:pt x="4216" y="759"/>
                    <a:pt x="4185" y="771"/>
                    <a:pt x="4158" y="794"/>
                  </a:cubicBezTo>
                  <a:cubicBezTo>
                    <a:pt x="4128" y="823"/>
                    <a:pt x="4099" y="843"/>
                    <a:pt x="4069" y="872"/>
                  </a:cubicBezTo>
                  <a:cubicBezTo>
                    <a:pt x="3971" y="961"/>
                    <a:pt x="3872" y="1050"/>
                    <a:pt x="3774" y="1129"/>
                  </a:cubicBezTo>
                  <a:cubicBezTo>
                    <a:pt x="3724" y="1168"/>
                    <a:pt x="3685" y="1197"/>
                    <a:pt x="3616" y="1207"/>
                  </a:cubicBezTo>
                  <a:cubicBezTo>
                    <a:pt x="3527" y="1217"/>
                    <a:pt x="3429" y="1247"/>
                    <a:pt x="3350" y="1296"/>
                  </a:cubicBezTo>
                  <a:cubicBezTo>
                    <a:pt x="3232" y="1375"/>
                    <a:pt x="3114" y="1463"/>
                    <a:pt x="3015" y="1562"/>
                  </a:cubicBezTo>
                  <a:cubicBezTo>
                    <a:pt x="2897" y="1670"/>
                    <a:pt x="2779" y="1759"/>
                    <a:pt x="2621" y="1798"/>
                  </a:cubicBezTo>
                  <a:cubicBezTo>
                    <a:pt x="2552" y="1818"/>
                    <a:pt x="2483" y="1857"/>
                    <a:pt x="2444" y="1917"/>
                  </a:cubicBezTo>
                  <a:cubicBezTo>
                    <a:pt x="2286" y="2153"/>
                    <a:pt x="2000" y="2291"/>
                    <a:pt x="1833" y="2517"/>
                  </a:cubicBezTo>
                  <a:cubicBezTo>
                    <a:pt x="1823" y="2537"/>
                    <a:pt x="1803" y="2547"/>
                    <a:pt x="1784" y="2547"/>
                  </a:cubicBezTo>
                  <a:cubicBezTo>
                    <a:pt x="1715" y="2567"/>
                    <a:pt x="1685" y="2626"/>
                    <a:pt x="1646" y="2685"/>
                  </a:cubicBezTo>
                  <a:cubicBezTo>
                    <a:pt x="1537" y="2882"/>
                    <a:pt x="1380" y="3059"/>
                    <a:pt x="1183" y="3197"/>
                  </a:cubicBezTo>
                  <a:cubicBezTo>
                    <a:pt x="1134" y="3227"/>
                    <a:pt x="1104" y="3266"/>
                    <a:pt x="1084" y="3315"/>
                  </a:cubicBezTo>
                  <a:cubicBezTo>
                    <a:pt x="1005" y="3453"/>
                    <a:pt x="927" y="3591"/>
                    <a:pt x="868" y="3739"/>
                  </a:cubicBezTo>
                  <a:cubicBezTo>
                    <a:pt x="789" y="3936"/>
                    <a:pt x="710" y="4133"/>
                    <a:pt x="779" y="4360"/>
                  </a:cubicBezTo>
                  <a:cubicBezTo>
                    <a:pt x="749" y="4399"/>
                    <a:pt x="710" y="4438"/>
                    <a:pt x="680" y="4488"/>
                  </a:cubicBezTo>
                  <a:cubicBezTo>
                    <a:pt x="562" y="4655"/>
                    <a:pt x="414" y="4813"/>
                    <a:pt x="483" y="5039"/>
                  </a:cubicBezTo>
                  <a:cubicBezTo>
                    <a:pt x="326" y="5128"/>
                    <a:pt x="326" y="5128"/>
                    <a:pt x="296" y="5286"/>
                  </a:cubicBezTo>
                  <a:cubicBezTo>
                    <a:pt x="296" y="5335"/>
                    <a:pt x="286" y="5384"/>
                    <a:pt x="276" y="5433"/>
                  </a:cubicBezTo>
                  <a:cubicBezTo>
                    <a:pt x="247" y="5611"/>
                    <a:pt x="217" y="5778"/>
                    <a:pt x="139" y="5946"/>
                  </a:cubicBezTo>
                  <a:cubicBezTo>
                    <a:pt x="79" y="6093"/>
                    <a:pt x="50" y="6241"/>
                    <a:pt x="11" y="6389"/>
                  </a:cubicBezTo>
                  <a:cubicBezTo>
                    <a:pt x="1" y="6418"/>
                    <a:pt x="1" y="6448"/>
                    <a:pt x="1" y="6477"/>
                  </a:cubicBezTo>
                  <a:cubicBezTo>
                    <a:pt x="30" y="6753"/>
                    <a:pt x="50" y="7029"/>
                    <a:pt x="30" y="7315"/>
                  </a:cubicBezTo>
                  <a:cubicBezTo>
                    <a:pt x="20" y="7482"/>
                    <a:pt x="40" y="7650"/>
                    <a:pt x="50" y="7817"/>
                  </a:cubicBezTo>
                  <a:cubicBezTo>
                    <a:pt x="50" y="7886"/>
                    <a:pt x="60" y="7965"/>
                    <a:pt x="70" y="8024"/>
                  </a:cubicBezTo>
                  <a:cubicBezTo>
                    <a:pt x="89" y="8142"/>
                    <a:pt x="99" y="8260"/>
                    <a:pt x="168" y="8359"/>
                  </a:cubicBezTo>
                  <a:cubicBezTo>
                    <a:pt x="237" y="8457"/>
                    <a:pt x="198" y="8595"/>
                    <a:pt x="267" y="8704"/>
                  </a:cubicBezTo>
                  <a:cubicBezTo>
                    <a:pt x="296" y="8743"/>
                    <a:pt x="296" y="8792"/>
                    <a:pt x="286" y="8842"/>
                  </a:cubicBezTo>
                  <a:cubicBezTo>
                    <a:pt x="286" y="8901"/>
                    <a:pt x="296" y="8960"/>
                    <a:pt x="306" y="9009"/>
                  </a:cubicBezTo>
                  <a:cubicBezTo>
                    <a:pt x="326" y="9078"/>
                    <a:pt x="355" y="9147"/>
                    <a:pt x="375" y="9216"/>
                  </a:cubicBezTo>
                  <a:cubicBezTo>
                    <a:pt x="385" y="9246"/>
                    <a:pt x="395" y="9295"/>
                    <a:pt x="375" y="9324"/>
                  </a:cubicBezTo>
                  <a:cubicBezTo>
                    <a:pt x="296" y="9423"/>
                    <a:pt x="355" y="9511"/>
                    <a:pt x="405" y="9610"/>
                  </a:cubicBezTo>
                  <a:cubicBezTo>
                    <a:pt x="474" y="9738"/>
                    <a:pt x="542" y="9866"/>
                    <a:pt x="592" y="10004"/>
                  </a:cubicBezTo>
                  <a:cubicBezTo>
                    <a:pt x="641" y="10162"/>
                    <a:pt x="700" y="10309"/>
                    <a:pt x="759" y="10467"/>
                  </a:cubicBezTo>
                  <a:cubicBezTo>
                    <a:pt x="789" y="10536"/>
                    <a:pt x="818" y="10595"/>
                    <a:pt x="868" y="10644"/>
                  </a:cubicBezTo>
                  <a:cubicBezTo>
                    <a:pt x="917" y="10694"/>
                    <a:pt x="966" y="10733"/>
                    <a:pt x="1005" y="10782"/>
                  </a:cubicBezTo>
                  <a:cubicBezTo>
                    <a:pt x="1104" y="10881"/>
                    <a:pt x="1193" y="10979"/>
                    <a:pt x="1271" y="11097"/>
                  </a:cubicBezTo>
                  <a:cubicBezTo>
                    <a:pt x="1360" y="11245"/>
                    <a:pt x="1478" y="11373"/>
                    <a:pt x="1587" y="11511"/>
                  </a:cubicBezTo>
                  <a:cubicBezTo>
                    <a:pt x="1636" y="11560"/>
                    <a:pt x="1675" y="11610"/>
                    <a:pt x="1725" y="11659"/>
                  </a:cubicBezTo>
                  <a:cubicBezTo>
                    <a:pt x="1892" y="11846"/>
                    <a:pt x="2050" y="12033"/>
                    <a:pt x="2237" y="12220"/>
                  </a:cubicBezTo>
                  <a:cubicBezTo>
                    <a:pt x="2414" y="12388"/>
                    <a:pt x="2601" y="12555"/>
                    <a:pt x="2838" y="12654"/>
                  </a:cubicBezTo>
                  <a:cubicBezTo>
                    <a:pt x="2877" y="12664"/>
                    <a:pt x="2897" y="12703"/>
                    <a:pt x="2926" y="12733"/>
                  </a:cubicBezTo>
                  <a:cubicBezTo>
                    <a:pt x="3015" y="12831"/>
                    <a:pt x="3104" y="12940"/>
                    <a:pt x="3202" y="13038"/>
                  </a:cubicBezTo>
                  <a:cubicBezTo>
                    <a:pt x="3251" y="13087"/>
                    <a:pt x="3311" y="13137"/>
                    <a:pt x="3409" y="13137"/>
                  </a:cubicBezTo>
                  <a:cubicBezTo>
                    <a:pt x="3414" y="13135"/>
                    <a:pt x="3420" y="13135"/>
                    <a:pt x="3426" y="13135"/>
                  </a:cubicBezTo>
                  <a:cubicBezTo>
                    <a:pt x="3462" y="13135"/>
                    <a:pt x="3503" y="13159"/>
                    <a:pt x="3537" y="13176"/>
                  </a:cubicBezTo>
                  <a:cubicBezTo>
                    <a:pt x="3614" y="13228"/>
                    <a:pt x="3692" y="13257"/>
                    <a:pt x="3789" y="13257"/>
                  </a:cubicBezTo>
                  <a:cubicBezTo>
                    <a:pt x="3803" y="13257"/>
                    <a:pt x="3818" y="13256"/>
                    <a:pt x="3833" y="13255"/>
                  </a:cubicBezTo>
                  <a:cubicBezTo>
                    <a:pt x="3862" y="13284"/>
                    <a:pt x="3882" y="13324"/>
                    <a:pt x="3911" y="13343"/>
                  </a:cubicBezTo>
                  <a:cubicBezTo>
                    <a:pt x="4000" y="13412"/>
                    <a:pt x="4089" y="13481"/>
                    <a:pt x="4177" y="13550"/>
                  </a:cubicBezTo>
                  <a:cubicBezTo>
                    <a:pt x="4219" y="13578"/>
                    <a:pt x="4266" y="13606"/>
                    <a:pt x="4318" y="13606"/>
                  </a:cubicBezTo>
                  <a:cubicBezTo>
                    <a:pt x="4339" y="13606"/>
                    <a:pt x="4361" y="13601"/>
                    <a:pt x="4384" y="13590"/>
                  </a:cubicBezTo>
                  <a:cubicBezTo>
                    <a:pt x="4398" y="13584"/>
                    <a:pt x="4413" y="13582"/>
                    <a:pt x="4427" y="13582"/>
                  </a:cubicBezTo>
                  <a:cubicBezTo>
                    <a:pt x="4466" y="13582"/>
                    <a:pt x="4506" y="13598"/>
                    <a:pt x="4542" y="13619"/>
                  </a:cubicBezTo>
                  <a:cubicBezTo>
                    <a:pt x="4680" y="13698"/>
                    <a:pt x="4828" y="13777"/>
                    <a:pt x="4975" y="13856"/>
                  </a:cubicBezTo>
                  <a:cubicBezTo>
                    <a:pt x="5005" y="13875"/>
                    <a:pt x="5044" y="13885"/>
                    <a:pt x="5054" y="13915"/>
                  </a:cubicBezTo>
                  <a:cubicBezTo>
                    <a:pt x="5094" y="14003"/>
                    <a:pt x="5182" y="14023"/>
                    <a:pt x="5271" y="14033"/>
                  </a:cubicBezTo>
                  <a:cubicBezTo>
                    <a:pt x="5497" y="14053"/>
                    <a:pt x="5714" y="14102"/>
                    <a:pt x="5921" y="14181"/>
                  </a:cubicBezTo>
                  <a:cubicBezTo>
                    <a:pt x="5990" y="14200"/>
                    <a:pt x="6069" y="14210"/>
                    <a:pt x="6138" y="14220"/>
                  </a:cubicBezTo>
                  <a:cubicBezTo>
                    <a:pt x="6167" y="14230"/>
                    <a:pt x="6207" y="14230"/>
                    <a:pt x="6236" y="14240"/>
                  </a:cubicBezTo>
                  <a:cubicBezTo>
                    <a:pt x="6523" y="14301"/>
                    <a:pt x="6810" y="14361"/>
                    <a:pt x="7103" y="14361"/>
                  </a:cubicBezTo>
                  <a:cubicBezTo>
                    <a:pt x="7142" y="14361"/>
                    <a:pt x="7182" y="14360"/>
                    <a:pt x="7221" y="14358"/>
                  </a:cubicBezTo>
                  <a:cubicBezTo>
                    <a:pt x="7274" y="14358"/>
                    <a:pt x="7322" y="14362"/>
                    <a:pt x="7372" y="14362"/>
                  </a:cubicBezTo>
                  <a:cubicBezTo>
                    <a:pt x="7396" y="14362"/>
                    <a:pt x="7422" y="14361"/>
                    <a:pt x="7448" y="14358"/>
                  </a:cubicBezTo>
                  <a:cubicBezTo>
                    <a:pt x="7586" y="14328"/>
                    <a:pt x="7734" y="14289"/>
                    <a:pt x="7871" y="14250"/>
                  </a:cubicBezTo>
                  <a:cubicBezTo>
                    <a:pt x="7950" y="14230"/>
                    <a:pt x="8019" y="14200"/>
                    <a:pt x="8088" y="14200"/>
                  </a:cubicBezTo>
                  <a:cubicBezTo>
                    <a:pt x="8192" y="14196"/>
                    <a:pt x="8295" y="14196"/>
                    <a:pt x="8397" y="14196"/>
                  </a:cubicBezTo>
                  <a:cubicBezTo>
                    <a:pt x="8499" y="14196"/>
                    <a:pt x="8600" y="14196"/>
                    <a:pt x="8699" y="14191"/>
                  </a:cubicBezTo>
                  <a:cubicBezTo>
                    <a:pt x="8768" y="14191"/>
                    <a:pt x="8837" y="14191"/>
                    <a:pt x="8896" y="14240"/>
                  </a:cubicBezTo>
                  <a:cubicBezTo>
                    <a:pt x="8922" y="14261"/>
                    <a:pt x="8952" y="14271"/>
                    <a:pt x="8982" y="14271"/>
                  </a:cubicBezTo>
                  <a:cubicBezTo>
                    <a:pt x="9008" y="14271"/>
                    <a:pt x="9036" y="14263"/>
                    <a:pt x="9063" y="14250"/>
                  </a:cubicBezTo>
                  <a:cubicBezTo>
                    <a:pt x="9093" y="14240"/>
                    <a:pt x="9113" y="14230"/>
                    <a:pt x="9142" y="14220"/>
                  </a:cubicBezTo>
                  <a:cubicBezTo>
                    <a:pt x="9379" y="14112"/>
                    <a:pt x="9615" y="14003"/>
                    <a:pt x="9881" y="13974"/>
                  </a:cubicBezTo>
                  <a:cubicBezTo>
                    <a:pt x="9930" y="13964"/>
                    <a:pt x="9999" y="13944"/>
                    <a:pt x="10029" y="13915"/>
                  </a:cubicBezTo>
                  <a:cubicBezTo>
                    <a:pt x="10098" y="13816"/>
                    <a:pt x="10196" y="13787"/>
                    <a:pt x="10305" y="13767"/>
                  </a:cubicBezTo>
                  <a:cubicBezTo>
                    <a:pt x="10433" y="13737"/>
                    <a:pt x="10541" y="13678"/>
                    <a:pt x="10649" y="13619"/>
                  </a:cubicBezTo>
                  <a:cubicBezTo>
                    <a:pt x="10689" y="13600"/>
                    <a:pt x="10728" y="13560"/>
                    <a:pt x="10768" y="13540"/>
                  </a:cubicBezTo>
                  <a:cubicBezTo>
                    <a:pt x="10836" y="13511"/>
                    <a:pt x="10886" y="13462"/>
                    <a:pt x="10905" y="13393"/>
                  </a:cubicBezTo>
                  <a:cubicBezTo>
                    <a:pt x="10915" y="13353"/>
                    <a:pt x="10945" y="13314"/>
                    <a:pt x="10974" y="13274"/>
                  </a:cubicBezTo>
                  <a:cubicBezTo>
                    <a:pt x="11142" y="13117"/>
                    <a:pt x="11309" y="12940"/>
                    <a:pt x="11536" y="12841"/>
                  </a:cubicBezTo>
                  <a:cubicBezTo>
                    <a:pt x="11575" y="12821"/>
                    <a:pt x="11605" y="12782"/>
                    <a:pt x="11634" y="12752"/>
                  </a:cubicBezTo>
                  <a:cubicBezTo>
                    <a:pt x="11733" y="12624"/>
                    <a:pt x="11831" y="12496"/>
                    <a:pt x="11930" y="12368"/>
                  </a:cubicBezTo>
                  <a:cubicBezTo>
                    <a:pt x="11979" y="12309"/>
                    <a:pt x="12009" y="12230"/>
                    <a:pt x="12058" y="12171"/>
                  </a:cubicBezTo>
                  <a:cubicBezTo>
                    <a:pt x="12107" y="12112"/>
                    <a:pt x="12186" y="12073"/>
                    <a:pt x="12245" y="12004"/>
                  </a:cubicBezTo>
                  <a:cubicBezTo>
                    <a:pt x="12432" y="11797"/>
                    <a:pt x="12639" y="11590"/>
                    <a:pt x="12787" y="11344"/>
                  </a:cubicBezTo>
                  <a:cubicBezTo>
                    <a:pt x="12826" y="11275"/>
                    <a:pt x="12866" y="11216"/>
                    <a:pt x="12905" y="11147"/>
                  </a:cubicBezTo>
                  <a:cubicBezTo>
                    <a:pt x="12935" y="11088"/>
                    <a:pt x="12974" y="11038"/>
                    <a:pt x="13043" y="11019"/>
                  </a:cubicBezTo>
                  <a:cubicBezTo>
                    <a:pt x="13102" y="10989"/>
                    <a:pt x="13142" y="10950"/>
                    <a:pt x="13171" y="10891"/>
                  </a:cubicBezTo>
                  <a:cubicBezTo>
                    <a:pt x="13211" y="10831"/>
                    <a:pt x="13250" y="10763"/>
                    <a:pt x="13299" y="10703"/>
                  </a:cubicBezTo>
                  <a:cubicBezTo>
                    <a:pt x="13526" y="10378"/>
                    <a:pt x="13683" y="10024"/>
                    <a:pt x="13792" y="9649"/>
                  </a:cubicBezTo>
                  <a:cubicBezTo>
                    <a:pt x="13821" y="9521"/>
                    <a:pt x="13851" y="9383"/>
                    <a:pt x="13920" y="9265"/>
                  </a:cubicBezTo>
                  <a:cubicBezTo>
                    <a:pt x="14058" y="9009"/>
                    <a:pt x="14117" y="8733"/>
                    <a:pt x="14156" y="8448"/>
                  </a:cubicBezTo>
                  <a:cubicBezTo>
                    <a:pt x="14166" y="8398"/>
                    <a:pt x="14176" y="8329"/>
                    <a:pt x="14156" y="8280"/>
                  </a:cubicBezTo>
                  <a:cubicBezTo>
                    <a:pt x="14117" y="8201"/>
                    <a:pt x="14136" y="8132"/>
                    <a:pt x="14156" y="8063"/>
                  </a:cubicBezTo>
                  <a:cubicBezTo>
                    <a:pt x="14186" y="7975"/>
                    <a:pt x="14205" y="7886"/>
                    <a:pt x="14176" y="7788"/>
                  </a:cubicBezTo>
                  <a:cubicBezTo>
                    <a:pt x="14107" y="7738"/>
                    <a:pt x="14028" y="7679"/>
                    <a:pt x="13949" y="7610"/>
                  </a:cubicBezTo>
                  <a:cubicBezTo>
                    <a:pt x="13930" y="7532"/>
                    <a:pt x="13930" y="7443"/>
                    <a:pt x="13949" y="7354"/>
                  </a:cubicBezTo>
                  <a:cubicBezTo>
                    <a:pt x="14048" y="7295"/>
                    <a:pt x="14038" y="7177"/>
                    <a:pt x="14107" y="7098"/>
                  </a:cubicBezTo>
                  <a:cubicBezTo>
                    <a:pt x="14146" y="7049"/>
                    <a:pt x="14156" y="7000"/>
                    <a:pt x="14156" y="6940"/>
                  </a:cubicBezTo>
                  <a:cubicBezTo>
                    <a:pt x="14136" y="6734"/>
                    <a:pt x="14166" y="6527"/>
                    <a:pt x="14196" y="6320"/>
                  </a:cubicBezTo>
                  <a:cubicBezTo>
                    <a:pt x="14225" y="6123"/>
                    <a:pt x="14245" y="5926"/>
                    <a:pt x="14225" y="5729"/>
                  </a:cubicBezTo>
                  <a:cubicBezTo>
                    <a:pt x="14225" y="5650"/>
                    <a:pt x="14215" y="5561"/>
                    <a:pt x="14186" y="5492"/>
                  </a:cubicBezTo>
                  <a:cubicBezTo>
                    <a:pt x="14146" y="5404"/>
                    <a:pt x="14136" y="5325"/>
                    <a:pt x="14136" y="5236"/>
                  </a:cubicBezTo>
                  <a:cubicBezTo>
                    <a:pt x="14136" y="5049"/>
                    <a:pt x="14127" y="5029"/>
                    <a:pt x="13989" y="4901"/>
                  </a:cubicBezTo>
                  <a:cubicBezTo>
                    <a:pt x="14008" y="4852"/>
                    <a:pt x="14038" y="4793"/>
                    <a:pt x="14028" y="4744"/>
                  </a:cubicBezTo>
                  <a:cubicBezTo>
                    <a:pt x="13989" y="4557"/>
                    <a:pt x="13959" y="4369"/>
                    <a:pt x="13910" y="4182"/>
                  </a:cubicBezTo>
                  <a:cubicBezTo>
                    <a:pt x="13841" y="3936"/>
                    <a:pt x="13772" y="3700"/>
                    <a:pt x="13703" y="3453"/>
                  </a:cubicBezTo>
                  <a:cubicBezTo>
                    <a:pt x="13634" y="3227"/>
                    <a:pt x="13536" y="3010"/>
                    <a:pt x="13378" y="2833"/>
                  </a:cubicBezTo>
                  <a:cubicBezTo>
                    <a:pt x="13348" y="2823"/>
                    <a:pt x="13329" y="2823"/>
                    <a:pt x="13309" y="2823"/>
                  </a:cubicBezTo>
                  <a:cubicBezTo>
                    <a:pt x="13300" y="2824"/>
                    <a:pt x="13291" y="2824"/>
                    <a:pt x="13282" y="2824"/>
                  </a:cubicBezTo>
                  <a:cubicBezTo>
                    <a:pt x="13170" y="2824"/>
                    <a:pt x="13097" y="2767"/>
                    <a:pt x="13033" y="2685"/>
                  </a:cubicBezTo>
                  <a:cubicBezTo>
                    <a:pt x="12994" y="2636"/>
                    <a:pt x="12964" y="2577"/>
                    <a:pt x="13004" y="2517"/>
                  </a:cubicBezTo>
                  <a:cubicBezTo>
                    <a:pt x="13043" y="2449"/>
                    <a:pt x="13023" y="2389"/>
                    <a:pt x="12974" y="2340"/>
                  </a:cubicBezTo>
                  <a:cubicBezTo>
                    <a:pt x="12807" y="2192"/>
                    <a:pt x="12639" y="2045"/>
                    <a:pt x="12472" y="1897"/>
                  </a:cubicBezTo>
                  <a:cubicBezTo>
                    <a:pt x="12442" y="1867"/>
                    <a:pt x="12383" y="1848"/>
                    <a:pt x="12363" y="1808"/>
                  </a:cubicBezTo>
                  <a:cubicBezTo>
                    <a:pt x="12294" y="1680"/>
                    <a:pt x="12166" y="1601"/>
                    <a:pt x="12058" y="1513"/>
                  </a:cubicBezTo>
                  <a:cubicBezTo>
                    <a:pt x="11959" y="1444"/>
                    <a:pt x="11891" y="1365"/>
                    <a:pt x="11910" y="1247"/>
                  </a:cubicBezTo>
                  <a:cubicBezTo>
                    <a:pt x="11910" y="1148"/>
                    <a:pt x="11861" y="1099"/>
                    <a:pt x="11782" y="1069"/>
                  </a:cubicBezTo>
                  <a:cubicBezTo>
                    <a:pt x="11546" y="1010"/>
                    <a:pt x="11319" y="912"/>
                    <a:pt x="11083" y="872"/>
                  </a:cubicBezTo>
                  <a:cubicBezTo>
                    <a:pt x="11024" y="853"/>
                    <a:pt x="10965" y="843"/>
                    <a:pt x="10925" y="784"/>
                  </a:cubicBezTo>
                  <a:cubicBezTo>
                    <a:pt x="10866" y="695"/>
                    <a:pt x="10768" y="636"/>
                    <a:pt x="10649" y="606"/>
                  </a:cubicBezTo>
                  <a:cubicBezTo>
                    <a:pt x="10511" y="577"/>
                    <a:pt x="10373" y="538"/>
                    <a:pt x="10245" y="488"/>
                  </a:cubicBezTo>
                  <a:cubicBezTo>
                    <a:pt x="10039" y="409"/>
                    <a:pt x="9822" y="380"/>
                    <a:pt x="9605" y="380"/>
                  </a:cubicBezTo>
                  <a:cubicBezTo>
                    <a:pt x="9428" y="380"/>
                    <a:pt x="9270" y="340"/>
                    <a:pt x="9122" y="272"/>
                  </a:cubicBezTo>
                  <a:cubicBezTo>
                    <a:pt x="9063" y="242"/>
                    <a:pt x="9004" y="222"/>
                    <a:pt x="8955" y="193"/>
                  </a:cubicBezTo>
                  <a:cubicBezTo>
                    <a:pt x="8758" y="94"/>
                    <a:pt x="8551" y="55"/>
                    <a:pt x="8334" y="15"/>
                  </a:cubicBezTo>
                  <a:cubicBezTo>
                    <a:pt x="8298" y="7"/>
                    <a:pt x="8260" y="1"/>
                    <a:pt x="82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3" name="Google Shape;513;p29"/>
            <p:cNvGrpSpPr/>
            <p:nvPr/>
          </p:nvGrpSpPr>
          <p:grpSpPr>
            <a:xfrm>
              <a:off x="6076719" y="2317771"/>
              <a:ext cx="1413462" cy="1584677"/>
              <a:chOff x="1363899" y="390528"/>
              <a:chExt cx="623192" cy="698680"/>
            </a:xfrm>
          </p:grpSpPr>
          <p:sp>
            <p:nvSpPr>
              <p:cNvPr id="514" name="Google Shape;514;p29"/>
              <p:cNvSpPr/>
              <p:nvPr/>
            </p:nvSpPr>
            <p:spPr>
              <a:xfrm>
                <a:off x="1476795" y="390528"/>
                <a:ext cx="510297" cy="698680"/>
              </a:xfrm>
              <a:custGeom>
                <a:avLst/>
                <a:gdLst/>
                <a:ahLst/>
                <a:cxnLst/>
                <a:rect l="l" t="t" r="r" b="b"/>
                <a:pathLst>
                  <a:path w="15053" h="20607" extrusionOk="0">
                    <a:moveTo>
                      <a:pt x="11939" y="848"/>
                    </a:moveTo>
                    <a:cubicBezTo>
                      <a:pt x="11939" y="858"/>
                      <a:pt x="11949" y="858"/>
                      <a:pt x="11949" y="858"/>
                    </a:cubicBezTo>
                    <a:cubicBezTo>
                      <a:pt x="11949" y="858"/>
                      <a:pt x="11949" y="858"/>
                      <a:pt x="11949" y="868"/>
                    </a:cubicBezTo>
                    <a:cubicBezTo>
                      <a:pt x="11959" y="887"/>
                      <a:pt x="11959" y="907"/>
                      <a:pt x="11959" y="927"/>
                    </a:cubicBezTo>
                    <a:cubicBezTo>
                      <a:pt x="11989" y="1193"/>
                      <a:pt x="12008" y="1459"/>
                      <a:pt x="12028" y="1725"/>
                    </a:cubicBezTo>
                    <a:cubicBezTo>
                      <a:pt x="12038" y="2001"/>
                      <a:pt x="12028" y="2276"/>
                      <a:pt x="12038" y="2552"/>
                    </a:cubicBezTo>
                    <a:cubicBezTo>
                      <a:pt x="12038" y="2552"/>
                      <a:pt x="12028" y="2562"/>
                      <a:pt x="12028" y="2562"/>
                    </a:cubicBezTo>
                    <a:cubicBezTo>
                      <a:pt x="12028" y="2562"/>
                      <a:pt x="12028" y="2562"/>
                      <a:pt x="12018" y="2572"/>
                    </a:cubicBezTo>
                    <a:cubicBezTo>
                      <a:pt x="12008" y="2562"/>
                      <a:pt x="11989" y="2552"/>
                      <a:pt x="11979" y="2533"/>
                    </a:cubicBezTo>
                    <a:cubicBezTo>
                      <a:pt x="11821" y="2365"/>
                      <a:pt x="11664" y="2198"/>
                      <a:pt x="11526" y="2001"/>
                    </a:cubicBezTo>
                    <a:cubicBezTo>
                      <a:pt x="11427" y="1863"/>
                      <a:pt x="11309" y="1725"/>
                      <a:pt x="11201" y="1587"/>
                    </a:cubicBezTo>
                    <a:cubicBezTo>
                      <a:pt x="11161" y="1528"/>
                      <a:pt x="11102" y="1478"/>
                      <a:pt x="11053" y="1419"/>
                    </a:cubicBezTo>
                    <a:cubicBezTo>
                      <a:pt x="11013" y="1390"/>
                      <a:pt x="10974" y="1370"/>
                      <a:pt x="10954" y="1311"/>
                    </a:cubicBezTo>
                    <a:cubicBezTo>
                      <a:pt x="10984" y="1291"/>
                      <a:pt x="11004" y="1272"/>
                      <a:pt x="11033" y="1262"/>
                    </a:cubicBezTo>
                    <a:cubicBezTo>
                      <a:pt x="11122" y="1222"/>
                      <a:pt x="11210" y="1183"/>
                      <a:pt x="11299" y="1144"/>
                    </a:cubicBezTo>
                    <a:cubicBezTo>
                      <a:pt x="11358" y="1124"/>
                      <a:pt x="11417" y="1104"/>
                      <a:pt x="11476" y="1084"/>
                    </a:cubicBezTo>
                    <a:cubicBezTo>
                      <a:pt x="11585" y="1045"/>
                      <a:pt x="11693" y="996"/>
                      <a:pt x="11792" y="927"/>
                    </a:cubicBezTo>
                    <a:cubicBezTo>
                      <a:pt x="11841" y="897"/>
                      <a:pt x="11890" y="868"/>
                      <a:pt x="11939" y="848"/>
                    </a:cubicBezTo>
                    <a:close/>
                    <a:moveTo>
                      <a:pt x="12254" y="782"/>
                    </a:moveTo>
                    <a:cubicBezTo>
                      <a:pt x="12288" y="782"/>
                      <a:pt x="12320" y="785"/>
                      <a:pt x="12353" y="789"/>
                    </a:cubicBezTo>
                    <a:cubicBezTo>
                      <a:pt x="12432" y="809"/>
                      <a:pt x="12511" y="828"/>
                      <a:pt x="12590" y="848"/>
                    </a:cubicBezTo>
                    <a:cubicBezTo>
                      <a:pt x="12678" y="878"/>
                      <a:pt x="12767" y="907"/>
                      <a:pt x="12856" y="947"/>
                    </a:cubicBezTo>
                    <a:cubicBezTo>
                      <a:pt x="12984" y="996"/>
                      <a:pt x="13082" y="1084"/>
                      <a:pt x="13190" y="1163"/>
                    </a:cubicBezTo>
                    <a:cubicBezTo>
                      <a:pt x="13190" y="1222"/>
                      <a:pt x="13161" y="1262"/>
                      <a:pt x="13131" y="1311"/>
                    </a:cubicBezTo>
                    <a:cubicBezTo>
                      <a:pt x="12895" y="1656"/>
                      <a:pt x="12659" y="2010"/>
                      <a:pt x="12422" y="2355"/>
                    </a:cubicBezTo>
                    <a:cubicBezTo>
                      <a:pt x="12383" y="2424"/>
                      <a:pt x="12324" y="2493"/>
                      <a:pt x="12274" y="2562"/>
                    </a:cubicBezTo>
                    <a:cubicBezTo>
                      <a:pt x="12264" y="2572"/>
                      <a:pt x="12255" y="2572"/>
                      <a:pt x="12235" y="2592"/>
                    </a:cubicBezTo>
                    <a:cubicBezTo>
                      <a:pt x="12235" y="2572"/>
                      <a:pt x="12225" y="2552"/>
                      <a:pt x="12225" y="2542"/>
                    </a:cubicBezTo>
                    <a:cubicBezTo>
                      <a:pt x="12215" y="2316"/>
                      <a:pt x="12205" y="2099"/>
                      <a:pt x="12205" y="1873"/>
                    </a:cubicBezTo>
                    <a:cubicBezTo>
                      <a:pt x="12196" y="1636"/>
                      <a:pt x="12166" y="1410"/>
                      <a:pt x="12136" y="1173"/>
                    </a:cubicBezTo>
                    <a:cubicBezTo>
                      <a:pt x="12127" y="1055"/>
                      <a:pt x="12117" y="927"/>
                      <a:pt x="12097" y="799"/>
                    </a:cubicBezTo>
                    <a:cubicBezTo>
                      <a:pt x="12155" y="787"/>
                      <a:pt x="12206" y="782"/>
                      <a:pt x="12254" y="782"/>
                    </a:cubicBezTo>
                    <a:close/>
                    <a:moveTo>
                      <a:pt x="13338" y="1262"/>
                    </a:moveTo>
                    <a:cubicBezTo>
                      <a:pt x="13348" y="1272"/>
                      <a:pt x="13368" y="1281"/>
                      <a:pt x="13387" y="1291"/>
                    </a:cubicBezTo>
                    <a:cubicBezTo>
                      <a:pt x="13486" y="1360"/>
                      <a:pt x="13575" y="1429"/>
                      <a:pt x="13673" y="1498"/>
                    </a:cubicBezTo>
                    <a:cubicBezTo>
                      <a:pt x="13781" y="1577"/>
                      <a:pt x="13880" y="1676"/>
                      <a:pt x="13969" y="1774"/>
                    </a:cubicBezTo>
                    <a:cubicBezTo>
                      <a:pt x="13988" y="1794"/>
                      <a:pt x="14008" y="1823"/>
                      <a:pt x="14028" y="1853"/>
                    </a:cubicBezTo>
                    <a:cubicBezTo>
                      <a:pt x="14067" y="1922"/>
                      <a:pt x="14097" y="2001"/>
                      <a:pt x="14136" y="2079"/>
                    </a:cubicBezTo>
                    <a:cubicBezTo>
                      <a:pt x="14136" y="2089"/>
                      <a:pt x="14136" y="2099"/>
                      <a:pt x="14146" y="2119"/>
                    </a:cubicBezTo>
                    <a:cubicBezTo>
                      <a:pt x="14087" y="2129"/>
                      <a:pt x="14047" y="2129"/>
                      <a:pt x="13998" y="2138"/>
                    </a:cubicBezTo>
                    <a:cubicBezTo>
                      <a:pt x="13831" y="2168"/>
                      <a:pt x="13673" y="2227"/>
                      <a:pt x="13525" y="2296"/>
                    </a:cubicBezTo>
                    <a:cubicBezTo>
                      <a:pt x="13328" y="2385"/>
                      <a:pt x="13121" y="2473"/>
                      <a:pt x="12915" y="2572"/>
                    </a:cubicBezTo>
                    <a:cubicBezTo>
                      <a:pt x="12777" y="2631"/>
                      <a:pt x="12619" y="2670"/>
                      <a:pt x="12461" y="2700"/>
                    </a:cubicBezTo>
                    <a:lnTo>
                      <a:pt x="12412" y="2700"/>
                    </a:lnTo>
                    <a:cubicBezTo>
                      <a:pt x="12422" y="2680"/>
                      <a:pt x="12422" y="2670"/>
                      <a:pt x="12432" y="2661"/>
                    </a:cubicBezTo>
                    <a:cubicBezTo>
                      <a:pt x="12599" y="2444"/>
                      <a:pt x="12737" y="2207"/>
                      <a:pt x="12885" y="1981"/>
                    </a:cubicBezTo>
                    <a:cubicBezTo>
                      <a:pt x="12993" y="1804"/>
                      <a:pt x="13102" y="1636"/>
                      <a:pt x="13220" y="1459"/>
                    </a:cubicBezTo>
                    <a:cubicBezTo>
                      <a:pt x="13259" y="1400"/>
                      <a:pt x="13289" y="1331"/>
                      <a:pt x="13338" y="1262"/>
                    </a:cubicBezTo>
                    <a:close/>
                    <a:moveTo>
                      <a:pt x="10816" y="1400"/>
                    </a:moveTo>
                    <a:cubicBezTo>
                      <a:pt x="10935" y="1538"/>
                      <a:pt x="11063" y="1646"/>
                      <a:pt x="11161" y="1784"/>
                    </a:cubicBezTo>
                    <a:cubicBezTo>
                      <a:pt x="11250" y="1922"/>
                      <a:pt x="11358" y="2050"/>
                      <a:pt x="11457" y="2188"/>
                    </a:cubicBezTo>
                    <a:cubicBezTo>
                      <a:pt x="11585" y="2375"/>
                      <a:pt x="11742" y="2542"/>
                      <a:pt x="11890" y="2710"/>
                    </a:cubicBezTo>
                    <a:cubicBezTo>
                      <a:pt x="11910" y="2730"/>
                      <a:pt x="11930" y="2749"/>
                      <a:pt x="11939" y="2769"/>
                    </a:cubicBezTo>
                    <a:cubicBezTo>
                      <a:pt x="11939" y="2769"/>
                      <a:pt x="11939" y="2769"/>
                      <a:pt x="11939" y="2779"/>
                    </a:cubicBezTo>
                    <a:lnTo>
                      <a:pt x="11910" y="2779"/>
                    </a:lnTo>
                    <a:cubicBezTo>
                      <a:pt x="11526" y="2739"/>
                      <a:pt x="11141" y="2661"/>
                      <a:pt x="10767" y="2552"/>
                    </a:cubicBezTo>
                    <a:cubicBezTo>
                      <a:pt x="10580" y="2503"/>
                      <a:pt x="10383" y="2473"/>
                      <a:pt x="10186" y="2424"/>
                    </a:cubicBezTo>
                    <a:cubicBezTo>
                      <a:pt x="10137" y="2414"/>
                      <a:pt x="10097" y="2404"/>
                      <a:pt x="10048" y="2395"/>
                    </a:cubicBezTo>
                    <a:cubicBezTo>
                      <a:pt x="10058" y="2336"/>
                      <a:pt x="10087" y="2306"/>
                      <a:pt x="10107" y="2276"/>
                    </a:cubicBezTo>
                    <a:cubicBezTo>
                      <a:pt x="10265" y="2099"/>
                      <a:pt x="10393" y="1902"/>
                      <a:pt x="10531" y="1715"/>
                    </a:cubicBezTo>
                    <a:cubicBezTo>
                      <a:pt x="10590" y="1636"/>
                      <a:pt x="10669" y="1557"/>
                      <a:pt x="10738" y="1478"/>
                    </a:cubicBezTo>
                    <a:cubicBezTo>
                      <a:pt x="10757" y="1449"/>
                      <a:pt x="10787" y="1429"/>
                      <a:pt x="10816" y="1400"/>
                    </a:cubicBezTo>
                    <a:close/>
                    <a:moveTo>
                      <a:pt x="9999" y="2542"/>
                    </a:moveTo>
                    <a:cubicBezTo>
                      <a:pt x="10019" y="2542"/>
                      <a:pt x="10028" y="2552"/>
                      <a:pt x="10048" y="2552"/>
                    </a:cubicBezTo>
                    <a:cubicBezTo>
                      <a:pt x="10196" y="2582"/>
                      <a:pt x="10353" y="2621"/>
                      <a:pt x="10501" y="2661"/>
                    </a:cubicBezTo>
                    <a:cubicBezTo>
                      <a:pt x="10708" y="2710"/>
                      <a:pt x="10905" y="2759"/>
                      <a:pt x="11102" y="2808"/>
                    </a:cubicBezTo>
                    <a:cubicBezTo>
                      <a:pt x="11240" y="2848"/>
                      <a:pt x="11368" y="2867"/>
                      <a:pt x="11506" y="2897"/>
                    </a:cubicBezTo>
                    <a:cubicBezTo>
                      <a:pt x="11516" y="2897"/>
                      <a:pt x="11545" y="2897"/>
                      <a:pt x="11555" y="2927"/>
                    </a:cubicBezTo>
                    <a:cubicBezTo>
                      <a:pt x="11536" y="2936"/>
                      <a:pt x="11516" y="2946"/>
                      <a:pt x="11496" y="2956"/>
                    </a:cubicBezTo>
                    <a:cubicBezTo>
                      <a:pt x="11388" y="2986"/>
                      <a:pt x="11289" y="3025"/>
                      <a:pt x="11181" y="3064"/>
                    </a:cubicBezTo>
                    <a:cubicBezTo>
                      <a:pt x="10994" y="3133"/>
                      <a:pt x="10816" y="3202"/>
                      <a:pt x="10639" y="3291"/>
                    </a:cubicBezTo>
                    <a:cubicBezTo>
                      <a:pt x="10472" y="3380"/>
                      <a:pt x="10294" y="3439"/>
                      <a:pt x="10127" y="3498"/>
                    </a:cubicBezTo>
                    <a:cubicBezTo>
                      <a:pt x="10107" y="3508"/>
                      <a:pt x="10087" y="3508"/>
                      <a:pt x="10058" y="3518"/>
                    </a:cubicBezTo>
                    <a:cubicBezTo>
                      <a:pt x="10028" y="3449"/>
                      <a:pt x="10028" y="3380"/>
                      <a:pt x="10028" y="3321"/>
                    </a:cubicBezTo>
                    <a:cubicBezTo>
                      <a:pt x="10028" y="3163"/>
                      <a:pt x="9999" y="3015"/>
                      <a:pt x="9959" y="2877"/>
                    </a:cubicBezTo>
                    <a:cubicBezTo>
                      <a:pt x="9930" y="2789"/>
                      <a:pt x="9920" y="2710"/>
                      <a:pt x="9950" y="2621"/>
                    </a:cubicBezTo>
                    <a:cubicBezTo>
                      <a:pt x="9950" y="2601"/>
                      <a:pt x="9950" y="2592"/>
                      <a:pt x="9959" y="2572"/>
                    </a:cubicBezTo>
                    <a:cubicBezTo>
                      <a:pt x="9969" y="2552"/>
                      <a:pt x="9979" y="2542"/>
                      <a:pt x="9999" y="2542"/>
                    </a:cubicBezTo>
                    <a:close/>
                    <a:moveTo>
                      <a:pt x="14117" y="2304"/>
                    </a:moveTo>
                    <a:cubicBezTo>
                      <a:pt x="14177" y="2304"/>
                      <a:pt x="14226" y="2343"/>
                      <a:pt x="14235" y="2404"/>
                    </a:cubicBezTo>
                    <a:cubicBezTo>
                      <a:pt x="14254" y="2454"/>
                      <a:pt x="14254" y="2513"/>
                      <a:pt x="14264" y="2562"/>
                    </a:cubicBezTo>
                    <a:cubicBezTo>
                      <a:pt x="14284" y="2611"/>
                      <a:pt x="14294" y="2661"/>
                      <a:pt x="14304" y="2700"/>
                    </a:cubicBezTo>
                    <a:cubicBezTo>
                      <a:pt x="14353" y="2877"/>
                      <a:pt x="14353" y="3045"/>
                      <a:pt x="14323" y="3212"/>
                    </a:cubicBezTo>
                    <a:cubicBezTo>
                      <a:pt x="14313" y="3301"/>
                      <a:pt x="14284" y="3380"/>
                      <a:pt x="14264" y="3458"/>
                    </a:cubicBezTo>
                    <a:cubicBezTo>
                      <a:pt x="14244" y="3518"/>
                      <a:pt x="14215" y="3577"/>
                      <a:pt x="14166" y="3626"/>
                    </a:cubicBezTo>
                    <a:cubicBezTo>
                      <a:pt x="13949" y="3547"/>
                      <a:pt x="13732" y="3488"/>
                      <a:pt x="13525" y="3380"/>
                    </a:cubicBezTo>
                    <a:cubicBezTo>
                      <a:pt x="13496" y="3370"/>
                      <a:pt x="13466" y="3350"/>
                      <a:pt x="13437" y="3330"/>
                    </a:cubicBezTo>
                    <a:cubicBezTo>
                      <a:pt x="13181" y="3173"/>
                      <a:pt x="12915" y="3035"/>
                      <a:pt x="12639" y="2917"/>
                    </a:cubicBezTo>
                    <a:cubicBezTo>
                      <a:pt x="12599" y="2897"/>
                      <a:pt x="12560" y="2887"/>
                      <a:pt x="12521" y="2848"/>
                    </a:cubicBezTo>
                    <a:cubicBezTo>
                      <a:pt x="12540" y="2838"/>
                      <a:pt x="12550" y="2838"/>
                      <a:pt x="12560" y="2838"/>
                    </a:cubicBezTo>
                    <a:cubicBezTo>
                      <a:pt x="12727" y="2808"/>
                      <a:pt x="12885" y="2749"/>
                      <a:pt x="13043" y="2690"/>
                    </a:cubicBezTo>
                    <a:cubicBezTo>
                      <a:pt x="13230" y="2601"/>
                      <a:pt x="13417" y="2523"/>
                      <a:pt x="13604" y="2444"/>
                    </a:cubicBezTo>
                    <a:cubicBezTo>
                      <a:pt x="13752" y="2375"/>
                      <a:pt x="13900" y="2326"/>
                      <a:pt x="14057" y="2306"/>
                    </a:cubicBezTo>
                    <a:lnTo>
                      <a:pt x="14097" y="2306"/>
                    </a:lnTo>
                    <a:cubicBezTo>
                      <a:pt x="14104" y="2305"/>
                      <a:pt x="14111" y="2304"/>
                      <a:pt x="14117" y="2304"/>
                    </a:cubicBezTo>
                    <a:close/>
                    <a:moveTo>
                      <a:pt x="8319" y="2687"/>
                    </a:moveTo>
                    <a:cubicBezTo>
                      <a:pt x="8376" y="2687"/>
                      <a:pt x="8434" y="2697"/>
                      <a:pt x="8492" y="2720"/>
                    </a:cubicBezTo>
                    <a:cubicBezTo>
                      <a:pt x="8561" y="2749"/>
                      <a:pt x="8639" y="2749"/>
                      <a:pt x="8718" y="2759"/>
                    </a:cubicBezTo>
                    <a:cubicBezTo>
                      <a:pt x="8797" y="2769"/>
                      <a:pt x="8876" y="2789"/>
                      <a:pt x="8955" y="2818"/>
                    </a:cubicBezTo>
                    <a:cubicBezTo>
                      <a:pt x="9024" y="2858"/>
                      <a:pt x="9093" y="2877"/>
                      <a:pt x="9161" y="2907"/>
                    </a:cubicBezTo>
                    <a:cubicBezTo>
                      <a:pt x="9221" y="2927"/>
                      <a:pt x="9280" y="2936"/>
                      <a:pt x="9349" y="2956"/>
                    </a:cubicBezTo>
                    <a:cubicBezTo>
                      <a:pt x="9368" y="3005"/>
                      <a:pt x="9368" y="3133"/>
                      <a:pt x="9349" y="3212"/>
                    </a:cubicBezTo>
                    <a:cubicBezTo>
                      <a:pt x="9339" y="3202"/>
                      <a:pt x="9329" y="3202"/>
                      <a:pt x="9329" y="3202"/>
                    </a:cubicBezTo>
                    <a:cubicBezTo>
                      <a:pt x="9152" y="3133"/>
                      <a:pt x="8974" y="3114"/>
                      <a:pt x="8787" y="3114"/>
                    </a:cubicBezTo>
                    <a:cubicBezTo>
                      <a:pt x="8689" y="3114"/>
                      <a:pt x="8590" y="3114"/>
                      <a:pt x="8492" y="3124"/>
                    </a:cubicBezTo>
                    <a:cubicBezTo>
                      <a:pt x="8373" y="3124"/>
                      <a:pt x="8245" y="3124"/>
                      <a:pt x="8127" y="3094"/>
                    </a:cubicBezTo>
                    <a:cubicBezTo>
                      <a:pt x="8033" y="3066"/>
                      <a:pt x="7935" y="3054"/>
                      <a:pt x="7836" y="3054"/>
                    </a:cubicBezTo>
                    <a:cubicBezTo>
                      <a:pt x="7760" y="3054"/>
                      <a:pt x="7682" y="3061"/>
                      <a:pt x="7605" y="3074"/>
                    </a:cubicBezTo>
                    <a:cubicBezTo>
                      <a:pt x="7529" y="3088"/>
                      <a:pt x="7452" y="3093"/>
                      <a:pt x="7374" y="3093"/>
                    </a:cubicBezTo>
                    <a:cubicBezTo>
                      <a:pt x="7280" y="3093"/>
                      <a:pt x="7185" y="3085"/>
                      <a:pt x="7093" y="3074"/>
                    </a:cubicBezTo>
                    <a:cubicBezTo>
                      <a:pt x="6924" y="3044"/>
                      <a:pt x="6754" y="3019"/>
                      <a:pt x="6581" y="3019"/>
                    </a:cubicBezTo>
                    <a:cubicBezTo>
                      <a:pt x="6532" y="3019"/>
                      <a:pt x="6483" y="3021"/>
                      <a:pt x="6433" y="3025"/>
                    </a:cubicBezTo>
                    <a:cubicBezTo>
                      <a:pt x="6420" y="3026"/>
                      <a:pt x="6408" y="3027"/>
                      <a:pt x="6396" y="3027"/>
                    </a:cubicBezTo>
                    <a:cubicBezTo>
                      <a:pt x="6319" y="3027"/>
                      <a:pt x="6243" y="3004"/>
                      <a:pt x="6167" y="2996"/>
                    </a:cubicBezTo>
                    <a:cubicBezTo>
                      <a:pt x="6108" y="2986"/>
                      <a:pt x="6059" y="2966"/>
                      <a:pt x="5999" y="2956"/>
                    </a:cubicBezTo>
                    <a:cubicBezTo>
                      <a:pt x="5963" y="2953"/>
                      <a:pt x="5928" y="2951"/>
                      <a:pt x="5894" y="2951"/>
                    </a:cubicBezTo>
                    <a:cubicBezTo>
                      <a:pt x="5824" y="2951"/>
                      <a:pt x="5756" y="2959"/>
                      <a:pt x="5684" y="2986"/>
                    </a:cubicBezTo>
                    <a:cubicBezTo>
                      <a:pt x="5635" y="2996"/>
                      <a:pt x="5586" y="3015"/>
                      <a:pt x="5527" y="3035"/>
                    </a:cubicBezTo>
                    <a:cubicBezTo>
                      <a:pt x="5462" y="3051"/>
                      <a:pt x="5398" y="3067"/>
                      <a:pt x="5328" y="3067"/>
                    </a:cubicBezTo>
                    <a:cubicBezTo>
                      <a:pt x="5313" y="3067"/>
                      <a:pt x="5297" y="3066"/>
                      <a:pt x="5280" y="3064"/>
                    </a:cubicBezTo>
                    <a:cubicBezTo>
                      <a:pt x="5142" y="3064"/>
                      <a:pt x="5004" y="3055"/>
                      <a:pt x="4867" y="3035"/>
                    </a:cubicBezTo>
                    <a:cubicBezTo>
                      <a:pt x="4758" y="3025"/>
                      <a:pt x="4640" y="3025"/>
                      <a:pt x="4522" y="3025"/>
                    </a:cubicBezTo>
                    <a:cubicBezTo>
                      <a:pt x="4344" y="3025"/>
                      <a:pt x="4167" y="3055"/>
                      <a:pt x="4000" y="3094"/>
                    </a:cubicBezTo>
                    <a:cubicBezTo>
                      <a:pt x="3959" y="3106"/>
                      <a:pt x="3919" y="3110"/>
                      <a:pt x="3879" y="3110"/>
                    </a:cubicBezTo>
                    <a:cubicBezTo>
                      <a:pt x="3850" y="3110"/>
                      <a:pt x="3821" y="3108"/>
                      <a:pt x="3793" y="3104"/>
                    </a:cubicBezTo>
                    <a:cubicBezTo>
                      <a:pt x="3763" y="3094"/>
                      <a:pt x="3724" y="3094"/>
                      <a:pt x="3684" y="3094"/>
                    </a:cubicBezTo>
                    <a:cubicBezTo>
                      <a:pt x="3566" y="3104"/>
                      <a:pt x="3458" y="3124"/>
                      <a:pt x="3340" y="3133"/>
                    </a:cubicBezTo>
                    <a:cubicBezTo>
                      <a:pt x="3320" y="3133"/>
                      <a:pt x="3300" y="3138"/>
                      <a:pt x="3281" y="3138"/>
                    </a:cubicBezTo>
                    <a:cubicBezTo>
                      <a:pt x="3271" y="3138"/>
                      <a:pt x="3261" y="3137"/>
                      <a:pt x="3251" y="3133"/>
                    </a:cubicBezTo>
                    <a:cubicBezTo>
                      <a:pt x="3185" y="3125"/>
                      <a:pt x="3120" y="3120"/>
                      <a:pt x="3057" y="3120"/>
                    </a:cubicBezTo>
                    <a:cubicBezTo>
                      <a:pt x="2979" y="3120"/>
                      <a:pt x="2903" y="3127"/>
                      <a:pt x="2827" y="3143"/>
                    </a:cubicBezTo>
                    <a:cubicBezTo>
                      <a:pt x="2660" y="3173"/>
                      <a:pt x="2502" y="3202"/>
                      <a:pt x="2345" y="3232"/>
                    </a:cubicBezTo>
                    <a:cubicBezTo>
                      <a:pt x="2296" y="3242"/>
                      <a:pt x="2246" y="3252"/>
                      <a:pt x="2207" y="3271"/>
                    </a:cubicBezTo>
                    <a:cubicBezTo>
                      <a:pt x="2079" y="3330"/>
                      <a:pt x="1931" y="3340"/>
                      <a:pt x="1803" y="3390"/>
                    </a:cubicBezTo>
                    <a:lnTo>
                      <a:pt x="1734" y="3390"/>
                    </a:lnTo>
                    <a:cubicBezTo>
                      <a:pt x="1716" y="3387"/>
                      <a:pt x="1697" y="3386"/>
                      <a:pt x="1679" y="3386"/>
                    </a:cubicBezTo>
                    <a:cubicBezTo>
                      <a:pt x="1629" y="3386"/>
                      <a:pt x="1580" y="3395"/>
                      <a:pt x="1537" y="3409"/>
                    </a:cubicBezTo>
                    <a:cubicBezTo>
                      <a:pt x="1478" y="3439"/>
                      <a:pt x="1419" y="3458"/>
                      <a:pt x="1360" y="3488"/>
                    </a:cubicBezTo>
                    <a:cubicBezTo>
                      <a:pt x="1301" y="3518"/>
                      <a:pt x="1242" y="3547"/>
                      <a:pt x="1182" y="3557"/>
                    </a:cubicBezTo>
                    <a:cubicBezTo>
                      <a:pt x="1084" y="3577"/>
                      <a:pt x="1005" y="3606"/>
                      <a:pt x="907" y="3606"/>
                    </a:cubicBezTo>
                    <a:cubicBezTo>
                      <a:pt x="877" y="3606"/>
                      <a:pt x="857" y="3626"/>
                      <a:pt x="838" y="3656"/>
                    </a:cubicBezTo>
                    <a:cubicBezTo>
                      <a:pt x="827" y="3672"/>
                      <a:pt x="816" y="3679"/>
                      <a:pt x="802" y="3679"/>
                    </a:cubicBezTo>
                    <a:cubicBezTo>
                      <a:pt x="790" y="3679"/>
                      <a:pt x="777" y="3674"/>
                      <a:pt x="759" y="3665"/>
                    </a:cubicBezTo>
                    <a:cubicBezTo>
                      <a:pt x="769" y="3616"/>
                      <a:pt x="769" y="3567"/>
                      <a:pt x="769" y="3518"/>
                    </a:cubicBezTo>
                    <a:cubicBezTo>
                      <a:pt x="798" y="3508"/>
                      <a:pt x="818" y="3498"/>
                      <a:pt x="838" y="3488"/>
                    </a:cubicBezTo>
                    <a:cubicBezTo>
                      <a:pt x="956" y="3458"/>
                      <a:pt x="1064" y="3419"/>
                      <a:pt x="1163" y="3360"/>
                    </a:cubicBezTo>
                    <a:cubicBezTo>
                      <a:pt x="1251" y="3321"/>
                      <a:pt x="1340" y="3291"/>
                      <a:pt x="1429" y="3281"/>
                    </a:cubicBezTo>
                    <a:cubicBezTo>
                      <a:pt x="1441" y="3277"/>
                      <a:pt x="1455" y="3275"/>
                      <a:pt x="1469" y="3275"/>
                    </a:cubicBezTo>
                    <a:cubicBezTo>
                      <a:pt x="1489" y="3275"/>
                      <a:pt x="1510" y="3279"/>
                      <a:pt x="1527" y="3291"/>
                    </a:cubicBezTo>
                    <a:cubicBezTo>
                      <a:pt x="1542" y="3306"/>
                      <a:pt x="1557" y="3313"/>
                      <a:pt x="1572" y="3313"/>
                    </a:cubicBezTo>
                    <a:cubicBezTo>
                      <a:pt x="1586" y="3313"/>
                      <a:pt x="1601" y="3306"/>
                      <a:pt x="1616" y="3291"/>
                    </a:cubicBezTo>
                    <a:cubicBezTo>
                      <a:pt x="1636" y="3261"/>
                      <a:pt x="1665" y="3252"/>
                      <a:pt x="1695" y="3252"/>
                    </a:cubicBezTo>
                    <a:cubicBezTo>
                      <a:pt x="1823" y="3212"/>
                      <a:pt x="1951" y="3183"/>
                      <a:pt x="2069" y="3143"/>
                    </a:cubicBezTo>
                    <a:cubicBezTo>
                      <a:pt x="2099" y="3133"/>
                      <a:pt x="2128" y="3133"/>
                      <a:pt x="2148" y="3124"/>
                    </a:cubicBezTo>
                    <a:cubicBezTo>
                      <a:pt x="2286" y="3074"/>
                      <a:pt x="2414" y="3015"/>
                      <a:pt x="2522" y="2917"/>
                    </a:cubicBezTo>
                    <a:cubicBezTo>
                      <a:pt x="2581" y="2867"/>
                      <a:pt x="2640" y="2828"/>
                      <a:pt x="2709" y="2808"/>
                    </a:cubicBezTo>
                    <a:cubicBezTo>
                      <a:pt x="2775" y="2784"/>
                      <a:pt x="2837" y="2771"/>
                      <a:pt x="2900" y="2771"/>
                    </a:cubicBezTo>
                    <a:cubicBezTo>
                      <a:pt x="2941" y="2771"/>
                      <a:pt x="2982" y="2777"/>
                      <a:pt x="3024" y="2789"/>
                    </a:cubicBezTo>
                    <a:cubicBezTo>
                      <a:pt x="3074" y="2798"/>
                      <a:pt x="3133" y="2818"/>
                      <a:pt x="3192" y="2828"/>
                    </a:cubicBezTo>
                    <a:cubicBezTo>
                      <a:pt x="3221" y="2840"/>
                      <a:pt x="3250" y="2844"/>
                      <a:pt x="3280" y="2844"/>
                    </a:cubicBezTo>
                    <a:cubicBezTo>
                      <a:pt x="3302" y="2844"/>
                      <a:pt x="3325" y="2842"/>
                      <a:pt x="3350" y="2838"/>
                    </a:cubicBezTo>
                    <a:cubicBezTo>
                      <a:pt x="3389" y="2838"/>
                      <a:pt x="3428" y="2828"/>
                      <a:pt x="3478" y="2828"/>
                    </a:cubicBezTo>
                    <a:cubicBezTo>
                      <a:pt x="3529" y="2822"/>
                      <a:pt x="3580" y="2817"/>
                      <a:pt x="3631" y="2817"/>
                    </a:cubicBezTo>
                    <a:cubicBezTo>
                      <a:pt x="3669" y="2817"/>
                      <a:pt x="3706" y="2820"/>
                      <a:pt x="3744" y="2828"/>
                    </a:cubicBezTo>
                    <a:cubicBezTo>
                      <a:pt x="3827" y="2842"/>
                      <a:pt x="3916" y="2856"/>
                      <a:pt x="4002" y="2856"/>
                    </a:cubicBezTo>
                    <a:cubicBezTo>
                      <a:pt x="4038" y="2856"/>
                      <a:pt x="4073" y="2854"/>
                      <a:pt x="4108" y="2848"/>
                    </a:cubicBezTo>
                    <a:cubicBezTo>
                      <a:pt x="4187" y="2838"/>
                      <a:pt x="4266" y="2828"/>
                      <a:pt x="4335" y="2808"/>
                    </a:cubicBezTo>
                    <a:cubicBezTo>
                      <a:pt x="4415" y="2791"/>
                      <a:pt x="4495" y="2781"/>
                      <a:pt x="4575" y="2781"/>
                    </a:cubicBezTo>
                    <a:cubicBezTo>
                      <a:pt x="4633" y="2781"/>
                      <a:pt x="4691" y="2786"/>
                      <a:pt x="4748" y="2798"/>
                    </a:cubicBezTo>
                    <a:cubicBezTo>
                      <a:pt x="4812" y="2810"/>
                      <a:pt x="4875" y="2815"/>
                      <a:pt x="4939" y="2815"/>
                    </a:cubicBezTo>
                    <a:cubicBezTo>
                      <a:pt x="4984" y="2815"/>
                      <a:pt x="5029" y="2812"/>
                      <a:pt x="5073" y="2808"/>
                    </a:cubicBezTo>
                    <a:cubicBezTo>
                      <a:pt x="5201" y="2789"/>
                      <a:pt x="5339" y="2769"/>
                      <a:pt x="5467" y="2759"/>
                    </a:cubicBezTo>
                    <a:cubicBezTo>
                      <a:pt x="5492" y="2754"/>
                      <a:pt x="5514" y="2752"/>
                      <a:pt x="5536" y="2752"/>
                    </a:cubicBezTo>
                    <a:cubicBezTo>
                      <a:pt x="5559" y="2752"/>
                      <a:pt x="5581" y="2754"/>
                      <a:pt x="5605" y="2759"/>
                    </a:cubicBezTo>
                    <a:cubicBezTo>
                      <a:pt x="5812" y="2808"/>
                      <a:pt x="6019" y="2808"/>
                      <a:pt x="6226" y="2818"/>
                    </a:cubicBezTo>
                    <a:cubicBezTo>
                      <a:pt x="6305" y="2818"/>
                      <a:pt x="6374" y="2808"/>
                      <a:pt x="6443" y="2798"/>
                    </a:cubicBezTo>
                    <a:cubicBezTo>
                      <a:pt x="6536" y="2780"/>
                      <a:pt x="6630" y="2773"/>
                      <a:pt x="6726" y="2773"/>
                    </a:cubicBezTo>
                    <a:cubicBezTo>
                      <a:pt x="6782" y="2773"/>
                      <a:pt x="6838" y="2775"/>
                      <a:pt x="6896" y="2779"/>
                    </a:cubicBezTo>
                    <a:cubicBezTo>
                      <a:pt x="6916" y="2779"/>
                      <a:pt x="6925" y="2779"/>
                      <a:pt x="6945" y="2789"/>
                    </a:cubicBezTo>
                    <a:cubicBezTo>
                      <a:pt x="7034" y="2797"/>
                      <a:pt x="7122" y="2802"/>
                      <a:pt x="7211" y="2802"/>
                    </a:cubicBezTo>
                    <a:cubicBezTo>
                      <a:pt x="7319" y="2802"/>
                      <a:pt x="7428" y="2795"/>
                      <a:pt x="7536" y="2779"/>
                    </a:cubicBezTo>
                    <a:cubicBezTo>
                      <a:pt x="7605" y="2769"/>
                      <a:pt x="7664" y="2769"/>
                      <a:pt x="7733" y="2769"/>
                    </a:cubicBezTo>
                    <a:cubicBezTo>
                      <a:pt x="7822" y="2769"/>
                      <a:pt x="7901" y="2759"/>
                      <a:pt x="7989" y="2739"/>
                    </a:cubicBezTo>
                    <a:cubicBezTo>
                      <a:pt x="8058" y="2720"/>
                      <a:pt x="8127" y="2710"/>
                      <a:pt x="8196" y="2700"/>
                    </a:cubicBezTo>
                    <a:cubicBezTo>
                      <a:pt x="8237" y="2692"/>
                      <a:pt x="8278" y="2687"/>
                      <a:pt x="8319" y="2687"/>
                    </a:cubicBezTo>
                    <a:close/>
                    <a:moveTo>
                      <a:pt x="12018" y="3025"/>
                    </a:moveTo>
                    <a:cubicBezTo>
                      <a:pt x="12028" y="3064"/>
                      <a:pt x="12018" y="3094"/>
                      <a:pt x="12018" y="3133"/>
                    </a:cubicBezTo>
                    <a:cubicBezTo>
                      <a:pt x="11969" y="3409"/>
                      <a:pt x="11890" y="3675"/>
                      <a:pt x="11811" y="3941"/>
                    </a:cubicBezTo>
                    <a:cubicBezTo>
                      <a:pt x="11713" y="3941"/>
                      <a:pt x="11614" y="3928"/>
                      <a:pt x="11516" y="3928"/>
                    </a:cubicBezTo>
                    <a:cubicBezTo>
                      <a:pt x="11467" y="3928"/>
                      <a:pt x="11417" y="3931"/>
                      <a:pt x="11368" y="3941"/>
                    </a:cubicBezTo>
                    <a:cubicBezTo>
                      <a:pt x="11368" y="3921"/>
                      <a:pt x="11378" y="3912"/>
                      <a:pt x="11378" y="3902"/>
                    </a:cubicBezTo>
                    <a:cubicBezTo>
                      <a:pt x="11585" y="3646"/>
                      <a:pt x="11762" y="3380"/>
                      <a:pt x="11949" y="3104"/>
                    </a:cubicBezTo>
                    <a:cubicBezTo>
                      <a:pt x="11969" y="3074"/>
                      <a:pt x="11989" y="3055"/>
                      <a:pt x="12008" y="3025"/>
                    </a:cubicBezTo>
                    <a:close/>
                    <a:moveTo>
                      <a:pt x="11821" y="2996"/>
                    </a:moveTo>
                    <a:lnTo>
                      <a:pt x="11821" y="2996"/>
                    </a:lnTo>
                    <a:cubicBezTo>
                      <a:pt x="11782" y="3064"/>
                      <a:pt x="11654" y="3271"/>
                      <a:pt x="11476" y="3488"/>
                    </a:cubicBezTo>
                    <a:cubicBezTo>
                      <a:pt x="11358" y="3646"/>
                      <a:pt x="11240" y="3793"/>
                      <a:pt x="11122" y="3951"/>
                    </a:cubicBezTo>
                    <a:cubicBezTo>
                      <a:pt x="11089" y="3961"/>
                      <a:pt x="11057" y="3965"/>
                      <a:pt x="11027" y="3965"/>
                    </a:cubicBezTo>
                    <a:cubicBezTo>
                      <a:pt x="10965" y="3965"/>
                      <a:pt x="10908" y="3948"/>
                      <a:pt x="10856" y="3921"/>
                    </a:cubicBezTo>
                    <a:cubicBezTo>
                      <a:pt x="10807" y="3902"/>
                      <a:pt x="10757" y="3872"/>
                      <a:pt x="10708" y="3853"/>
                    </a:cubicBezTo>
                    <a:cubicBezTo>
                      <a:pt x="10660" y="3836"/>
                      <a:pt x="10605" y="3820"/>
                      <a:pt x="10549" y="3820"/>
                    </a:cubicBezTo>
                    <a:cubicBezTo>
                      <a:pt x="10536" y="3820"/>
                      <a:pt x="10524" y="3821"/>
                      <a:pt x="10511" y="3823"/>
                    </a:cubicBezTo>
                    <a:cubicBezTo>
                      <a:pt x="10442" y="3833"/>
                      <a:pt x="10373" y="3853"/>
                      <a:pt x="10314" y="3902"/>
                    </a:cubicBezTo>
                    <a:cubicBezTo>
                      <a:pt x="10294" y="3921"/>
                      <a:pt x="10275" y="3931"/>
                      <a:pt x="10245" y="3951"/>
                    </a:cubicBezTo>
                    <a:cubicBezTo>
                      <a:pt x="10235" y="3941"/>
                      <a:pt x="10225" y="3931"/>
                      <a:pt x="10216" y="3912"/>
                    </a:cubicBezTo>
                    <a:cubicBezTo>
                      <a:pt x="10176" y="3853"/>
                      <a:pt x="10147" y="3774"/>
                      <a:pt x="10117" y="3695"/>
                    </a:cubicBezTo>
                    <a:cubicBezTo>
                      <a:pt x="10137" y="3685"/>
                      <a:pt x="10147" y="3675"/>
                      <a:pt x="10166" y="3665"/>
                    </a:cubicBezTo>
                    <a:cubicBezTo>
                      <a:pt x="10383" y="3596"/>
                      <a:pt x="10600" y="3498"/>
                      <a:pt x="10816" y="3399"/>
                    </a:cubicBezTo>
                    <a:cubicBezTo>
                      <a:pt x="10935" y="3340"/>
                      <a:pt x="11063" y="3291"/>
                      <a:pt x="11181" y="3232"/>
                    </a:cubicBezTo>
                    <a:cubicBezTo>
                      <a:pt x="11368" y="3163"/>
                      <a:pt x="11545" y="3094"/>
                      <a:pt x="11733" y="3025"/>
                    </a:cubicBezTo>
                    <a:cubicBezTo>
                      <a:pt x="11752" y="3015"/>
                      <a:pt x="11782" y="3005"/>
                      <a:pt x="11821" y="2996"/>
                    </a:cubicBezTo>
                    <a:close/>
                    <a:moveTo>
                      <a:pt x="12196" y="3035"/>
                    </a:moveTo>
                    <a:cubicBezTo>
                      <a:pt x="12225" y="3064"/>
                      <a:pt x="12245" y="3094"/>
                      <a:pt x="12264" y="3124"/>
                    </a:cubicBezTo>
                    <a:cubicBezTo>
                      <a:pt x="12383" y="3350"/>
                      <a:pt x="12422" y="3399"/>
                      <a:pt x="12452" y="3537"/>
                    </a:cubicBezTo>
                    <a:cubicBezTo>
                      <a:pt x="12383" y="3587"/>
                      <a:pt x="12373" y="3596"/>
                      <a:pt x="12333" y="3695"/>
                    </a:cubicBezTo>
                    <a:cubicBezTo>
                      <a:pt x="12314" y="3744"/>
                      <a:pt x="12304" y="3793"/>
                      <a:pt x="12274" y="3843"/>
                    </a:cubicBezTo>
                    <a:cubicBezTo>
                      <a:pt x="12264" y="3872"/>
                      <a:pt x="12235" y="3912"/>
                      <a:pt x="12215" y="3951"/>
                    </a:cubicBezTo>
                    <a:cubicBezTo>
                      <a:pt x="12196" y="3981"/>
                      <a:pt x="12156" y="3990"/>
                      <a:pt x="12127" y="3990"/>
                    </a:cubicBezTo>
                    <a:cubicBezTo>
                      <a:pt x="12087" y="3981"/>
                      <a:pt x="12048" y="3981"/>
                      <a:pt x="11999" y="3961"/>
                    </a:cubicBezTo>
                    <a:cubicBezTo>
                      <a:pt x="12028" y="3853"/>
                      <a:pt x="12058" y="3744"/>
                      <a:pt x="12077" y="3646"/>
                    </a:cubicBezTo>
                    <a:cubicBezTo>
                      <a:pt x="12097" y="3547"/>
                      <a:pt x="12117" y="3449"/>
                      <a:pt x="12136" y="3350"/>
                    </a:cubicBezTo>
                    <a:cubicBezTo>
                      <a:pt x="12166" y="3242"/>
                      <a:pt x="12166" y="3143"/>
                      <a:pt x="12196" y="3035"/>
                    </a:cubicBezTo>
                    <a:close/>
                    <a:moveTo>
                      <a:pt x="12353" y="2966"/>
                    </a:moveTo>
                    <a:cubicBezTo>
                      <a:pt x="12383" y="2976"/>
                      <a:pt x="12402" y="2976"/>
                      <a:pt x="12422" y="2986"/>
                    </a:cubicBezTo>
                    <a:cubicBezTo>
                      <a:pt x="12659" y="3094"/>
                      <a:pt x="12895" y="3212"/>
                      <a:pt x="13121" y="3340"/>
                    </a:cubicBezTo>
                    <a:cubicBezTo>
                      <a:pt x="13171" y="3370"/>
                      <a:pt x="13220" y="3399"/>
                      <a:pt x="13279" y="3439"/>
                    </a:cubicBezTo>
                    <a:cubicBezTo>
                      <a:pt x="13437" y="3547"/>
                      <a:pt x="13614" y="3626"/>
                      <a:pt x="13791" y="3685"/>
                    </a:cubicBezTo>
                    <a:cubicBezTo>
                      <a:pt x="13850" y="3715"/>
                      <a:pt x="13919" y="3734"/>
                      <a:pt x="13988" y="3754"/>
                    </a:cubicBezTo>
                    <a:cubicBezTo>
                      <a:pt x="13998" y="3764"/>
                      <a:pt x="14008" y="3764"/>
                      <a:pt x="14018" y="3774"/>
                    </a:cubicBezTo>
                    <a:cubicBezTo>
                      <a:pt x="14008" y="3784"/>
                      <a:pt x="13998" y="3803"/>
                      <a:pt x="13988" y="3813"/>
                    </a:cubicBezTo>
                    <a:cubicBezTo>
                      <a:pt x="13939" y="3882"/>
                      <a:pt x="13890" y="3941"/>
                      <a:pt x="13841" y="4010"/>
                    </a:cubicBezTo>
                    <a:cubicBezTo>
                      <a:pt x="13722" y="4168"/>
                      <a:pt x="13614" y="4335"/>
                      <a:pt x="13476" y="4473"/>
                    </a:cubicBezTo>
                    <a:cubicBezTo>
                      <a:pt x="13407" y="4542"/>
                      <a:pt x="13328" y="4611"/>
                      <a:pt x="13250" y="4670"/>
                    </a:cubicBezTo>
                    <a:cubicBezTo>
                      <a:pt x="13220" y="4700"/>
                      <a:pt x="13181" y="4719"/>
                      <a:pt x="13141" y="4739"/>
                    </a:cubicBezTo>
                    <a:cubicBezTo>
                      <a:pt x="13121" y="4719"/>
                      <a:pt x="13112" y="4710"/>
                      <a:pt x="13112" y="4690"/>
                    </a:cubicBezTo>
                    <a:cubicBezTo>
                      <a:pt x="13053" y="4532"/>
                      <a:pt x="12974" y="4365"/>
                      <a:pt x="12905" y="4207"/>
                    </a:cubicBezTo>
                    <a:cubicBezTo>
                      <a:pt x="12875" y="4158"/>
                      <a:pt x="12856" y="4099"/>
                      <a:pt x="12836" y="4050"/>
                    </a:cubicBezTo>
                    <a:cubicBezTo>
                      <a:pt x="12826" y="4040"/>
                      <a:pt x="12826" y="4020"/>
                      <a:pt x="12826" y="4010"/>
                    </a:cubicBezTo>
                    <a:cubicBezTo>
                      <a:pt x="12826" y="3941"/>
                      <a:pt x="12806" y="3882"/>
                      <a:pt x="12767" y="3833"/>
                    </a:cubicBezTo>
                    <a:cubicBezTo>
                      <a:pt x="12727" y="3754"/>
                      <a:pt x="12698" y="3675"/>
                      <a:pt x="12668" y="3596"/>
                    </a:cubicBezTo>
                    <a:cubicBezTo>
                      <a:pt x="12629" y="3478"/>
                      <a:pt x="12580" y="3350"/>
                      <a:pt x="12511" y="3232"/>
                    </a:cubicBezTo>
                    <a:cubicBezTo>
                      <a:pt x="12471" y="3163"/>
                      <a:pt x="12422" y="3084"/>
                      <a:pt x="12383" y="3015"/>
                    </a:cubicBezTo>
                    <a:cubicBezTo>
                      <a:pt x="12373" y="3005"/>
                      <a:pt x="12363" y="2986"/>
                      <a:pt x="12353" y="2966"/>
                    </a:cubicBezTo>
                    <a:close/>
                    <a:moveTo>
                      <a:pt x="5879" y="3132"/>
                    </a:moveTo>
                    <a:cubicBezTo>
                      <a:pt x="5931" y="3132"/>
                      <a:pt x="5984" y="3139"/>
                      <a:pt x="6039" y="3153"/>
                    </a:cubicBezTo>
                    <a:cubicBezTo>
                      <a:pt x="6118" y="3173"/>
                      <a:pt x="6206" y="3183"/>
                      <a:pt x="6295" y="3202"/>
                    </a:cubicBezTo>
                    <a:cubicBezTo>
                      <a:pt x="6344" y="3202"/>
                      <a:pt x="6393" y="3212"/>
                      <a:pt x="6443" y="3212"/>
                    </a:cubicBezTo>
                    <a:cubicBezTo>
                      <a:pt x="6489" y="3208"/>
                      <a:pt x="6536" y="3206"/>
                      <a:pt x="6582" y="3206"/>
                    </a:cubicBezTo>
                    <a:cubicBezTo>
                      <a:pt x="6742" y="3206"/>
                      <a:pt x="6901" y="3229"/>
                      <a:pt x="7053" y="3252"/>
                    </a:cubicBezTo>
                    <a:cubicBezTo>
                      <a:pt x="7153" y="3273"/>
                      <a:pt x="7252" y="3289"/>
                      <a:pt x="7355" y="3289"/>
                    </a:cubicBezTo>
                    <a:cubicBezTo>
                      <a:pt x="7395" y="3289"/>
                      <a:pt x="7436" y="3287"/>
                      <a:pt x="7477" y="3281"/>
                    </a:cubicBezTo>
                    <a:cubicBezTo>
                      <a:pt x="7556" y="3271"/>
                      <a:pt x="7635" y="3261"/>
                      <a:pt x="7713" y="3252"/>
                    </a:cubicBezTo>
                    <a:cubicBezTo>
                      <a:pt x="7755" y="3244"/>
                      <a:pt x="7798" y="3241"/>
                      <a:pt x="7841" y="3241"/>
                    </a:cubicBezTo>
                    <a:cubicBezTo>
                      <a:pt x="7911" y="3241"/>
                      <a:pt x="7981" y="3249"/>
                      <a:pt x="8048" y="3261"/>
                    </a:cubicBezTo>
                    <a:cubicBezTo>
                      <a:pt x="8171" y="3296"/>
                      <a:pt x="8293" y="3306"/>
                      <a:pt x="8419" y="3306"/>
                    </a:cubicBezTo>
                    <a:cubicBezTo>
                      <a:pt x="8475" y="3306"/>
                      <a:pt x="8532" y="3304"/>
                      <a:pt x="8590" y="3301"/>
                    </a:cubicBezTo>
                    <a:cubicBezTo>
                      <a:pt x="8738" y="3301"/>
                      <a:pt x="8886" y="3301"/>
                      <a:pt x="9033" y="3321"/>
                    </a:cubicBezTo>
                    <a:cubicBezTo>
                      <a:pt x="9083" y="3330"/>
                      <a:pt x="9142" y="3340"/>
                      <a:pt x="9191" y="3360"/>
                    </a:cubicBezTo>
                    <a:cubicBezTo>
                      <a:pt x="9228" y="3372"/>
                      <a:pt x="9260" y="3381"/>
                      <a:pt x="9296" y="3381"/>
                    </a:cubicBezTo>
                    <a:cubicBezTo>
                      <a:pt x="9319" y="3381"/>
                      <a:pt x="9342" y="3377"/>
                      <a:pt x="9368" y="3370"/>
                    </a:cubicBezTo>
                    <a:cubicBezTo>
                      <a:pt x="9368" y="3409"/>
                      <a:pt x="9378" y="3449"/>
                      <a:pt x="9388" y="3488"/>
                    </a:cubicBezTo>
                    <a:cubicBezTo>
                      <a:pt x="9398" y="3587"/>
                      <a:pt x="9418" y="3675"/>
                      <a:pt x="9427" y="3784"/>
                    </a:cubicBezTo>
                    <a:lnTo>
                      <a:pt x="9368" y="3784"/>
                    </a:lnTo>
                    <a:cubicBezTo>
                      <a:pt x="9280" y="3774"/>
                      <a:pt x="9191" y="3754"/>
                      <a:pt x="9112" y="3705"/>
                    </a:cubicBezTo>
                    <a:cubicBezTo>
                      <a:pt x="9093" y="3695"/>
                      <a:pt x="9073" y="3685"/>
                      <a:pt x="9053" y="3675"/>
                    </a:cubicBezTo>
                    <a:cubicBezTo>
                      <a:pt x="8968" y="3619"/>
                      <a:pt x="8878" y="3598"/>
                      <a:pt x="8786" y="3598"/>
                    </a:cubicBezTo>
                    <a:cubicBezTo>
                      <a:pt x="8751" y="3598"/>
                      <a:pt x="8715" y="3601"/>
                      <a:pt x="8679" y="3606"/>
                    </a:cubicBezTo>
                    <a:cubicBezTo>
                      <a:pt x="8639" y="3606"/>
                      <a:pt x="8610" y="3626"/>
                      <a:pt x="8570" y="3636"/>
                    </a:cubicBezTo>
                    <a:cubicBezTo>
                      <a:pt x="8541" y="3656"/>
                      <a:pt x="8521" y="3705"/>
                      <a:pt x="8541" y="3734"/>
                    </a:cubicBezTo>
                    <a:cubicBezTo>
                      <a:pt x="8551" y="3764"/>
                      <a:pt x="8580" y="3784"/>
                      <a:pt x="8610" y="3784"/>
                    </a:cubicBezTo>
                    <a:cubicBezTo>
                      <a:pt x="8610" y="3784"/>
                      <a:pt x="8620" y="3774"/>
                      <a:pt x="8630" y="3774"/>
                    </a:cubicBezTo>
                    <a:cubicBezTo>
                      <a:pt x="8672" y="3758"/>
                      <a:pt x="8714" y="3752"/>
                      <a:pt x="8755" y="3752"/>
                    </a:cubicBezTo>
                    <a:cubicBezTo>
                      <a:pt x="8846" y="3752"/>
                      <a:pt x="8932" y="3785"/>
                      <a:pt x="9014" y="3833"/>
                    </a:cubicBezTo>
                    <a:cubicBezTo>
                      <a:pt x="9129" y="3913"/>
                      <a:pt x="9268" y="3953"/>
                      <a:pt x="9410" y="3953"/>
                    </a:cubicBezTo>
                    <a:cubicBezTo>
                      <a:pt x="9425" y="3953"/>
                      <a:pt x="9441" y="3952"/>
                      <a:pt x="9457" y="3951"/>
                    </a:cubicBezTo>
                    <a:cubicBezTo>
                      <a:pt x="9546" y="3951"/>
                      <a:pt x="9634" y="3961"/>
                      <a:pt x="9723" y="3961"/>
                    </a:cubicBezTo>
                    <a:cubicBezTo>
                      <a:pt x="9812" y="3971"/>
                      <a:pt x="9890" y="3990"/>
                      <a:pt x="9959" y="4059"/>
                    </a:cubicBezTo>
                    <a:cubicBezTo>
                      <a:pt x="10009" y="4099"/>
                      <a:pt x="10058" y="4118"/>
                      <a:pt x="10117" y="4138"/>
                    </a:cubicBezTo>
                    <a:cubicBezTo>
                      <a:pt x="10157" y="4153"/>
                      <a:pt x="10196" y="4161"/>
                      <a:pt x="10233" y="4161"/>
                    </a:cubicBezTo>
                    <a:cubicBezTo>
                      <a:pt x="10296" y="4161"/>
                      <a:pt x="10353" y="4138"/>
                      <a:pt x="10403" y="4089"/>
                    </a:cubicBezTo>
                    <a:cubicBezTo>
                      <a:pt x="10455" y="4043"/>
                      <a:pt x="10507" y="4024"/>
                      <a:pt x="10562" y="4024"/>
                    </a:cubicBezTo>
                    <a:cubicBezTo>
                      <a:pt x="10602" y="4024"/>
                      <a:pt x="10643" y="4033"/>
                      <a:pt x="10688" y="4050"/>
                    </a:cubicBezTo>
                    <a:cubicBezTo>
                      <a:pt x="10708" y="4059"/>
                      <a:pt x="10738" y="4069"/>
                      <a:pt x="10757" y="4089"/>
                    </a:cubicBezTo>
                    <a:cubicBezTo>
                      <a:pt x="10834" y="4120"/>
                      <a:pt x="10917" y="4144"/>
                      <a:pt x="11001" y="4144"/>
                    </a:cubicBezTo>
                    <a:cubicBezTo>
                      <a:pt x="11025" y="4144"/>
                      <a:pt x="11049" y="4143"/>
                      <a:pt x="11073" y="4138"/>
                    </a:cubicBezTo>
                    <a:lnTo>
                      <a:pt x="11122" y="4138"/>
                    </a:lnTo>
                    <a:cubicBezTo>
                      <a:pt x="11122" y="4138"/>
                      <a:pt x="11132" y="4138"/>
                      <a:pt x="11141" y="4148"/>
                    </a:cubicBezTo>
                    <a:cubicBezTo>
                      <a:pt x="11132" y="4158"/>
                      <a:pt x="11132" y="4168"/>
                      <a:pt x="11122" y="4178"/>
                    </a:cubicBezTo>
                    <a:cubicBezTo>
                      <a:pt x="11073" y="4227"/>
                      <a:pt x="11023" y="4256"/>
                      <a:pt x="10954" y="4286"/>
                    </a:cubicBezTo>
                    <a:cubicBezTo>
                      <a:pt x="10866" y="4316"/>
                      <a:pt x="10757" y="4335"/>
                      <a:pt x="10659" y="4345"/>
                    </a:cubicBezTo>
                    <a:cubicBezTo>
                      <a:pt x="10521" y="4355"/>
                      <a:pt x="10373" y="4365"/>
                      <a:pt x="10235" y="4375"/>
                    </a:cubicBezTo>
                    <a:cubicBezTo>
                      <a:pt x="10019" y="4394"/>
                      <a:pt x="9812" y="4453"/>
                      <a:pt x="9605" y="4522"/>
                    </a:cubicBezTo>
                    <a:cubicBezTo>
                      <a:pt x="9556" y="4542"/>
                      <a:pt x="9516" y="4572"/>
                      <a:pt x="9467" y="4591"/>
                    </a:cubicBezTo>
                    <a:cubicBezTo>
                      <a:pt x="9398" y="4641"/>
                      <a:pt x="9319" y="4660"/>
                      <a:pt x="9240" y="4680"/>
                    </a:cubicBezTo>
                    <a:cubicBezTo>
                      <a:pt x="9140" y="4701"/>
                      <a:pt x="9037" y="4711"/>
                      <a:pt x="8934" y="4711"/>
                    </a:cubicBezTo>
                    <a:cubicBezTo>
                      <a:pt x="8845" y="4711"/>
                      <a:pt x="8756" y="4704"/>
                      <a:pt x="8669" y="4690"/>
                    </a:cubicBezTo>
                    <a:cubicBezTo>
                      <a:pt x="8541" y="4670"/>
                      <a:pt x="8423" y="4650"/>
                      <a:pt x="8304" y="4601"/>
                    </a:cubicBezTo>
                    <a:cubicBezTo>
                      <a:pt x="8269" y="4591"/>
                      <a:pt x="8234" y="4585"/>
                      <a:pt x="8198" y="4585"/>
                    </a:cubicBezTo>
                    <a:cubicBezTo>
                      <a:pt x="8135" y="4585"/>
                      <a:pt x="8072" y="4603"/>
                      <a:pt x="8009" y="4641"/>
                    </a:cubicBezTo>
                    <a:cubicBezTo>
                      <a:pt x="7930" y="4700"/>
                      <a:pt x="7841" y="4719"/>
                      <a:pt x="7743" y="4729"/>
                    </a:cubicBezTo>
                    <a:cubicBezTo>
                      <a:pt x="7697" y="4732"/>
                      <a:pt x="7651" y="4733"/>
                      <a:pt x="7604" y="4733"/>
                    </a:cubicBezTo>
                    <a:cubicBezTo>
                      <a:pt x="7493" y="4733"/>
                      <a:pt x="7382" y="4726"/>
                      <a:pt x="7270" y="4719"/>
                    </a:cubicBezTo>
                    <a:cubicBezTo>
                      <a:pt x="7201" y="4719"/>
                      <a:pt x="7142" y="4700"/>
                      <a:pt x="7083" y="4660"/>
                    </a:cubicBezTo>
                    <a:cubicBezTo>
                      <a:pt x="6994" y="4591"/>
                      <a:pt x="6886" y="4581"/>
                      <a:pt x="6778" y="4572"/>
                    </a:cubicBezTo>
                    <a:cubicBezTo>
                      <a:pt x="6709" y="4572"/>
                      <a:pt x="6659" y="4601"/>
                      <a:pt x="6610" y="4631"/>
                    </a:cubicBezTo>
                    <a:cubicBezTo>
                      <a:pt x="6531" y="4690"/>
                      <a:pt x="6433" y="4729"/>
                      <a:pt x="6334" y="4739"/>
                    </a:cubicBezTo>
                    <a:cubicBezTo>
                      <a:pt x="6310" y="4744"/>
                      <a:pt x="6285" y="4746"/>
                      <a:pt x="6259" y="4746"/>
                    </a:cubicBezTo>
                    <a:cubicBezTo>
                      <a:pt x="6233" y="4746"/>
                      <a:pt x="6206" y="4744"/>
                      <a:pt x="6177" y="4739"/>
                    </a:cubicBezTo>
                    <a:cubicBezTo>
                      <a:pt x="5999" y="4710"/>
                      <a:pt x="5812" y="4680"/>
                      <a:pt x="5635" y="4650"/>
                    </a:cubicBezTo>
                    <a:cubicBezTo>
                      <a:pt x="5607" y="4646"/>
                      <a:pt x="5580" y="4643"/>
                      <a:pt x="5554" y="4643"/>
                    </a:cubicBezTo>
                    <a:cubicBezTo>
                      <a:pt x="5471" y="4643"/>
                      <a:pt x="5397" y="4669"/>
                      <a:pt x="5330" y="4729"/>
                    </a:cubicBezTo>
                    <a:cubicBezTo>
                      <a:pt x="5267" y="4784"/>
                      <a:pt x="5192" y="4801"/>
                      <a:pt x="5115" y="4801"/>
                    </a:cubicBezTo>
                    <a:cubicBezTo>
                      <a:pt x="5095" y="4801"/>
                      <a:pt x="5074" y="4800"/>
                      <a:pt x="5054" y="4798"/>
                    </a:cubicBezTo>
                    <a:cubicBezTo>
                      <a:pt x="4985" y="4798"/>
                      <a:pt x="4926" y="4769"/>
                      <a:pt x="4876" y="4729"/>
                    </a:cubicBezTo>
                    <a:cubicBezTo>
                      <a:pt x="4788" y="4670"/>
                      <a:pt x="4689" y="4650"/>
                      <a:pt x="4591" y="4631"/>
                    </a:cubicBezTo>
                    <a:cubicBezTo>
                      <a:pt x="4433" y="4601"/>
                      <a:pt x="4285" y="4562"/>
                      <a:pt x="4128" y="4532"/>
                    </a:cubicBezTo>
                    <a:cubicBezTo>
                      <a:pt x="4059" y="4513"/>
                      <a:pt x="3990" y="4503"/>
                      <a:pt x="3911" y="4493"/>
                    </a:cubicBezTo>
                    <a:cubicBezTo>
                      <a:pt x="3882" y="4394"/>
                      <a:pt x="3803" y="4355"/>
                      <a:pt x="3724" y="4316"/>
                    </a:cubicBezTo>
                    <a:cubicBezTo>
                      <a:pt x="3665" y="4296"/>
                      <a:pt x="3606" y="4266"/>
                      <a:pt x="3547" y="4237"/>
                    </a:cubicBezTo>
                    <a:cubicBezTo>
                      <a:pt x="3468" y="4207"/>
                      <a:pt x="3389" y="4187"/>
                      <a:pt x="3310" y="4168"/>
                    </a:cubicBezTo>
                    <a:cubicBezTo>
                      <a:pt x="3287" y="4163"/>
                      <a:pt x="3264" y="4161"/>
                      <a:pt x="3242" y="4161"/>
                    </a:cubicBezTo>
                    <a:cubicBezTo>
                      <a:pt x="3171" y="4161"/>
                      <a:pt x="3107" y="4186"/>
                      <a:pt x="3054" y="4247"/>
                    </a:cubicBezTo>
                    <a:cubicBezTo>
                      <a:pt x="3044" y="4266"/>
                      <a:pt x="3024" y="4286"/>
                      <a:pt x="2995" y="4306"/>
                    </a:cubicBezTo>
                    <a:cubicBezTo>
                      <a:pt x="2965" y="4345"/>
                      <a:pt x="2916" y="4365"/>
                      <a:pt x="2877" y="4384"/>
                    </a:cubicBezTo>
                    <a:cubicBezTo>
                      <a:pt x="2828" y="4397"/>
                      <a:pt x="2779" y="4405"/>
                      <a:pt x="2728" y="4405"/>
                    </a:cubicBezTo>
                    <a:cubicBezTo>
                      <a:pt x="2697" y="4405"/>
                      <a:pt x="2664" y="4402"/>
                      <a:pt x="2630" y="4394"/>
                    </a:cubicBezTo>
                    <a:cubicBezTo>
                      <a:pt x="2591" y="4394"/>
                      <a:pt x="2552" y="4375"/>
                      <a:pt x="2532" y="4335"/>
                    </a:cubicBezTo>
                    <a:cubicBezTo>
                      <a:pt x="2483" y="4247"/>
                      <a:pt x="2404" y="4197"/>
                      <a:pt x="2315" y="4168"/>
                    </a:cubicBezTo>
                    <a:cubicBezTo>
                      <a:pt x="2256" y="4148"/>
                      <a:pt x="2197" y="4128"/>
                      <a:pt x="2138" y="4109"/>
                    </a:cubicBezTo>
                    <a:cubicBezTo>
                      <a:pt x="2103" y="4102"/>
                      <a:pt x="2069" y="4098"/>
                      <a:pt x="2036" y="4098"/>
                    </a:cubicBezTo>
                    <a:cubicBezTo>
                      <a:pt x="1975" y="4098"/>
                      <a:pt x="1916" y="4109"/>
                      <a:pt x="1852" y="4128"/>
                    </a:cubicBezTo>
                    <a:cubicBezTo>
                      <a:pt x="1773" y="4148"/>
                      <a:pt x="1695" y="4168"/>
                      <a:pt x="1616" y="4168"/>
                    </a:cubicBezTo>
                    <a:cubicBezTo>
                      <a:pt x="1507" y="4168"/>
                      <a:pt x="1409" y="4158"/>
                      <a:pt x="1320" y="4089"/>
                    </a:cubicBezTo>
                    <a:cubicBezTo>
                      <a:pt x="1271" y="4050"/>
                      <a:pt x="1212" y="4030"/>
                      <a:pt x="1153" y="4020"/>
                    </a:cubicBezTo>
                    <a:cubicBezTo>
                      <a:pt x="985" y="4000"/>
                      <a:pt x="976" y="3990"/>
                      <a:pt x="857" y="3872"/>
                    </a:cubicBezTo>
                    <a:cubicBezTo>
                      <a:pt x="838" y="3862"/>
                      <a:pt x="828" y="3843"/>
                      <a:pt x="808" y="3823"/>
                    </a:cubicBezTo>
                    <a:cubicBezTo>
                      <a:pt x="828" y="3803"/>
                      <a:pt x="838" y="3784"/>
                      <a:pt x="847" y="3784"/>
                    </a:cubicBezTo>
                    <a:cubicBezTo>
                      <a:pt x="907" y="3774"/>
                      <a:pt x="946" y="3764"/>
                      <a:pt x="995" y="3764"/>
                    </a:cubicBezTo>
                    <a:cubicBezTo>
                      <a:pt x="1064" y="3744"/>
                      <a:pt x="1133" y="3734"/>
                      <a:pt x="1202" y="3715"/>
                    </a:cubicBezTo>
                    <a:cubicBezTo>
                      <a:pt x="1281" y="3695"/>
                      <a:pt x="1360" y="3675"/>
                      <a:pt x="1439" y="3636"/>
                    </a:cubicBezTo>
                    <a:cubicBezTo>
                      <a:pt x="1488" y="3606"/>
                      <a:pt x="1547" y="3587"/>
                      <a:pt x="1596" y="3567"/>
                    </a:cubicBezTo>
                    <a:cubicBezTo>
                      <a:pt x="1624" y="3560"/>
                      <a:pt x="1657" y="3553"/>
                      <a:pt x="1691" y="3553"/>
                    </a:cubicBezTo>
                    <a:cubicBezTo>
                      <a:pt x="1705" y="3553"/>
                      <a:pt x="1720" y="3554"/>
                      <a:pt x="1734" y="3557"/>
                    </a:cubicBezTo>
                    <a:cubicBezTo>
                      <a:pt x="1745" y="3560"/>
                      <a:pt x="1755" y="3561"/>
                      <a:pt x="1766" y="3561"/>
                    </a:cubicBezTo>
                    <a:cubicBezTo>
                      <a:pt x="1795" y="3561"/>
                      <a:pt x="1826" y="3552"/>
                      <a:pt x="1862" y="3537"/>
                    </a:cubicBezTo>
                    <a:cubicBezTo>
                      <a:pt x="1902" y="3527"/>
                      <a:pt x="1951" y="3518"/>
                      <a:pt x="1990" y="3508"/>
                    </a:cubicBezTo>
                    <a:cubicBezTo>
                      <a:pt x="2079" y="3488"/>
                      <a:pt x="2167" y="3458"/>
                      <a:pt x="2256" y="3429"/>
                    </a:cubicBezTo>
                    <a:cubicBezTo>
                      <a:pt x="2384" y="3380"/>
                      <a:pt x="2522" y="3360"/>
                      <a:pt x="2650" y="3340"/>
                    </a:cubicBezTo>
                    <a:cubicBezTo>
                      <a:pt x="2739" y="3321"/>
                      <a:pt x="2827" y="3311"/>
                      <a:pt x="2906" y="3301"/>
                    </a:cubicBezTo>
                    <a:cubicBezTo>
                      <a:pt x="2946" y="3296"/>
                      <a:pt x="2983" y="3293"/>
                      <a:pt x="3018" y="3293"/>
                    </a:cubicBezTo>
                    <a:cubicBezTo>
                      <a:pt x="3054" y="3293"/>
                      <a:pt x="3089" y="3296"/>
                      <a:pt x="3123" y="3301"/>
                    </a:cubicBezTo>
                    <a:cubicBezTo>
                      <a:pt x="3178" y="3307"/>
                      <a:pt x="3232" y="3309"/>
                      <a:pt x="3285" y="3309"/>
                    </a:cubicBezTo>
                    <a:cubicBezTo>
                      <a:pt x="3415" y="3309"/>
                      <a:pt x="3542" y="3295"/>
                      <a:pt x="3675" y="3281"/>
                    </a:cubicBezTo>
                    <a:cubicBezTo>
                      <a:pt x="3701" y="3281"/>
                      <a:pt x="3727" y="3277"/>
                      <a:pt x="3751" y="3277"/>
                    </a:cubicBezTo>
                    <a:cubicBezTo>
                      <a:pt x="3762" y="3277"/>
                      <a:pt x="3773" y="3278"/>
                      <a:pt x="3783" y="3281"/>
                    </a:cubicBezTo>
                    <a:cubicBezTo>
                      <a:pt x="3809" y="3284"/>
                      <a:pt x="3835" y="3285"/>
                      <a:pt x="3860" y="3285"/>
                    </a:cubicBezTo>
                    <a:cubicBezTo>
                      <a:pt x="3929" y="3285"/>
                      <a:pt x="3994" y="3276"/>
                      <a:pt x="4059" y="3261"/>
                    </a:cubicBezTo>
                    <a:cubicBezTo>
                      <a:pt x="4237" y="3215"/>
                      <a:pt x="4420" y="3199"/>
                      <a:pt x="4601" y="3199"/>
                    </a:cubicBezTo>
                    <a:cubicBezTo>
                      <a:pt x="4650" y="3199"/>
                      <a:pt x="4700" y="3200"/>
                      <a:pt x="4748" y="3202"/>
                    </a:cubicBezTo>
                    <a:cubicBezTo>
                      <a:pt x="4807" y="3202"/>
                      <a:pt x="4867" y="3212"/>
                      <a:pt x="4926" y="3222"/>
                    </a:cubicBezTo>
                    <a:cubicBezTo>
                      <a:pt x="5032" y="3241"/>
                      <a:pt x="5138" y="3248"/>
                      <a:pt x="5242" y="3248"/>
                    </a:cubicBezTo>
                    <a:cubicBezTo>
                      <a:pt x="5302" y="3248"/>
                      <a:pt x="5361" y="3245"/>
                      <a:pt x="5418" y="3242"/>
                    </a:cubicBezTo>
                    <a:cubicBezTo>
                      <a:pt x="5477" y="3232"/>
                      <a:pt x="5536" y="3212"/>
                      <a:pt x="5596" y="3202"/>
                    </a:cubicBezTo>
                    <a:cubicBezTo>
                      <a:pt x="5625" y="3193"/>
                      <a:pt x="5664" y="3183"/>
                      <a:pt x="5694" y="3163"/>
                    </a:cubicBezTo>
                    <a:cubicBezTo>
                      <a:pt x="5757" y="3142"/>
                      <a:pt x="5818" y="3132"/>
                      <a:pt x="5879" y="3132"/>
                    </a:cubicBezTo>
                    <a:close/>
                    <a:moveTo>
                      <a:pt x="12767" y="4296"/>
                    </a:moveTo>
                    <a:cubicBezTo>
                      <a:pt x="12846" y="4463"/>
                      <a:pt x="12905" y="4631"/>
                      <a:pt x="12954" y="4798"/>
                    </a:cubicBezTo>
                    <a:cubicBezTo>
                      <a:pt x="12885" y="4847"/>
                      <a:pt x="12777" y="4867"/>
                      <a:pt x="12629" y="4867"/>
                    </a:cubicBezTo>
                    <a:cubicBezTo>
                      <a:pt x="12619" y="4847"/>
                      <a:pt x="12619" y="4818"/>
                      <a:pt x="12629" y="4798"/>
                    </a:cubicBezTo>
                    <a:cubicBezTo>
                      <a:pt x="12649" y="4690"/>
                      <a:pt x="12659" y="4572"/>
                      <a:pt x="12659" y="4453"/>
                    </a:cubicBezTo>
                    <a:cubicBezTo>
                      <a:pt x="12659" y="4375"/>
                      <a:pt x="12708" y="4335"/>
                      <a:pt x="12767" y="4296"/>
                    </a:cubicBezTo>
                    <a:close/>
                    <a:moveTo>
                      <a:pt x="5732" y="2201"/>
                    </a:moveTo>
                    <a:cubicBezTo>
                      <a:pt x="5752" y="2201"/>
                      <a:pt x="5772" y="2203"/>
                      <a:pt x="5793" y="2207"/>
                    </a:cubicBezTo>
                    <a:cubicBezTo>
                      <a:pt x="5891" y="2237"/>
                      <a:pt x="5970" y="2286"/>
                      <a:pt x="6049" y="2345"/>
                    </a:cubicBezTo>
                    <a:cubicBezTo>
                      <a:pt x="6059" y="2355"/>
                      <a:pt x="6068" y="2375"/>
                      <a:pt x="6078" y="2395"/>
                    </a:cubicBezTo>
                    <a:cubicBezTo>
                      <a:pt x="6118" y="2454"/>
                      <a:pt x="6177" y="2483"/>
                      <a:pt x="6256" y="2483"/>
                    </a:cubicBezTo>
                    <a:cubicBezTo>
                      <a:pt x="6285" y="2483"/>
                      <a:pt x="6324" y="2473"/>
                      <a:pt x="6354" y="2473"/>
                    </a:cubicBezTo>
                    <a:cubicBezTo>
                      <a:pt x="6472" y="2454"/>
                      <a:pt x="6600" y="2424"/>
                      <a:pt x="6709" y="2355"/>
                    </a:cubicBezTo>
                    <a:cubicBezTo>
                      <a:pt x="6766" y="2321"/>
                      <a:pt x="6827" y="2306"/>
                      <a:pt x="6890" y="2306"/>
                    </a:cubicBezTo>
                    <a:cubicBezTo>
                      <a:pt x="6934" y="2306"/>
                      <a:pt x="6979" y="2313"/>
                      <a:pt x="7024" y="2326"/>
                    </a:cubicBezTo>
                    <a:cubicBezTo>
                      <a:pt x="7073" y="2335"/>
                      <a:pt x="7121" y="2339"/>
                      <a:pt x="7170" y="2339"/>
                    </a:cubicBezTo>
                    <a:cubicBezTo>
                      <a:pt x="7230" y="2339"/>
                      <a:pt x="7289" y="2332"/>
                      <a:pt x="7349" y="2316"/>
                    </a:cubicBezTo>
                    <a:cubicBezTo>
                      <a:pt x="7412" y="2293"/>
                      <a:pt x="7483" y="2283"/>
                      <a:pt x="7554" y="2283"/>
                    </a:cubicBezTo>
                    <a:cubicBezTo>
                      <a:pt x="7604" y="2283"/>
                      <a:pt x="7655" y="2288"/>
                      <a:pt x="7704" y="2296"/>
                    </a:cubicBezTo>
                    <a:cubicBezTo>
                      <a:pt x="7802" y="2316"/>
                      <a:pt x="7901" y="2326"/>
                      <a:pt x="7999" y="2326"/>
                    </a:cubicBezTo>
                    <a:cubicBezTo>
                      <a:pt x="8078" y="2326"/>
                      <a:pt x="8157" y="2336"/>
                      <a:pt x="8236" y="2355"/>
                    </a:cubicBezTo>
                    <a:cubicBezTo>
                      <a:pt x="8304" y="2375"/>
                      <a:pt x="8373" y="2375"/>
                      <a:pt x="8442" y="2395"/>
                    </a:cubicBezTo>
                    <a:cubicBezTo>
                      <a:pt x="8649" y="2434"/>
                      <a:pt x="8856" y="2444"/>
                      <a:pt x="9063" y="2444"/>
                    </a:cubicBezTo>
                    <a:lnTo>
                      <a:pt x="9437" y="2444"/>
                    </a:lnTo>
                    <a:cubicBezTo>
                      <a:pt x="9427" y="2542"/>
                      <a:pt x="9398" y="2631"/>
                      <a:pt x="9378" y="2730"/>
                    </a:cubicBezTo>
                    <a:cubicBezTo>
                      <a:pt x="9366" y="2738"/>
                      <a:pt x="9355" y="2741"/>
                      <a:pt x="9345" y="2741"/>
                    </a:cubicBezTo>
                    <a:cubicBezTo>
                      <a:pt x="9330" y="2741"/>
                      <a:pt x="9316" y="2735"/>
                      <a:pt x="9299" y="2730"/>
                    </a:cubicBezTo>
                    <a:cubicBezTo>
                      <a:pt x="9221" y="2700"/>
                      <a:pt x="9142" y="2680"/>
                      <a:pt x="9063" y="2641"/>
                    </a:cubicBezTo>
                    <a:cubicBezTo>
                      <a:pt x="8945" y="2582"/>
                      <a:pt x="8817" y="2552"/>
                      <a:pt x="8679" y="2542"/>
                    </a:cubicBezTo>
                    <a:cubicBezTo>
                      <a:pt x="8639" y="2542"/>
                      <a:pt x="8590" y="2533"/>
                      <a:pt x="8551" y="2513"/>
                    </a:cubicBezTo>
                    <a:cubicBezTo>
                      <a:pt x="8473" y="2489"/>
                      <a:pt x="8392" y="2476"/>
                      <a:pt x="8312" y="2476"/>
                    </a:cubicBezTo>
                    <a:cubicBezTo>
                      <a:pt x="8259" y="2476"/>
                      <a:pt x="8207" y="2481"/>
                      <a:pt x="8157" y="2493"/>
                    </a:cubicBezTo>
                    <a:cubicBezTo>
                      <a:pt x="8088" y="2503"/>
                      <a:pt x="8019" y="2513"/>
                      <a:pt x="7950" y="2533"/>
                    </a:cubicBezTo>
                    <a:cubicBezTo>
                      <a:pt x="7892" y="2547"/>
                      <a:pt x="7840" y="2556"/>
                      <a:pt x="7789" y="2556"/>
                    </a:cubicBezTo>
                    <a:cubicBezTo>
                      <a:pt x="7770" y="2556"/>
                      <a:pt x="7752" y="2555"/>
                      <a:pt x="7733" y="2552"/>
                    </a:cubicBezTo>
                    <a:cubicBezTo>
                      <a:pt x="7615" y="2552"/>
                      <a:pt x="7516" y="2572"/>
                      <a:pt x="7408" y="2582"/>
                    </a:cubicBezTo>
                    <a:cubicBezTo>
                      <a:pt x="7354" y="2587"/>
                      <a:pt x="7297" y="2589"/>
                      <a:pt x="7241" y="2589"/>
                    </a:cubicBezTo>
                    <a:cubicBezTo>
                      <a:pt x="7184" y="2589"/>
                      <a:pt x="7127" y="2587"/>
                      <a:pt x="7073" y="2582"/>
                    </a:cubicBezTo>
                    <a:cubicBezTo>
                      <a:pt x="6955" y="2572"/>
                      <a:pt x="6837" y="2562"/>
                      <a:pt x="6719" y="2562"/>
                    </a:cubicBezTo>
                    <a:cubicBezTo>
                      <a:pt x="6640" y="2562"/>
                      <a:pt x="6561" y="2562"/>
                      <a:pt x="6482" y="2582"/>
                    </a:cubicBezTo>
                    <a:cubicBezTo>
                      <a:pt x="6371" y="2602"/>
                      <a:pt x="6261" y="2610"/>
                      <a:pt x="6152" y="2610"/>
                    </a:cubicBezTo>
                    <a:cubicBezTo>
                      <a:pt x="5990" y="2610"/>
                      <a:pt x="5829" y="2591"/>
                      <a:pt x="5664" y="2562"/>
                    </a:cubicBezTo>
                    <a:cubicBezTo>
                      <a:pt x="5609" y="2555"/>
                      <a:pt x="5558" y="2548"/>
                      <a:pt x="5505" y="2548"/>
                    </a:cubicBezTo>
                    <a:cubicBezTo>
                      <a:pt x="5483" y="2548"/>
                      <a:pt x="5461" y="2549"/>
                      <a:pt x="5438" y="2552"/>
                    </a:cubicBezTo>
                    <a:cubicBezTo>
                      <a:pt x="5290" y="2572"/>
                      <a:pt x="5152" y="2582"/>
                      <a:pt x="5004" y="2601"/>
                    </a:cubicBezTo>
                    <a:cubicBezTo>
                      <a:pt x="4970" y="2606"/>
                      <a:pt x="4936" y="2609"/>
                      <a:pt x="4901" y="2609"/>
                    </a:cubicBezTo>
                    <a:cubicBezTo>
                      <a:pt x="4867" y="2609"/>
                      <a:pt x="4832" y="2606"/>
                      <a:pt x="4798" y="2601"/>
                    </a:cubicBezTo>
                    <a:cubicBezTo>
                      <a:pt x="4719" y="2583"/>
                      <a:pt x="4639" y="2573"/>
                      <a:pt x="4559" y="2573"/>
                    </a:cubicBezTo>
                    <a:cubicBezTo>
                      <a:pt x="4470" y="2573"/>
                      <a:pt x="4379" y="2585"/>
                      <a:pt x="4285" y="2611"/>
                    </a:cubicBezTo>
                    <a:cubicBezTo>
                      <a:pt x="4195" y="2641"/>
                      <a:pt x="4099" y="2654"/>
                      <a:pt x="3997" y="2654"/>
                    </a:cubicBezTo>
                    <a:cubicBezTo>
                      <a:pt x="3966" y="2654"/>
                      <a:pt x="3934" y="2653"/>
                      <a:pt x="3901" y="2651"/>
                    </a:cubicBezTo>
                    <a:cubicBezTo>
                      <a:pt x="3882" y="2651"/>
                      <a:pt x="3852" y="2651"/>
                      <a:pt x="3832" y="2641"/>
                    </a:cubicBezTo>
                    <a:cubicBezTo>
                      <a:pt x="3763" y="2626"/>
                      <a:pt x="3694" y="2619"/>
                      <a:pt x="3625" y="2619"/>
                    </a:cubicBezTo>
                    <a:cubicBezTo>
                      <a:pt x="3556" y="2619"/>
                      <a:pt x="3487" y="2626"/>
                      <a:pt x="3419" y="2641"/>
                    </a:cubicBezTo>
                    <a:cubicBezTo>
                      <a:pt x="3386" y="2644"/>
                      <a:pt x="3354" y="2647"/>
                      <a:pt x="3321" y="2647"/>
                    </a:cubicBezTo>
                    <a:cubicBezTo>
                      <a:pt x="3265" y="2647"/>
                      <a:pt x="3209" y="2640"/>
                      <a:pt x="3153" y="2621"/>
                    </a:cubicBezTo>
                    <a:cubicBezTo>
                      <a:pt x="3103" y="2611"/>
                      <a:pt x="3054" y="2601"/>
                      <a:pt x="3005" y="2592"/>
                    </a:cubicBezTo>
                    <a:cubicBezTo>
                      <a:pt x="2977" y="2589"/>
                      <a:pt x="2949" y="2587"/>
                      <a:pt x="2922" y="2587"/>
                    </a:cubicBezTo>
                    <a:cubicBezTo>
                      <a:pt x="2755" y="2587"/>
                      <a:pt x="2598" y="2639"/>
                      <a:pt x="2463" y="2749"/>
                    </a:cubicBezTo>
                    <a:cubicBezTo>
                      <a:pt x="2443" y="2759"/>
                      <a:pt x="2424" y="2769"/>
                      <a:pt x="2414" y="2789"/>
                    </a:cubicBezTo>
                    <a:cubicBezTo>
                      <a:pt x="2315" y="2887"/>
                      <a:pt x="2197" y="2936"/>
                      <a:pt x="2069" y="2976"/>
                    </a:cubicBezTo>
                    <a:cubicBezTo>
                      <a:pt x="2048" y="2983"/>
                      <a:pt x="2027" y="2990"/>
                      <a:pt x="2006" y="2990"/>
                    </a:cubicBezTo>
                    <a:cubicBezTo>
                      <a:pt x="1998" y="2990"/>
                      <a:pt x="1989" y="2989"/>
                      <a:pt x="1980" y="2986"/>
                    </a:cubicBezTo>
                    <a:cubicBezTo>
                      <a:pt x="1969" y="2983"/>
                      <a:pt x="1957" y="2982"/>
                      <a:pt x="1946" y="2982"/>
                    </a:cubicBezTo>
                    <a:cubicBezTo>
                      <a:pt x="1919" y="2982"/>
                      <a:pt x="1893" y="2989"/>
                      <a:pt x="1872" y="2996"/>
                    </a:cubicBezTo>
                    <a:cubicBezTo>
                      <a:pt x="1823" y="3015"/>
                      <a:pt x="1773" y="3025"/>
                      <a:pt x="1724" y="3045"/>
                    </a:cubicBezTo>
                    <a:cubicBezTo>
                      <a:pt x="1616" y="3084"/>
                      <a:pt x="1507" y="3114"/>
                      <a:pt x="1399" y="3133"/>
                    </a:cubicBezTo>
                    <a:cubicBezTo>
                      <a:pt x="1291" y="3143"/>
                      <a:pt x="1192" y="3173"/>
                      <a:pt x="1104" y="3222"/>
                    </a:cubicBezTo>
                    <a:cubicBezTo>
                      <a:pt x="1005" y="3271"/>
                      <a:pt x="897" y="3311"/>
                      <a:pt x="788" y="3340"/>
                    </a:cubicBezTo>
                    <a:cubicBezTo>
                      <a:pt x="660" y="3370"/>
                      <a:pt x="601" y="3419"/>
                      <a:pt x="601" y="3567"/>
                    </a:cubicBezTo>
                    <a:cubicBezTo>
                      <a:pt x="601" y="3606"/>
                      <a:pt x="591" y="3646"/>
                      <a:pt x="591" y="3685"/>
                    </a:cubicBezTo>
                    <a:cubicBezTo>
                      <a:pt x="582" y="3754"/>
                      <a:pt x="601" y="3823"/>
                      <a:pt x="641" y="3882"/>
                    </a:cubicBezTo>
                    <a:cubicBezTo>
                      <a:pt x="710" y="3981"/>
                      <a:pt x="798" y="4059"/>
                      <a:pt x="897" y="4118"/>
                    </a:cubicBezTo>
                    <a:cubicBezTo>
                      <a:pt x="926" y="4148"/>
                      <a:pt x="976" y="4158"/>
                      <a:pt x="1005" y="4168"/>
                    </a:cubicBezTo>
                    <a:cubicBezTo>
                      <a:pt x="1044" y="4178"/>
                      <a:pt x="1084" y="4187"/>
                      <a:pt x="1113" y="4187"/>
                    </a:cubicBezTo>
                    <a:cubicBezTo>
                      <a:pt x="1163" y="4197"/>
                      <a:pt x="1192" y="4207"/>
                      <a:pt x="1232" y="4237"/>
                    </a:cubicBezTo>
                    <a:cubicBezTo>
                      <a:pt x="1331" y="4313"/>
                      <a:pt x="1448" y="4342"/>
                      <a:pt x="1569" y="4342"/>
                    </a:cubicBezTo>
                    <a:cubicBezTo>
                      <a:pt x="1604" y="4342"/>
                      <a:pt x="1640" y="4340"/>
                      <a:pt x="1675" y="4335"/>
                    </a:cubicBezTo>
                    <a:cubicBezTo>
                      <a:pt x="1734" y="4335"/>
                      <a:pt x="1793" y="4316"/>
                      <a:pt x="1852" y="4306"/>
                    </a:cubicBezTo>
                    <a:cubicBezTo>
                      <a:pt x="1935" y="4284"/>
                      <a:pt x="1983" y="4272"/>
                      <a:pt x="2030" y="4272"/>
                    </a:cubicBezTo>
                    <a:cubicBezTo>
                      <a:pt x="2088" y="4272"/>
                      <a:pt x="2145" y="4291"/>
                      <a:pt x="2266" y="4335"/>
                    </a:cubicBezTo>
                    <a:cubicBezTo>
                      <a:pt x="2315" y="4355"/>
                      <a:pt x="2355" y="4384"/>
                      <a:pt x="2374" y="4424"/>
                    </a:cubicBezTo>
                    <a:cubicBezTo>
                      <a:pt x="2433" y="4532"/>
                      <a:pt x="2532" y="4572"/>
                      <a:pt x="2650" y="4581"/>
                    </a:cubicBezTo>
                    <a:cubicBezTo>
                      <a:pt x="2676" y="4584"/>
                      <a:pt x="2701" y="4585"/>
                      <a:pt x="2726" y="4585"/>
                    </a:cubicBezTo>
                    <a:cubicBezTo>
                      <a:pt x="2806" y="4585"/>
                      <a:pt x="2883" y="4572"/>
                      <a:pt x="2965" y="4542"/>
                    </a:cubicBezTo>
                    <a:cubicBezTo>
                      <a:pt x="3024" y="4522"/>
                      <a:pt x="3084" y="4493"/>
                      <a:pt x="3123" y="4444"/>
                    </a:cubicBezTo>
                    <a:cubicBezTo>
                      <a:pt x="3153" y="4424"/>
                      <a:pt x="3172" y="4404"/>
                      <a:pt x="3192" y="4384"/>
                    </a:cubicBezTo>
                    <a:cubicBezTo>
                      <a:pt x="3212" y="4355"/>
                      <a:pt x="3241" y="4355"/>
                      <a:pt x="3271" y="4355"/>
                    </a:cubicBezTo>
                    <a:cubicBezTo>
                      <a:pt x="3320" y="4375"/>
                      <a:pt x="3379" y="4384"/>
                      <a:pt x="3428" y="4404"/>
                    </a:cubicBezTo>
                    <a:cubicBezTo>
                      <a:pt x="3507" y="4434"/>
                      <a:pt x="3586" y="4473"/>
                      <a:pt x="3665" y="4503"/>
                    </a:cubicBezTo>
                    <a:cubicBezTo>
                      <a:pt x="3694" y="4522"/>
                      <a:pt x="3714" y="4532"/>
                      <a:pt x="3724" y="4572"/>
                    </a:cubicBezTo>
                    <a:cubicBezTo>
                      <a:pt x="3744" y="4641"/>
                      <a:pt x="3793" y="4670"/>
                      <a:pt x="3862" y="4680"/>
                    </a:cubicBezTo>
                    <a:cubicBezTo>
                      <a:pt x="3921" y="4690"/>
                      <a:pt x="3990" y="4700"/>
                      <a:pt x="4049" y="4710"/>
                    </a:cubicBezTo>
                    <a:cubicBezTo>
                      <a:pt x="4246" y="4749"/>
                      <a:pt x="4443" y="4788"/>
                      <a:pt x="4640" y="4838"/>
                    </a:cubicBezTo>
                    <a:cubicBezTo>
                      <a:pt x="4670" y="4838"/>
                      <a:pt x="4699" y="4857"/>
                      <a:pt x="4719" y="4867"/>
                    </a:cubicBezTo>
                    <a:cubicBezTo>
                      <a:pt x="4788" y="4916"/>
                      <a:pt x="4857" y="4946"/>
                      <a:pt x="4926" y="4966"/>
                    </a:cubicBezTo>
                    <a:cubicBezTo>
                      <a:pt x="4988" y="4989"/>
                      <a:pt x="5050" y="5000"/>
                      <a:pt x="5112" y="5000"/>
                    </a:cubicBezTo>
                    <a:cubicBezTo>
                      <a:pt x="5206" y="5000"/>
                      <a:pt x="5299" y="4974"/>
                      <a:pt x="5389" y="4926"/>
                    </a:cubicBezTo>
                    <a:cubicBezTo>
                      <a:pt x="5418" y="4907"/>
                      <a:pt x="5438" y="4887"/>
                      <a:pt x="5467" y="4867"/>
                    </a:cubicBezTo>
                    <a:cubicBezTo>
                      <a:pt x="5497" y="4845"/>
                      <a:pt x="5527" y="4834"/>
                      <a:pt x="5556" y="4834"/>
                    </a:cubicBezTo>
                    <a:cubicBezTo>
                      <a:pt x="5566" y="4834"/>
                      <a:pt x="5576" y="4835"/>
                      <a:pt x="5586" y="4838"/>
                    </a:cubicBezTo>
                    <a:cubicBezTo>
                      <a:pt x="5763" y="4857"/>
                      <a:pt x="5940" y="4887"/>
                      <a:pt x="6108" y="4916"/>
                    </a:cubicBezTo>
                    <a:cubicBezTo>
                      <a:pt x="6165" y="4927"/>
                      <a:pt x="6221" y="4933"/>
                      <a:pt x="6276" y="4933"/>
                    </a:cubicBezTo>
                    <a:cubicBezTo>
                      <a:pt x="6421" y="4933"/>
                      <a:pt x="6558" y="4894"/>
                      <a:pt x="6679" y="4808"/>
                    </a:cubicBezTo>
                    <a:cubicBezTo>
                      <a:pt x="6727" y="4777"/>
                      <a:pt x="6773" y="4764"/>
                      <a:pt x="6817" y="4764"/>
                    </a:cubicBezTo>
                    <a:cubicBezTo>
                      <a:pt x="6873" y="4764"/>
                      <a:pt x="6925" y="4785"/>
                      <a:pt x="6975" y="4818"/>
                    </a:cubicBezTo>
                    <a:cubicBezTo>
                      <a:pt x="7063" y="4867"/>
                      <a:pt x="7152" y="4897"/>
                      <a:pt x="7250" y="4907"/>
                    </a:cubicBezTo>
                    <a:cubicBezTo>
                      <a:pt x="7344" y="4916"/>
                      <a:pt x="7440" y="4921"/>
                      <a:pt x="7537" y="4921"/>
                    </a:cubicBezTo>
                    <a:cubicBezTo>
                      <a:pt x="7635" y="4921"/>
                      <a:pt x="7733" y="4916"/>
                      <a:pt x="7832" y="4907"/>
                    </a:cubicBezTo>
                    <a:cubicBezTo>
                      <a:pt x="7920" y="4897"/>
                      <a:pt x="8009" y="4877"/>
                      <a:pt x="8088" y="4818"/>
                    </a:cubicBezTo>
                    <a:cubicBezTo>
                      <a:pt x="8124" y="4794"/>
                      <a:pt x="8159" y="4781"/>
                      <a:pt x="8197" y="4781"/>
                    </a:cubicBezTo>
                    <a:cubicBezTo>
                      <a:pt x="8222" y="4781"/>
                      <a:pt x="8248" y="4787"/>
                      <a:pt x="8275" y="4798"/>
                    </a:cubicBezTo>
                    <a:cubicBezTo>
                      <a:pt x="8452" y="4857"/>
                      <a:pt x="8639" y="4877"/>
                      <a:pt x="8827" y="4897"/>
                    </a:cubicBezTo>
                    <a:cubicBezTo>
                      <a:pt x="8872" y="4904"/>
                      <a:pt x="8918" y="4907"/>
                      <a:pt x="8963" y="4907"/>
                    </a:cubicBezTo>
                    <a:cubicBezTo>
                      <a:pt x="9105" y="4907"/>
                      <a:pt x="9244" y="4877"/>
                      <a:pt x="9378" y="4847"/>
                    </a:cubicBezTo>
                    <a:cubicBezTo>
                      <a:pt x="9447" y="4838"/>
                      <a:pt x="9496" y="4808"/>
                      <a:pt x="9556" y="4769"/>
                    </a:cubicBezTo>
                    <a:cubicBezTo>
                      <a:pt x="9615" y="4729"/>
                      <a:pt x="9674" y="4710"/>
                      <a:pt x="9743" y="4690"/>
                    </a:cubicBezTo>
                    <a:cubicBezTo>
                      <a:pt x="9989" y="4611"/>
                      <a:pt x="10245" y="4562"/>
                      <a:pt x="10501" y="4552"/>
                    </a:cubicBezTo>
                    <a:cubicBezTo>
                      <a:pt x="10619" y="4542"/>
                      <a:pt x="10747" y="4532"/>
                      <a:pt x="10866" y="4513"/>
                    </a:cubicBezTo>
                    <a:cubicBezTo>
                      <a:pt x="10954" y="4503"/>
                      <a:pt x="11043" y="4473"/>
                      <a:pt x="11132" y="4424"/>
                    </a:cubicBezTo>
                    <a:cubicBezTo>
                      <a:pt x="11220" y="4375"/>
                      <a:pt x="11299" y="4306"/>
                      <a:pt x="11348" y="4207"/>
                    </a:cubicBezTo>
                    <a:cubicBezTo>
                      <a:pt x="11378" y="4158"/>
                      <a:pt x="11417" y="4128"/>
                      <a:pt x="11467" y="4128"/>
                    </a:cubicBezTo>
                    <a:cubicBezTo>
                      <a:pt x="11473" y="4128"/>
                      <a:pt x="11480" y="4124"/>
                      <a:pt x="11486" y="4124"/>
                    </a:cubicBezTo>
                    <a:cubicBezTo>
                      <a:pt x="11490" y="4124"/>
                      <a:pt x="11493" y="4125"/>
                      <a:pt x="11496" y="4128"/>
                    </a:cubicBezTo>
                    <a:cubicBezTo>
                      <a:pt x="11673" y="4128"/>
                      <a:pt x="11851" y="4138"/>
                      <a:pt x="12018" y="4168"/>
                    </a:cubicBezTo>
                    <a:cubicBezTo>
                      <a:pt x="12048" y="4178"/>
                      <a:pt x="12077" y="4178"/>
                      <a:pt x="12107" y="4187"/>
                    </a:cubicBezTo>
                    <a:cubicBezTo>
                      <a:pt x="12205" y="4187"/>
                      <a:pt x="12284" y="4158"/>
                      <a:pt x="12353" y="4089"/>
                    </a:cubicBezTo>
                    <a:cubicBezTo>
                      <a:pt x="12402" y="4030"/>
                      <a:pt x="12442" y="3971"/>
                      <a:pt x="12461" y="3902"/>
                    </a:cubicBezTo>
                    <a:cubicBezTo>
                      <a:pt x="12481" y="3862"/>
                      <a:pt x="12491" y="3813"/>
                      <a:pt x="12511" y="3774"/>
                    </a:cubicBezTo>
                    <a:cubicBezTo>
                      <a:pt x="12511" y="3754"/>
                      <a:pt x="12521" y="3744"/>
                      <a:pt x="12540" y="3715"/>
                    </a:cubicBezTo>
                    <a:cubicBezTo>
                      <a:pt x="12550" y="3744"/>
                      <a:pt x="12560" y="3764"/>
                      <a:pt x="12570" y="3784"/>
                    </a:cubicBezTo>
                    <a:cubicBezTo>
                      <a:pt x="12590" y="3823"/>
                      <a:pt x="12599" y="3862"/>
                      <a:pt x="12619" y="3902"/>
                    </a:cubicBezTo>
                    <a:cubicBezTo>
                      <a:pt x="12649" y="3951"/>
                      <a:pt x="12659" y="4010"/>
                      <a:pt x="12639" y="4059"/>
                    </a:cubicBezTo>
                    <a:cubicBezTo>
                      <a:pt x="12639" y="4089"/>
                      <a:pt x="12629" y="4109"/>
                      <a:pt x="12619" y="4138"/>
                    </a:cubicBezTo>
                    <a:cubicBezTo>
                      <a:pt x="12590" y="4148"/>
                      <a:pt x="12540" y="4138"/>
                      <a:pt x="12521" y="4168"/>
                    </a:cubicBezTo>
                    <a:cubicBezTo>
                      <a:pt x="12501" y="4197"/>
                      <a:pt x="12491" y="4237"/>
                      <a:pt x="12481" y="4266"/>
                    </a:cubicBezTo>
                    <a:cubicBezTo>
                      <a:pt x="12422" y="4296"/>
                      <a:pt x="12353" y="4335"/>
                      <a:pt x="12274" y="4365"/>
                    </a:cubicBezTo>
                    <a:cubicBezTo>
                      <a:pt x="12245" y="4375"/>
                      <a:pt x="12205" y="4384"/>
                      <a:pt x="12176" y="4394"/>
                    </a:cubicBezTo>
                    <a:cubicBezTo>
                      <a:pt x="12136" y="4404"/>
                      <a:pt x="12107" y="4404"/>
                      <a:pt x="12067" y="4414"/>
                    </a:cubicBezTo>
                    <a:cubicBezTo>
                      <a:pt x="12042" y="4422"/>
                      <a:pt x="12017" y="4425"/>
                      <a:pt x="11993" y="4425"/>
                    </a:cubicBezTo>
                    <a:cubicBezTo>
                      <a:pt x="11958" y="4425"/>
                      <a:pt x="11924" y="4420"/>
                      <a:pt x="11890" y="4414"/>
                    </a:cubicBezTo>
                    <a:cubicBezTo>
                      <a:pt x="11841" y="4404"/>
                      <a:pt x="11801" y="4394"/>
                      <a:pt x="11752" y="4394"/>
                    </a:cubicBezTo>
                    <a:cubicBezTo>
                      <a:pt x="11735" y="4391"/>
                      <a:pt x="11718" y="4390"/>
                      <a:pt x="11702" y="4390"/>
                    </a:cubicBezTo>
                    <a:cubicBezTo>
                      <a:pt x="11608" y="4390"/>
                      <a:pt x="11534" y="4437"/>
                      <a:pt x="11467" y="4513"/>
                    </a:cubicBezTo>
                    <a:cubicBezTo>
                      <a:pt x="11437" y="4552"/>
                      <a:pt x="11407" y="4591"/>
                      <a:pt x="11368" y="4631"/>
                    </a:cubicBezTo>
                    <a:cubicBezTo>
                      <a:pt x="11348" y="4660"/>
                      <a:pt x="11319" y="4680"/>
                      <a:pt x="11299" y="4700"/>
                    </a:cubicBezTo>
                    <a:cubicBezTo>
                      <a:pt x="11276" y="4734"/>
                      <a:pt x="11246" y="4749"/>
                      <a:pt x="11212" y="4749"/>
                    </a:cubicBezTo>
                    <a:cubicBezTo>
                      <a:pt x="11187" y="4749"/>
                      <a:pt x="11160" y="4741"/>
                      <a:pt x="11132" y="4729"/>
                    </a:cubicBezTo>
                    <a:cubicBezTo>
                      <a:pt x="11112" y="4719"/>
                      <a:pt x="11082" y="4710"/>
                      <a:pt x="11063" y="4700"/>
                    </a:cubicBezTo>
                    <a:cubicBezTo>
                      <a:pt x="11009" y="4676"/>
                      <a:pt x="10959" y="4663"/>
                      <a:pt x="10908" y="4663"/>
                    </a:cubicBezTo>
                    <a:cubicBezTo>
                      <a:pt x="10875" y="4663"/>
                      <a:pt x="10842" y="4668"/>
                      <a:pt x="10807" y="4680"/>
                    </a:cubicBezTo>
                    <a:cubicBezTo>
                      <a:pt x="10757" y="4690"/>
                      <a:pt x="10708" y="4700"/>
                      <a:pt x="10659" y="4710"/>
                    </a:cubicBezTo>
                    <a:cubicBezTo>
                      <a:pt x="10610" y="4719"/>
                      <a:pt x="10560" y="4729"/>
                      <a:pt x="10511" y="4749"/>
                    </a:cubicBezTo>
                    <a:cubicBezTo>
                      <a:pt x="10432" y="4778"/>
                      <a:pt x="10383" y="4838"/>
                      <a:pt x="10373" y="4926"/>
                    </a:cubicBezTo>
                    <a:cubicBezTo>
                      <a:pt x="10373" y="4946"/>
                      <a:pt x="10373" y="4966"/>
                      <a:pt x="10373" y="4985"/>
                    </a:cubicBezTo>
                    <a:cubicBezTo>
                      <a:pt x="10304" y="5035"/>
                      <a:pt x="10225" y="5054"/>
                      <a:pt x="10147" y="5054"/>
                    </a:cubicBezTo>
                    <a:cubicBezTo>
                      <a:pt x="10107" y="5054"/>
                      <a:pt x="10058" y="5044"/>
                      <a:pt x="10019" y="5044"/>
                    </a:cubicBezTo>
                    <a:cubicBezTo>
                      <a:pt x="9964" y="5034"/>
                      <a:pt x="9910" y="5026"/>
                      <a:pt x="9856" y="5026"/>
                    </a:cubicBezTo>
                    <a:cubicBezTo>
                      <a:pt x="9812" y="5026"/>
                      <a:pt x="9767" y="5031"/>
                      <a:pt x="9723" y="5044"/>
                    </a:cubicBezTo>
                    <a:cubicBezTo>
                      <a:pt x="9673" y="5059"/>
                      <a:pt x="9617" y="5068"/>
                      <a:pt x="9560" y="5068"/>
                    </a:cubicBezTo>
                    <a:cubicBezTo>
                      <a:pt x="9539" y="5068"/>
                      <a:pt x="9518" y="5067"/>
                      <a:pt x="9496" y="5064"/>
                    </a:cubicBezTo>
                    <a:cubicBezTo>
                      <a:pt x="9447" y="5064"/>
                      <a:pt x="9398" y="5064"/>
                      <a:pt x="9359" y="5054"/>
                    </a:cubicBezTo>
                    <a:cubicBezTo>
                      <a:pt x="9305" y="5050"/>
                      <a:pt x="9252" y="5048"/>
                      <a:pt x="9199" y="5048"/>
                    </a:cubicBezTo>
                    <a:cubicBezTo>
                      <a:pt x="9123" y="5048"/>
                      <a:pt x="9045" y="5053"/>
                      <a:pt x="8964" y="5064"/>
                    </a:cubicBezTo>
                    <a:cubicBezTo>
                      <a:pt x="8950" y="5069"/>
                      <a:pt x="8935" y="5072"/>
                      <a:pt x="8919" y="5072"/>
                    </a:cubicBezTo>
                    <a:cubicBezTo>
                      <a:pt x="8903" y="5072"/>
                      <a:pt x="8886" y="5069"/>
                      <a:pt x="8866" y="5064"/>
                    </a:cubicBezTo>
                    <a:cubicBezTo>
                      <a:pt x="8807" y="5064"/>
                      <a:pt x="8738" y="5064"/>
                      <a:pt x="8679" y="5084"/>
                    </a:cubicBezTo>
                    <a:cubicBezTo>
                      <a:pt x="8580" y="5113"/>
                      <a:pt x="8472" y="5113"/>
                      <a:pt x="8373" y="5133"/>
                    </a:cubicBezTo>
                    <a:cubicBezTo>
                      <a:pt x="8354" y="5133"/>
                      <a:pt x="8324" y="5123"/>
                      <a:pt x="8295" y="5123"/>
                    </a:cubicBezTo>
                    <a:cubicBezTo>
                      <a:pt x="8268" y="5110"/>
                      <a:pt x="8241" y="5105"/>
                      <a:pt x="8215" y="5105"/>
                    </a:cubicBezTo>
                    <a:cubicBezTo>
                      <a:pt x="8182" y="5105"/>
                      <a:pt x="8150" y="5112"/>
                      <a:pt x="8117" y="5123"/>
                    </a:cubicBezTo>
                    <a:cubicBezTo>
                      <a:pt x="8058" y="5153"/>
                      <a:pt x="7999" y="5163"/>
                      <a:pt x="7940" y="5182"/>
                    </a:cubicBezTo>
                    <a:cubicBezTo>
                      <a:pt x="7920" y="5192"/>
                      <a:pt x="7891" y="5192"/>
                      <a:pt x="7871" y="5192"/>
                    </a:cubicBezTo>
                    <a:cubicBezTo>
                      <a:pt x="7861" y="5173"/>
                      <a:pt x="7841" y="5163"/>
                      <a:pt x="7832" y="5143"/>
                    </a:cubicBezTo>
                    <a:cubicBezTo>
                      <a:pt x="7782" y="5094"/>
                      <a:pt x="7723" y="5074"/>
                      <a:pt x="7654" y="5074"/>
                    </a:cubicBezTo>
                    <a:cubicBezTo>
                      <a:pt x="7585" y="5084"/>
                      <a:pt x="7507" y="5104"/>
                      <a:pt x="7438" y="5104"/>
                    </a:cubicBezTo>
                    <a:cubicBezTo>
                      <a:pt x="7369" y="5104"/>
                      <a:pt x="7310" y="5143"/>
                      <a:pt x="7270" y="5202"/>
                    </a:cubicBezTo>
                    <a:cubicBezTo>
                      <a:pt x="7231" y="5271"/>
                      <a:pt x="7172" y="5291"/>
                      <a:pt x="7093" y="5291"/>
                    </a:cubicBezTo>
                    <a:cubicBezTo>
                      <a:pt x="7075" y="5292"/>
                      <a:pt x="7058" y="5293"/>
                      <a:pt x="7040" y="5293"/>
                    </a:cubicBezTo>
                    <a:cubicBezTo>
                      <a:pt x="6959" y="5293"/>
                      <a:pt x="6878" y="5276"/>
                      <a:pt x="6797" y="5251"/>
                    </a:cubicBezTo>
                    <a:cubicBezTo>
                      <a:pt x="6778" y="5241"/>
                      <a:pt x="6768" y="5241"/>
                      <a:pt x="6758" y="5232"/>
                    </a:cubicBezTo>
                    <a:cubicBezTo>
                      <a:pt x="6709" y="5182"/>
                      <a:pt x="6650" y="5163"/>
                      <a:pt x="6590" y="5133"/>
                    </a:cubicBezTo>
                    <a:cubicBezTo>
                      <a:pt x="6541" y="5113"/>
                      <a:pt x="6492" y="5084"/>
                      <a:pt x="6443" y="5054"/>
                    </a:cubicBezTo>
                    <a:cubicBezTo>
                      <a:pt x="6367" y="5013"/>
                      <a:pt x="6292" y="4996"/>
                      <a:pt x="6209" y="4996"/>
                    </a:cubicBezTo>
                    <a:cubicBezTo>
                      <a:pt x="6174" y="4996"/>
                      <a:pt x="6137" y="4999"/>
                      <a:pt x="6098" y="5005"/>
                    </a:cubicBezTo>
                    <a:cubicBezTo>
                      <a:pt x="6059" y="5015"/>
                      <a:pt x="6009" y="5035"/>
                      <a:pt x="5980" y="5074"/>
                    </a:cubicBezTo>
                    <a:cubicBezTo>
                      <a:pt x="5970" y="5084"/>
                      <a:pt x="5950" y="5104"/>
                      <a:pt x="5930" y="5104"/>
                    </a:cubicBezTo>
                    <a:cubicBezTo>
                      <a:pt x="5881" y="5123"/>
                      <a:pt x="5822" y="5133"/>
                      <a:pt x="5773" y="5153"/>
                    </a:cubicBezTo>
                    <a:cubicBezTo>
                      <a:pt x="5684" y="5173"/>
                      <a:pt x="5596" y="5182"/>
                      <a:pt x="5507" y="5212"/>
                    </a:cubicBezTo>
                    <a:cubicBezTo>
                      <a:pt x="5418" y="5234"/>
                      <a:pt x="5335" y="5245"/>
                      <a:pt x="5249" y="5245"/>
                    </a:cubicBezTo>
                    <a:cubicBezTo>
                      <a:pt x="5221" y="5245"/>
                      <a:pt x="5192" y="5244"/>
                      <a:pt x="5162" y="5241"/>
                    </a:cubicBezTo>
                    <a:cubicBezTo>
                      <a:pt x="5073" y="5232"/>
                      <a:pt x="4995" y="5212"/>
                      <a:pt x="4916" y="5202"/>
                    </a:cubicBezTo>
                    <a:cubicBezTo>
                      <a:pt x="4867" y="5192"/>
                      <a:pt x="4817" y="5182"/>
                      <a:pt x="4778" y="5153"/>
                    </a:cubicBezTo>
                    <a:cubicBezTo>
                      <a:pt x="4679" y="5074"/>
                      <a:pt x="4561" y="5025"/>
                      <a:pt x="4443" y="5005"/>
                    </a:cubicBezTo>
                    <a:cubicBezTo>
                      <a:pt x="4374" y="4985"/>
                      <a:pt x="4305" y="4966"/>
                      <a:pt x="4246" y="4946"/>
                    </a:cubicBezTo>
                    <a:cubicBezTo>
                      <a:pt x="4177" y="4926"/>
                      <a:pt x="4108" y="4919"/>
                      <a:pt x="4039" y="4919"/>
                    </a:cubicBezTo>
                    <a:cubicBezTo>
                      <a:pt x="3970" y="4919"/>
                      <a:pt x="3901" y="4926"/>
                      <a:pt x="3832" y="4936"/>
                    </a:cubicBezTo>
                    <a:cubicBezTo>
                      <a:pt x="3793" y="4946"/>
                      <a:pt x="3753" y="4956"/>
                      <a:pt x="3714" y="4956"/>
                    </a:cubicBezTo>
                    <a:cubicBezTo>
                      <a:pt x="3645" y="4966"/>
                      <a:pt x="3606" y="5005"/>
                      <a:pt x="3556" y="5054"/>
                    </a:cubicBezTo>
                    <a:cubicBezTo>
                      <a:pt x="3517" y="5104"/>
                      <a:pt x="3468" y="5153"/>
                      <a:pt x="3419" y="5202"/>
                    </a:cubicBezTo>
                    <a:cubicBezTo>
                      <a:pt x="3409" y="5212"/>
                      <a:pt x="3399" y="5222"/>
                      <a:pt x="3389" y="5232"/>
                    </a:cubicBezTo>
                    <a:cubicBezTo>
                      <a:pt x="3330" y="5222"/>
                      <a:pt x="3281" y="5192"/>
                      <a:pt x="3251" y="5143"/>
                    </a:cubicBezTo>
                    <a:cubicBezTo>
                      <a:pt x="3192" y="5044"/>
                      <a:pt x="3103" y="4976"/>
                      <a:pt x="3005" y="4916"/>
                    </a:cubicBezTo>
                    <a:cubicBezTo>
                      <a:pt x="2969" y="4893"/>
                      <a:pt x="2930" y="4880"/>
                      <a:pt x="2887" y="4880"/>
                    </a:cubicBezTo>
                    <a:cubicBezTo>
                      <a:pt x="2859" y="4880"/>
                      <a:pt x="2829" y="4885"/>
                      <a:pt x="2798" y="4897"/>
                    </a:cubicBezTo>
                    <a:cubicBezTo>
                      <a:pt x="2768" y="4887"/>
                      <a:pt x="2729" y="4867"/>
                      <a:pt x="2690" y="4847"/>
                    </a:cubicBezTo>
                    <a:cubicBezTo>
                      <a:pt x="2562" y="4788"/>
                      <a:pt x="2424" y="4759"/>
                      <a:pt x="2276" y="4749"/>
                    </a:cubicBezTo>
                    <a:cubicBezTo>
                      <a:pt x="2227" y="4739"/>
                      <a:pt x="2167" y="4739"/>
                      <a:pt x="2118" y="4739"/>
                    </a:cubicBezTo>
                    <a:cubicBezTo>
                      <a:pt x="2020" y="4729"/>
                      <a:pt x="1931" y="4700"/>
                      <a:pt x="1852" y="4621"/>
                    </a:cubicBezTo>
                    <a:cubicBezTo>
                      <a:pt x="1783" y="4532"/>
                      <a:pt x="1685" y="4503"/>
                      <a:pt x="1576" y="4503"/>
                    </a:cubicBezTo>
                    <a:cubicBezTo>
                      <a:pt x="1507" y="4503"/>
                      <a:pt x="1458" y="4522"/>
                      <a:pt x="1409" y="4572"/>
                    </a:cubicBezTo>
                    <a:cubicBezTo>
                      <a:pt x="1379" y="4591"/>
                      <a:pt x="1350" y="4611"/>
                      <a:pt x="1320" y="4621"/>
                    </a:cubicBezTo>
                    <a:cubicBezTo>
                      <a:pt x="1310" y="4628"/>
                      <a:pt x="1301" y="4631"/>
                      <a:pt x="1292" y="4631"/>
                    </a:cubicBezTo>
                    <a:cubicBezTo>
                      <a:pt x="1277" y="4631"/>
                      <a:pt x="1264" y="4620"/>
                      <a:pt x="1251" y="4601"/>
                    </a:cubicBezTo>
                    <a:cubicBezTo>
                      <a:pt x="1222" y="4562"/>
                      <a:pt x="1202" y="4522"/>
                      <a:pt x="1173" y="4483"/>
                    </a:cubicBezTo>
                    <a:cubicBezTo>
                      <a:pt x="1113" y="4384"/>
                      <a:pt x="1015" y="4325"/>
                      <a:pt x="907" y="4286"/>
                    </a:cubicBezTo>
                    <a:cubicBezTo>
                      <a:pt x="882" y="4279"/>
                      <a:pt x="859" y="4276"/>
                      <a:pt x="837" y="4276"/>
                    </a:cubicBezTo>
                    <a:cubicBezTo>
                      <a:pt x="797" y="4276"/>
                      <a:pt x="761" y="4287"/>
                      <a:pt x="729" y="4306"/>
                    </a:cubicBezTo>
                    <a:cubicBezTo>
                      <a:pt x="710" y="4325"/>
                      <a:pt x="690" y="4335"/>
                      <a:pt x="670" y="4345"/>
                    </a:cubicBezTo>
                    <a:cubicBezTo>
                      <a:pt x="652" y="4354"/>
                      <a:pt x="635" y="4359"/>
                      <a:pt x="618" y="4359"/>
                    </a:cubicBezTo>
                    <a:cubicBezTo>
                      <a:pt x="597" y="4359"/>
                      <a:pt x="578" y="4351"/>
                      <a:pt x="562" y="4335"/>
                    </a:cubicBezTo>
                    <a:cubicBezTo>
                      <a:pt x="552" y="4325"/>
                      <a:pt x="542" y="4316"/>
                      <a:pt x="532" y="4306"/>
                    </a:cubicBezTo>
                    <a:cubicBezTo>
                      <a:pt x="483" y="4247"/>
                      <a:pt x="434" y="4187"/>
                      <a:pt x="384" y="4128"/>
                    </a:cubicBezTo>
                    <a:cubicBezTo>
                      <a:pt x="355" y="4099"/>
                      <a:pt x="345" y="4059"/>
                      <a:pt x="345" y="4010"/>
                    </a:cubicBezTo>
                    <a:cubicBezTo>
                      <a:pt x="345" y="4000"/>
                      <a:pt x="345" y="3981"/>
                      <a:pt x="335" y="3961"/>
                    </a:cubicBezTo>
                    <a:cubicBezTo>
                      <a:pt x="335" y="3912"/>
                      <a:pt x="306" y="3862"/>
                      <a:pt x="256" y="3833"/>
                    </a:cubicBezTo>
                    <a:cubicBezTo>
                      <a:pt x="237" y="3833"/>
                      <a:pt x="227" y="3823"/>
                      <a:pt x="217" y="3813"/>
                    </a:cubicBezTo>
                    <a:cubicBezTo>
                      <a:pt x="168" y="3715"/>
                      <a:pt x="197" y="3636"/>
                      <a:pt x="256" y="3557"/>
                    </a:cubicBezTo>
                    <a:cubicBezTo>
                      <a:pt x="345" y="3449"/>
                      <a:pt x="444" y="3360"/>
                      <a:pt x="542" y="3271"/>
                    </a:cubicBezTo>
                    <a:cubicBezTo>
                      <a:pt x="562" y="3261"/>
                      <a:pt x="572" y="3252"/>
                      <a:pt x="591" y="3242"/>
                    </a:cubicBezTo>
                    <a:cubicBezTo>
                      <a:pt x="680" y="3183"/>
                      <a:pt x="739" y="3094"/>
                      <a:pt x="779" y="2996"/>
                    </a:cubicBezTo>
                    <a:cubicBezTo>
                      <a:pt x="788" y="2966"/>
                      <a:pt x="798" y="2946"/>
                      <a:pt x="798" y="2927"/>
                    </a:cubicBezTo>
                    <a:cubicBezTo>
                      <a:pt x="828" y="2858"/>
                      <a:pt x="877" y="2808"/>
                      <a:pt x="946" y="2789"/>
                    </a:cubicBezTo>
                    <a:cubicBezTo>
                      <a:pt x="995" y="2779"/>
                      <a:pt x="1044" y="2769"/>
                      <a:pt x="1104" y="2759"/>
                    </a:cubicBezTo>
                    <a:cubicBezTo>
                      <a:pt x="1173" y="2759"/>
                      <a:pt x="1242" y="2759"/>
                      <a:pt x="1310" y="2769"/>
                    </a:cubicBezTo>
                    <a:cubicBezTo>
                      <a:pt x="1385" y="2781"/>
                      <a:pt x="1459" y="2787"/>
                      <a:pt x="1533" y="2787"/>
                    </a:cubicBezTo>
                    <a:cubicBezTo>
                      <a:pt x="1695" y="2787"/>
                      <a:pt x="1857" y="2760"/>
                      <a:pt x="2020" y="2720"/>
                    </a:cubicBezTo>
                    <a:cubicBezTo>
                      <a:pt x="2177" y="2670"/>
                      <a:pt x="2345" y="2621"/>
                      <a:pt x="2512" y="2572"/>
                    </a:cubicBezTo>
                    <a:cubicBezTo>
                      <a:pt x="2571" y="2562"/>
                      <a:pt x="2630" y="2552"/>
                      <a:pt x="2690" y="2542"/>
                    </a:cubicBezTo>
                    <a:cubicBezTo>
                      <a:pt x="2749" y="2523"/>
                      <a:pt x="2808" y="2513"/>
                      <a:pt x="2877" y="2493"/>
                    </a:cubicBezTo>
                    <a:cubicBezTo>
                      <a:pt x="2893" y="2489"/>
                      <a:pt x="2908" y="2487"/>
                      <a:pt x="2922" y="2487"/>
                    </a:cubicBezTo>
                    <a:cubicBezTo>
                      <a:pt x="2942" y="2487"/>
                      <a:pt x="2962" y="2491"/>
                      <a:pt x="2985" y="2503"/>
                    </a:cubicBezTo>
                    <a:cubicBezTo>
                      <a:pt x="3084" y="2562"/>
                      <a:pt x="3202" y="2562"/>
                      <a:pt x="3320" y="2562"/>
                    </a:cubicBezTo>
                    <a:cubicBezTo>
                      <a:pt x="3468" y="2552"/>
                      <a:pt x="3616" y="2523"/>
                      <a:pt x="3753" y="2473"/>
                    </a:cubicBezTo>
                    <a:cubicBezTo>
                      <a:pt x="3822" y="2444"/>
                      <a:pt x="3901" y="2434"/>
                      <a:pt x="3970" y="2434"/>
                    </a:cubicBezTo>
                    <a:lnTo>
                      <a:pt x="4019" y="2434"/>
                    </a:lnTo>
                    <a:cubicBezTo>
                      <a:pt x="4071" y="2440"/>
                      <a:pt x="4123" y="2442"/>
                      <a:pt x="4175" y="2442"/>
                    </a:cubicBezTo>
                    <a:cubicBezTo>
                      <a:pt x="4301" y="2442"/>
                      <a:pt x="4426" y="2428"/>
                      <a:pt x="4551" y="2414"/>
                    </a:cubicBezTo>
                    <a:cubicBezTo>
                      <a:pt x="4630" y="2404"/>
                      <a:pt x="4709" y="2404"/>
                      <a:pt x="4798" y="2404"/>
                    </a:cubicBezTo>
                    <a:lnTo>
                      <a:pt x="4857" y="2404"/>
                    </a:lnTo>
                    <a:cubicBezTo>
                      <a:pt x="4897" y="2409"/>
                      <a:pt x="4938" y="2412"/>
                      <a:pt x="4978" y="2412"/>
                    </a:cubicBezTo>
                    <a:cubicBezTo>
                      <a:pt x="5105" y="2412"/>
                      <a:pt x="5230" y="2388"/>
                      <a:pt x="5349" y="2336"/>
                    </a:cubicBezTo>
                    <a:cubicBezTo>
                      <a:pt x="5359" y="2326"/>
                      <a:pt x="5379" y="2326"/>
                      <a:pt x="5389" y="2326"/>
                    </a:cubicBezTo>
                    <a:cubicBezTo>
                      <a:pt x="5487" y="2306"/>
                      <a:pt x="5576" y="2276"/>
                      <a:pt x="5655" y="2217"/>
                    </a:cubicBezTo>
                    <a:cubicBezTo>
                      <a:pt x="5678" y="2206"/>
                      <a:pt x="5704" y="2201"/>
                      <a:pt x="5732" y="2201"/>
                    </a:cubicBezTo>
                    <a:close/>
                    <a:moveTo>
                      <a:pt x="12402" y="237"/>
                    </a:moveTo>
                    <a:cubicBezTo>
                      <a:pt x="12540" y="237"/>
                      <a:pt x="12668" y="277"/>
                      <a:pt x="12796" y="316"/>
                    </a:cubicBezTo>
                    <a:cubicBezTo>
                      <a:pt x="13033" y="375"/>
                      <a:pt x="13240" y="493"/>
                      <a:pt x="13427" y="641"/>
                    </a:cubicBezTo>
                    <a:cubicBezTo>
                      <a:pt x="13516" y="710"/>
                      <a:pt x="13604" y="779"/>
                      <a:pt x="13693" y="848"/>
                    </a:cubicBezTo>
                    <a:cubicBezTo>
                      <a:pt x="13722" y="868"/>
                      <a:pt x="13752" y="897"/>
                      <a:pt x="13781" y="917"/>
                    </a:cubicBezTo>
                    <a:cubicBezTo>
                      <a:pt x="13959" y="1094"/>
                      <a:pt x="14136" y="1262"/>
                      <a:pt x="14323" y="1429"/>
                    </a:cubicBezTo>
                    <a:cubicBezTo>
                      <a:pt x="14382" y="1488"/>
                      <a:pt x="14432" y="1557"/>
                      <a:pt x="14481" y="1626"/>
                    </a:cubicBezTo>
                    <a:cubicBezTo>
                      <a:pt x="14688" y="1902"/>
                      <a:pt x="14786" y="2227"/>
                      <a:pt x="14806" y="2562"/>
                    </a:cubicBezTo>
                    <a:cubicBezTo>
                      <a:pt x="14806" y="2670"/>
                      <a:pt x="14816" y="2779"/>
                      <a:pt x="14816" y="2887"/>
                    </a:cubicBezTo>
                    <a:cubicBezTo>
                      <a:pt x="14806" y="3074"/>
                      <a:pt x="14776" y="3252"/>
                      <a:pt x="14717" y="3429"/>
                    </a:cubicBezTo>
                    <a:cubicBezTo>
                      <a:pt x="14678" y="3547"/>
                      <a:pt x="14629" y="3665"/>
                      <a:pt x="14589" y="3784"/>
                    </a:cubicBezTo>
                    <a:cubicBezTo>
                      <a:pt x="14540" y="3912"/>
                      <a:pt x="14471" y="4030"/>
                      <a:pt x="14402" y="4148"/>
                    </a:cubicBezTo>
                    <a:cubicBezTo>
                      <a:pt x="14323" y="4266"/>
                      <a:pt x="14254" y="4384"/>
                      <a:pt x="14176" y="4503"/>
                    </a:cubicBezTo>
                    <a:cubicBezTo>
                      <a:pt x="14057" y="4690"/>
                      <a:pt x="13910" y="4867"/>
                      <a:pt x="13742" y="5015"/>
                    </a:cubicBezTo>
                    <a:cubicBezTo>
                      <a:pt x="13456" y="5271"/>
                      <a:pt x="13121" y="5409"/>
                      <a:pt x="12737" y="5419"/>
                    </a:cubicBezTo>
                    <a:cubicBezTo>
                      <a:pt x="12659" y="5429"/>
                      <a:pt x="12590" y="5429"/>
                      <a:pt x="12511" y="5429"/>
                    </a:cubicBezTo>
                    <a:cubicBezTo>
                      <a:pt x="12491" y="5429"/>
                      <a:pt x="12481" y="5419"/>
                      <a:pt x="12452" y="5419"/>
                    </a:cubicBezTo>
                    <a:cubicBezTo>
                      <a:pt x="12491" y="5291"/>
                      <a:pt x="12540" y="5163"/>
                      <a:pt x="12580" y="5035"/>
                    </a:cubicBezTo>
                    <a:lnTo>
                      <a:pt x="12629" y="5035"/>
                    </a:lnTo>
                    <a:cubicBezTo>
                      <a:pt x="12653" y="5036"/>
                      <a:pt x="12676" y="5037"/>
                      <a:pt x="12700" y="5037"/>
                    </a:cubicBezTo>
                    <a:cubicBezTo>
                      <a:pt x="12814" y="5037"/>
                      <a:pt x="12927" y="5018"/>
                      <a:pt x="13033" y="4985"/>
                    </a:cubicBezTo>
                    <a:cubicBezTo>
                      <a:pt x="13250" y="4907"/>
                      <a:pt x="13427" y="4778"/>
                      <a:pt x="13594" y="4611"/>
                    </a:cubicBezTo>
                    <a:cubicBezTo>
                      <a:pt x="13742" y="4463"/>
                      <a:pt x="13870" y="4296"/>
                      <a:pt x="13988" y="4118"/>
                    </a:cubicBezTo>
                    <a:cubicBezTo>
                      <a:pt x="14057" y="4020"/>
                      <a:pt x="14136" y="3921"/>
                      <a:pt x="14225" y="3833"/>
                    </a:cubicBezTo>
                    <a:cubicBezTo>
                      <a:pt x="14254" y="3803"/>
                      <a:pt x="14274" y="3774"/>
                      <a:pt x="14304" y="3744"/>
                    </a:cubicBezTo>
                    <a:cubicBezTo>
                      <a:pt x="14373" y="3665"/>
                      <a:pt x="14422" y="3577"/>
                      <a:pt x="14451" y="3478"/>
                    </a:cubicBezTo>
                    <a:cubicBezTo>
                      <a:pt x="14481" y="3350"/>
                      <a:pt x="14510" y="3222"/>
                      <a:pt x="14520" y="3094"/>
                    </a:cubicBezTo>
                    <a:cubicBezTo>
                      <a:pt x="14530" y="2956"/>
                      <a:pt x="14510" y="2818"/>
                      <a:pt x="14471" y="2680"/>
                    </a:cubicBezTo>
                    <a:cubicBezTo>
                      <a:pt x="14451" y="2592"/>
                      <a:pt x="14432" y="2503"/>
                      <a:pt x="14412" y="2404"/>
                    </a:cubicBezTo>
                    <a:cubicBezTo>
                      <a:pt x="14382" y="2247"/>
                      <a:pt x="14333" y="2109"/>
                      <a:pt x="14264" y="1971"/>
                    </a:cubicBezTo>
                    <a:cubicBezTo>
                      <a:pt x="14244" y="1922"/>
                      <a:pt x="14215" y="1873"/>
                      <a:pt x="14195" y="1813"/>
                    </a:cubicBezTo>
                    <a:cubicBezTo>
                      <a:pt x="14156" y="1744"/>
                      <a:pt x="14116" y="1685"/>
                      <a:pt x="14057" y="1626"/>
                    </a:cubicBezTo>
                    <a:cubicBezTo>
                      <a:pt x="13939" y="1508"/>
                      <a:pt x="13811" y="1390"/>
                      <a:pt x="13673" y="1291"/>
                    </a:cubicBezTo>
                    <a:cubicBezTo>
                      <a:pt x="13486" y="1163"/>
                      <a:pt x="13309" y="1035"/>
                      <a:pt x="13121" y="907"/>
                    </a:cubicBezTo>
                    <a:cubicBezTo>
                      <a:pt x="13062" y="858"/>
                      <a:pt x="12984" y="828"/>
                      <a:pt x="12915" y="789"/>
                    </a:cubicBezTo>
                    <a:cubicBezTo>
                      <a:pt x="12757" y="720"/>
                      <a:pt x="12599" y="661"/>
                      <a:pt x="12422" y="631"/>
                    </a:cubicBezTo>
                    <a:cubicBezTo>
                      <a:pt x="12359" y="621"/>
                      <a:pt x="12297" y="615"/>
                      <a:pt x="12236" y="615"/>
                    </a:cubicBezTo>
                    <a:cubicBezTo>
                      <a:pt x="12067" y="615"/>
                      <a:pt x="11907" y="658"/>
                      <a:pt x="11762" y="759"/>
                    </a:cubicBezTo>
                    <a:cubicBezTo>
                      <a:pt x="11614" y="848"/>
                      <a:pt x="11467" y="917"/>
                      <a:pt x="11309" y="966"/>
                    </a:cubicBezTo>
                    <a:cubicBezTo>
                      <a:pt x="11250" y="986"/>
                      <a:pt x="11181" y="1006"/>
                      <a:pt x="11122" y="1035"/>
                    </a:cubicBezTo>
                    <a:cubicBezTo>
                      <a:pt x="10885" y="1124"/>
                      <a:pt x="10679" y="1272"/>
                      <a:pt x="10511" y="1478"/>
                    </a:cubicBezTo>
                    <a:cubicBezTo>
                      <a:pt x="10442" y="1547"/>
                      <a:pt x="10383" y="1636"/>
                      <a:pt x="10324" y="1715"/>
                    </a:cubicBezTo>
                    <a:cubicBezTo>
                      <a:pt x="10216" y="1863"/>
                      <a:pt x="10117" y="2001"/>
                      <a:pt x="10009" y="2138"/>
                    </a:cubicBezTo>
                    <a:cubicBezTo>
                      <a:pt x="9910" y="2247"/>
                      <a:pt x="9841" y="2375"/>
                      <a:pt x="9802" y="2513"/>
                    </a:cubicBezTo>
                    <a:cubicBezTo>
                      <a:pt x="9762" y="2641"/>
                      <a:pt x="9753" y="2769"/>
                      <a:pt x="9792" y="2887"/>
                    </a:cubicBezTo>
                    <a:cubicBezTo>
                      <a:pt x="9792" y="2907"/>
                      <a:pt x="9802" y="2927"/>
                      <a:pt x="9812" y="2956"/>
                    </a:cubicBezTo>
                    <a:cubicBezTo>
                      <a:pt x="9841" y="3064"/>
                      <a:pt x="9861" y="3173"/>
                      <a:pt x="9871" y="3291"/>
                    </a:cubicBezTo>
                    <a:cubicBezTo>
                      <a:pt x="9871" y="3449"/>
                      <a:pt x="9900" y="3596"/>
                      <a:pt x="9969" y="3744"/>
                    </a:cubicBezTo>
                    <a:cubicBezTo>
                      <a:pt x="9979" y="3764"/>
                      <a:pt x="9979" y="3784"/>
                      <a:pt x="9989" y="3793"/>
                    </a:cubicBezTo>
                    <a:cubicBezTo>
                      <a:pt x="9989" y="3803"/>
                      <a:pt x="9989" y="3813"/>
                      <a:pt x="9989" y="3823"/>
                    </a:cubicBezTo>
                    <a:cubicBezTo>
                      <a:pt x="9861" y="3764"/>
                      <a:pt x="9723" y="3774"/>
                      <a:pt x="9595" y="3764"/>
                    </a:cubicBezTo>
                    <a:cubicBezTo>
                      <a:pt x="9575" y="3734"/>
                      <a:pt x="9575" y="3695"/>
                      <a:pt x="9565" y="3665"/>
                    </a:cubicBezTo>
                    <a:cubicBezTo>
                      <a:pt x="9526" y="3380"/>
                      <a:pt x="9516" y="3094"/>
                      <a:pt x="9565" y="2818"/>
                    </a:cubicBezTo>
                    <a:cubicBezTo>
                      <a:pt x="9595" y="2661"/>
                      <a:pt x="9634" y="2513"/>
                      <a:pt x="9674" y="2365"/>
                    </a:cubicBezTo>
                    <a:cubicBezTo>
                      <a:pt x="9713" y="2188"/>
                      <a:pt x="9772" y="2030"/>
                      <a:pt x="9851" y="1873"/>
                    </a:cubicBezTo>
                    <a:cubicBezTo>
                      <a:pt x="9910" y="1735"/>
                      <a:pt x="9989" y="1607"/>
                      <a:pt x="10087" y="1488"/>
                    </a:cubicBezTo>
                    <a:cubicBezTo>
                      <a:pt x="10196" y="1350"/>
                      <a:pt x="10334" y="1232"/>
                      <a:pt x="10472" y="1114"/>
                    </a:cubicBezTo>
                    <a:cubicBezTo>
                      <a:pt x="10639" y="966"/>
                      <a:pt x="10816" y="828"/>
                      <a:pt x="10994" y="700"/>
                    </a:cubicBezTo>
                    <a:cubicBezTo>
                      <a:pt x="11220" y="553"/>
                      <a:pt x="11447" y="424"/>
                      <a:pt x="11703" y="346"/>
                    </a:cubicBezTo>
                    <a:cubicBezTo>
                      <a:pt x="11930" y="267"/>
                      <a:pt x="12166" y="237"/>
                      <a:pt x="12402" y="237"/>
                    </a:cubicBezTo>
                    <a:close/>
                    <a:moveTo>
                      <a:pt x="838" y="4473"/>
                    </a:moveTo>
                    <a:cubicBezTo>
                      <a:pt x="916" y="4493"/>
                      <a:pt x="966" y="4532"/>
                      <a:pt x="1015" y="4601"/>
                    </a:cubicBezTo>
                    <a:cubicBezTo>
                      <a:pt x="1035" y="4650"/>
                      <a:pt x="1064" y="4690"/>
                      <a:pt x="1094" y="4739"/>
                    </a:cubicBezTo>
                    <a:cubicBezTo>
                      <a:pt x="1141" y="4802"/>
                      <a:pt x="1201" y="4834"/>
                      <a:pt x="1273" y="4834"/>
                    </a:cubicBezTo>
                    <a:cubicBezTo>
                      <a:pt x="1292" y="4834"/>
                      <a:pt x="1310" y="4832"/>
                      <a:pt x="1330" y="4828"/>
                    </a:cubicBezTo>
                    <a:cubicBezTo>
                      <a:pt x="1399" y="4818"/>
                      <a:pt x="1458" y="4788"/>
                      <a:pt x="1517" y="4749"/>
                    </a:cubicBezTo>
                    <a:cubicBezTo>
                      <a:pt x="1547" y="4724"/>
                      <a:pt x="1576" y="4712"/>
                      <a:pt x="1607" y="4712"/>
                    </a:cubicBezTo>
                    <a:cubicBezTo>
                      <a:pt x="1638" y="4712"/>
                      <a:pt x="1670" y="4724"/>
                      <a:pt x="1704" y="4749"/>
                    </a:cubicBezTo>
                    <a:cubicBezTo>
                      <a:pt x="1714" y="4759"/>
                      <a:pt x="1734" y="4778"/>
                      <a:pt x="1744" y="4798"/>
                    </a:cubicBezTo>
                    <a:cubicBezTo>
                      <a:pt x="1813" y="4867"/>
                      <a:pt x="1902" y="4907"/>
                      <a:pt x="2000" y="4916"/>
                    </a:cubicBezTo>
                    <a:cubicBezTo>
                      <a:pt x="2059" y="4926"/>
                      <a:pt x="2128" y="4936"/>
                      <a:pt x="2187" y="4936"/>
                    </a:cubicBezTo>
                    <a:cubicBezTo>
                      <a:pt x="2374" y="4946"/>
                      <a:pt x="2552" y="4985"/>
                      <a:pt x="2709" y="5074"/>
                    </a:cubicBezTo>
                    <a:cubicBezTo>
                      <a:pt x="2752" y="5095"/>
                      <a:pt x="2789" y="5111"/>
                      <a:pt x="2833" y="5111"/>
                    </a:cubicBezTo>
                    <a:cubicBezTo>
                      <a:pt x="2850" y="5111"/>
                      <a:pt x="2867" y="5109"/>
                      <a:pt x="2887" y="5104"/>
                    </a:cubicBezTo>
                    <a:cubicBezTo>
                      <a:pt x="2892" y="5101"/>
                      <a:pt x="2897" y="5100"/>
                      <a:pt x="2902" y="5100"/>
                    </a:cubicBezTo>
                    <a:cubicBezTo>
                      <a:pt x="2917" y="5100"/>
                      <a:pt x="2931" y="5109"/>
                      <a:pt x="2946" y="5123"/>
                    </a:cubicBezTo>
                    <a:cubicBezTo>
                      <a:pt x="3005" y="5153"/>
                      <a:pt x="3054" y="5192"/>
                      <a:pt x="3084" y="5251"/>
                    </a:cubicBezTo>
                    <a:cubicBezTo>
                      <a:pt x="3143" y="5360"/>
                      <a:pt x="3251" y="5399"/>
                      <a:pt x="3359" y="5438"/>
                    </a:cubicBezTo>
                    <a:cubicBezTo>
                      <a:pt x="3373" y="5444"/>
                      <a:pt x="3386" y="5446"/>
                      <a:pt x="3399" y="5446"/>
                    </a:cubicBezTo>
                    <a:cubicBezTo>
                      <a:pt x="3434" y="5446"/>
                      <a:pt x="3468" y="5428"/>
                      <a:pt x="3497" y="5399"/>
                    </a:cubicBezTo>
                    <a:cubicBezTo>
                      <a:pt x="3566" y="5340"/>
                      <a:pt x="3625" y="5271"/>
                      <a:pt x="3675" y="5212"/>
                    </a:cubicBezTo>
                    <a:cubicBezTo>
                      <a:pt x="3714" y="5163"/>
                      <a:pt x="3753" y="5133"/>
                      <a:pt x="3813" y="5133"/>
                    </a:cubicBezTo>
                    <a:cubicBezTo>
                      <a:pt x="3872" y="5123"/>
                      <a:pt x="3921" y="5113"/>
                      <a:pt x="3970" y="5104"/>
                    </a:cubicBezTo>
                    <a:cubicBezTo>
                      <a:pt x="4039" y="5104"/>
                      <a:pt x="4098" y="5104"/>
                      <a:pt x="4167" y="5123"/>
                    </a:cubicBezTo>
                    <a:cubicBezTo>
                      <a:pt x="4266" y="5153"/>
                      <a:pt x="4364" y="5173"/>
                      <a:pt x="4473" y="5202"/>
                    </a:cubicBezTo>
                    <a:cubicBezTo>
                      <a:pt x="4522" y="5212"/>
                      <a:pt x="4581" y="5232"/>
                      <a:pt x="4620" y="5271"/>
                    </a:cubicBezTo>
                    <a:cubicBezTo>
                      <a:pt x="4709" y="5340"/>
                      <a:pt x="4817" y="5379"/>
                      <a:pt x="4936" y="5399"/>
                    </a:cubicBezTo>
                    <a:cubicBezTo>
                      <a:pt x="5041" y="5414"/>
                      <a:pt x="5147" y="5435"/>
                      <a:pt x="5258" y="5435"/>
                    </a:cubicBezTo>
                    <a:cubicBezTo>
                      <a:pt x="5291" y="5435"/>
                      <a:pt x="5325" y="5433"/>
                      <a:pt x="5359" y="5429"/>
                    </a:cubicBezTo>
                    <a:cubicBezTo>
                      <a:pt x="5428" y="5419"/>
                      <a:pt x="5497" y="5409"/>
                      <a:pt x="5566" y="5389"/>
                    </a:cubicBezTo>
                    <a:cubicBezTo>
                      <a:pt x="5635" y="5379"/>
                      <a:pt x="5704" y="5370"/>
                      <a:pt x="5773" y="5350"/>
                    </a:cubicBezTo>
                    <a:cubicBezTo>
                      <a:pt x="5891" y="5320"/>
                      <a:pt x="6009" y="5291"/>
                      <a:pt x="6118" y="5251"/>
                    </a:cubicBezTo>
                    <a:cubicBezTo>
                      <a:pt x="6177" y="5232"/>
                      <a:pt x="6236" y="5202"/>
                      <a:pt x="6305" y="5163"/>
                    </a:cubicBezTo>
                    <a:cubicBezTo>
                      <a:pt x="6315" y="5173"/>
                      <a:pt x="6344" y="5182"/>
                      <a:pt x="6364" y="5192"/>
                    </a:cubicBezTo>
                    <a:cubicBezTo>
                      <a:pt x="6423" y="5232"/>
                      <a:pt x="6492" y="5271"/>
                      <a:pt x="6551" y="5310"/>
                    </a:cubicBezTo>
                    <a:cubicBezTo>
                      <a:pt x="6581" y="5320"/>
                      <a:pt x="6610" y="5350"/>
                      <a:pt x="6640" y="5360"/>
                    </a:cubicBezTo>
                    <a:cubicBezTo>
                      <a:pt x="6659" y="5379"/>
                      <a:pt x="6689" y="5399"/>
                      <a:pt x="6719" y="5419"/>
                    </a:cubicBezTo>
                    <a:cubicBezTo>
                      <a:pt x="6829" y="5463"/>
                      <a:pt x="6940" y="5485"/>
                      <a:pt x="7055" y="5485"/>
                    </a:cubicBezTo>
                    <a:cubicBezTo>
                      <a:pt x="7093" y="5485"/>
                      <a:pt x="7132" y="5483"/>
                      <a:pt x="7172" y="5478"/>
                    </a:cubicBezTo>
                    <a:cubicBezTo>
                      <a:pt x="7270" y="5468"/>
                      <a:pt x="7349" y="5429"/>
                      <a:pt x="7408" y="5350"/>
                    </a:cubicBezTo>
                    <a:cubicBezTo>
                      <a:pt x="7428" y="5310"/>
                      <a:pt x="7457" y="5301"/>
                      <a:pt x="7497" y="5301"/>
                    </a:cubicBezTo>
                    <a:cubicBezTo>
                      <a:pt x="7546" y="5301"/>
                      <a:pt x="7605" y="5291"/>
                      <a:pt x="7674" y="5281"/>
                    </a:cubicBezTo>
                    <a:cubicBezTo>
                      <a:pt x="7684" y="5301"/>
                      <a:pt x="7704" y="5310"/>
                      <a:pt x="7713" y="5330"/>
                    </a:cubicBezTo>
                    <a:cubicBezTo>
                      <a:pt x="7753" y="5379"/>
                      <a:pt x="7802" y="5399"/>
                      <a:pt x="7861" y="5399"/>
                    </a:cubicBezTo>
                    <a:cubicBezTo>
                      <a:pt x="7901" y="5399"/>
                      <a:pt x="7930" y="5399"/>
                      <a:pt x="7970" y="5389"/>
                    </a:cubicBezTo>
                    <a:cubicBezTo>
                      <a:pt x="8029" y="5370"/>
                      <a:pt x="8098" y="5350"/>
                      <a:pt x="8157" y="5330"/>
                    </a:cubicBezTo>
                    <a:cubicBezTo>
                      <a:pt x="8176" y="5325"/>
                      <a:pt x="8194" y="5323"/>
                      <a:pt x="8210" y="5323"/>
                    </a:cubicBezTo>
                    <a:cubicBezTo>
                      <a:pt x="8226" y="5323"/>
                      <a:pt x="8240" y="5325"/>
                      <a:pt x="8255" y="5330"/>
                    </a:cubicBezTo>
                    <a:cubicBezTo>
                      <a:pt x="8290" y="5342"/>
                      <a:pt x="8328" y="5346"/>
                      <a:pt x="8365" y="5346"/>
                    </a:cubicBezTo>
                    <a:cubicBezTo>
                      <a:pt x="8392" y="5346"/>
                      <a:pt x="8418" y="5344"/>
                      <a:pt x="8442" y="5340"/>
                    </a:cubicBezTo>
                    <a:cubicBezTo>
                      <a:pt x="8551" y="5320"/>
                      <a:pt x="8669" y="5310"/>
                      <a:pt x="8777" y="5281"/>
                    </a:cubicBezTo>
                    <a:cubicBezTo>
                      <a:pt x="8784" y="5278"/>
                      <a:pt x="8792" y="5276"/>
                      <a:pt x="8800" y="5276"/>
                    </a:cubicBezTo>
                    <a:cubicBezTo>
                      <a:pt x="8817" y="5276"/>
                      <a:pt x="8836" y="5281"/>
                      <a:pt x="8856" y="5281"/>
                    </a:cubicBezTo>
                    <a:cubicBezTo>
                      <a:pt x="8915" y="5281"/>
                      <a:pt x="8974" y="5281"/>
                      <a:pt x="9024" y="5271"/>
                    </a:cubicBezTo>
                    <a:cubicBezTo>
                      <a:pt x="9100" y="5264"/>
                      <a:pt x="9177" y="5257"/>
                      <a:pt x="9250" y="5257"/>
                    </a:cubicBezTo>
                    <a:cubicBezTo>
                      <a:pt x="9280" y="5257"/>
                      <a:pt x="9310" y="5258"/>
                      <a:pt x="9339" y="5261"/>
                    </a:cubicBezTo>
                    <a:cubicBezTo>
                      <a:pt x="9401" y="5273"/>
                      <a:pt x="9463" y="5278"/>
                      <a:pt x="9525" y="5278"/>
                    </a:cubicBezTo>
                    <a:cubicBezTo>
                      <a:pt x="9621" y="5278"/>
                      <a:pt x="9716" y="5265"/>
                      <a:pt x="9812" y="5241"/>
                    </a:cubicBezTo>
                    <a:lnTo>
                      <a:pt x="9930" y="5241"/>
                    </a:lnTo>
                    <a:cubicBezTo>
                      <a:pt x="10009" y="5251"/>
                      <a:pt x="10087" y="5261"/>
                      <a:pt x="10166" y="5261"/>
                    </a:cubicBezTo>
                    <a:cubicBezTo>
                      <a:pt x="10177" y="5262"/>
                      <a:pt x="10187" y="5263"/>
                      <a:pt x="10197" y="5263"/>
                    </a:cubicBezTo>
                    <a:cubicBezTo>
                      <a:pt x="10285" y="5263"/>
                      <a:pt x="10373" y="5226"/>
                      <a:pt x="10452" y="5182"/>
                    </a:cubicBezTo>
                    <a:cubicBezTo>
                      <a:pt x="10531" y="5143"/>
                      <a:pt x="10580" y="5084"/>
                      <a:pt x="10580" y="4995"/>
                    </a:cubicBezTo>
                    <a:cubicBezTo>
                      <a:pt x="10590" y="4976"/>
                      <a:pt x="10590" y="4966"/>
                      <a:pt x="10590" y="4946"/>
                    </a:cubicBezTo>
                    <a:cubicBezTo>
                      <a:pt x="10629" y="4926"/>
                      <a:pt x="10659" y="4916"/>
                      <a:pt x="10688" y="4916"/>
                    </a:cubicBezTo>
                    <a:cubicBezTo>
                      <a:pt x="10747" y="4916"/>
                      <a:pt x="10807" y="4907"/>
                      <a:pt x="10866" y="4887"/>
                    </a:cubicBezTo>
                    <a:cubicBezTo>
                      <a:pt x="10885" y="4877"/>
                      <a:pt x="10905" y="4872"/>
                      <a:pt x="10924" y="4872"/>
                    </a:cubicBezTo>
                    <a:cubicBezTo>
                      <a:pt x="10942" y="4872"/>
                      <a:pt x="10959" y="4877"/>
                      <a:pt x="10974" y="4887"/>
                    </a:cubicBezTo>
                    <a:cubicBezTo>
                      <a:pt x="11013" y="4907"/>
                      <a:pt x="11053" y="4926"/>
                      <a:pt x="11092" y="4936"/>
                    </a:cubicBezTo>
                    <a:cubicBezTo>
                      <a:pt x="11137" y="4953"/>
                      <a:pt x="11179" y="4962"/>
                      <a:pt x="11219" y="4962"/>
                    </a:cubicBezTo>
                    <a:cubicBezTo>
                      <a:pt x="11295" y="4962"/>
                      <a:pt x="11363" y="4931"/>
                      <a:pt x="11427" y="4867"/>
                    </a:cubicBezTo>
                    <a:cubicBezTo>
                      <a:pt x="11496" y="4798"/>
                      <a:pt x="11565" y="4729"/>
                      <a:pt x="11624" y="4660"/>
                    </a:cubicBezTo>
                    <a:cubicBezTo>
                      <a:pt x="11657" y="4619"/>
                      <a:pt x="11697" y="4599"/>
                      <a:pt x="11743" y="4599"/>
                    </a:cubicBezTo>
                    <a:cubicBezTo>
                      <a:pt x="11753" y="4599"/>
                      <a:pt x="11762" y="4600"/>
                      <a:pt x="11772" y="4601"/>
                    </a:cubicBezTo>
                    <a:cubicBezTo>
                      <a:pt x="11811" y="4611"/>
                      <a:pt x="11851" y="4611"/>
                      <a:pt x="11900" y="4621"/>
                    </a:cubicBezTo>
                    <a:cubicBezTo>
                      <a:pt x="11929" y="4632"/>
                      <a:pt x="11961" y="4637"/>
                      <a:pt x="11993" y="4637"/>
                    </a:cubicBezTo>
                    <a:cubicBezTo>
                      <a:pt x="12015" y="4637"/>
                      <a:pt x="12037" y="4635"/>
                      <a:pt x="12058" y="4631"/>
                    </a:cubicBezTo>
                    <a:cubicBezTo>
                      <a:pt x="12186" y="4601"/>
                      <a:pt x="12324" y="4581"/>
                      <a:pt x="12442" y="4522"/>
                    </a:cubicBezTo>
                    <a:lnTo>
                      <a:pt x="12461" y="4522"/>
                    </a:lnTo>
                    <a:cubicBezTo>
                      <a:pt x="12471" y="4562"/>
                      <a:pt x="12471" y="4591"/>
                      <a:pt x="12461" y="4631"/>
                    </a:cubicBezTo>
                    <a:cubicBezTo>
                      <a:pt x="12412" y="4907"/>
                      <a:pt x="12353" y="5173"/>
                      <a:pt x="12245" y="5419"/>
                    </a:cubicBezTo>
                    <a:cubicBezTo>
                      <a:pt x="12166" y="5616"/>
                      <a:pt x="12058" y="5773"/>
                      <a:pt x="11900" y="5911"/>
                    </a:cubicBezTo>
                    <a:cubicBezTo>
                      <a:pt x="11536" y="6246"/>
                      <a:pt x="11122" y="6493"/>
                      <a:pt x="10649" y="6640"/>
                    </a:cubicBezTo>
                    <a:cubicBezTo>
                      <a:pt x="10344" y="6729"/>
                      <a:pt x="10028" y="6808"/>
                      <a:pt x="9713" y="6847"/>
                    </a:cubicBezTo>
                    <a:cubicBezTo>
                      <a:pt x="9457" y="6887"/>
                      <a:pt x="9211" y="6926"/>
                      <a:pt x="8955" y="6955"/>
                    </a:cubicBezTo>
                    <a:cubicBezTo>
                      <a:pt x="8787" y="6975"/>
                      <a:pt x="8620" y="6995"/>
                      <a:pt x="8452" y="7015"/>
                    </a:cubicBezTo>
                    <a:cubicBezTo>
                      <a:pt x="8236" y="7044"/>
                      <a:pt x="8019" y="7084"/>
                      <a:pt x="7802" y="7103"/>
                    </a:cubicBezTo>
                    <a:cubicBezTo>
                      <a:pt x="7585" y="7133"/>
                      <a:pt x="7369" y="7162"/>
                      <a:pt x="7142" y="7182"/>
                    </a:cubicBezTo>
                    <a:cubicBezTo>
                      <a:pt x="6714" y="7212"/>
                      <a:pt x="6285" y="7224"/>
                      <a:pt x="5855" y="7224"/>
                    </a:cubicBezTo>
                    <a:cubicBezTo>
                      <a:pt x="5582" y="7224"/>
                      <a:pt x="5309" y="7219"/>
                      <a:pt x="5034" y="7212"/>
                    </a:cubicBezTo>
                    <a:cubicBezTo>
                      <a:pt x="4689" y="7202"/>
                      <a:pt x="4344" y="7153"/>
                      <a:pt x="4000" y="7074"/>
                    </a:cubicBezTo>
                    <a:cubicBezTo>
                      <a:pt x="3832" y="7034"/>
                      <a:pt x="3665" y="7005"/>
                      <a:pt x="3487" y="6965"/>
                    </a:cubicBezTo>
                    <a:cubicBezTo>
                      <a:pt x="3290" y="6916"/>
                      <a:pt x="3093" y="6847"/>
                      <a:pt x="2896" y="6778"/>
                    </a:cubicBezTo>
                    <a:cubicBezTo>
                      <a:pt x="2630" y="6680"/>
                      <a:pt x="2364" y="6581"/>
                      <a:pt x="2099" y="6473"/>
                    </a:cubicBezTo>
                    <a:cubicBezTo>
                      <a:pt x="1783" y="6355"/>
                      <a:pt x="1507" y="6158"/>
                      <a:pt x="1261" y="5931"/>
                    </a:cubicBezTo>
                    <a:cubicBezTo>
                      <a:pt x="1064" y="5734"/>
                      <a:pt x="887" y="5527"/>
                      <a:pt x="749" y="5291"/>
                    </a:cubicBezTo>
                    <a:cubicBezTo>
                      <a:pt x="670" y="5143"/>
                      <a:pt x="601" y="4985"/>
                      <a:pt x="552" y="4828"/>
                    </a:cubicBezTo>
                    <a:cubicBezTo>
                      <a:pt x="513" y="4719"/>
                      <a:pt x="473" y="4611"/>
                      <a:pt x="434" y="4473"/>
                    </a:cubicBezTo>
                    <a:lnTo>
                      <a:pt x="434" y="4473"/>
                    </a:lnTo>
                    <a:cubicBezTo>
                      <a:pt x="508" y="4517"/>
                      <a:pt x="577" y="4540"/>
                      <a:pt x="643" y="4540"/>
                    </a:cubicBezTo>
                    <a:cubicBezTo>
                      <a:pt x="710" y="4540"/>
                      <a:pt x="774" y="4517"/>
                      <a:pt x="838" y="4473"/>
                    </a:cubicBezTo>
                    <a:close/>
                    <a:moveTo>
                      <a:pt x="9230" y="7089"/>
                    </a:moveTo>
                    <a:cubicBezTo>
                      <a:pt x="9240" y="7089"/>
                      <a:pt x="9250" y="7090"/>
                      <a:pt x="9260" y="7093"/>
                    </a:cubicBezTo>
                    <a:cubicBezTo>
                      <a:pt x="9260" y="7172"/>
                      <a:pt x="9230" y="7251"/>
                      <a:pt x="9221" y="7330"/>
                    </a:cubicBezTo>
                    <a:cubicBezTo>
                      <a:pt x="9102" y="7891"/>
                      <a:pt x="8935" y="8433"/>
                      <a:pt x="8738" y="8965"/>
                    </a:cubicBezTo>
                    <a:cubicBezTo>
                      <a:pt x="8649" y="9201"/>
                      <a:pt x="8551" y="9418"/>
                      <a:pt x="8433" y="9635"/>
                    </a:cubicBezTo>
                    <a:cubicBezTo>
                      <a:pt x="8245" y="9980"/>
                      <a:pt x="8039" y="10315"/>
                      <a:pt x="7812" y="10640"/>
                    </a:cubicBezTo>
                    <a:cubicBezTo>
                      <a:pt x="7743" y="10728"/>
                      <a:pt x="7674" y="10817"/>
                      <a:pt x="7595" y="10896"/>
                    </a:cubicBezTo>
                    <a:cubicBezTo>
                      <a:pt x="7408" y="11083"/>
                      <a:pt x="7181" y="11172"/>
                      <a:pt x="6916" y="11191"/>
                    </a:cubicBezTo>
                    <a:cubicBezTo>
                      <a:pt x="6758" y="11191"/>
                      <a:pt x="6600" y="11201"/>
                      <a:pt x="6433" y="11211"/>
                    </a:cubicBezTo>
                    <a:lnTo>
                      <a:pt x="6256" y="11211"/>
                    </a:lnTo>
                    <a:cubicBezTo>
                      <a:pt x="6137" y="11211"/>
                      <a:pt x="6019" y="11201"/>
                      <a:pt x="5911" y="11191"/>
                    </a:cubicBezTo>
                    <a:cubicBezTo>
                      <a:pt x="5733" y="11181"/>
                      <a:pt x="5566" y="11132"/>
                      <a:pt x="5399" y="11063"/>
                    </a:cubicBezTo>
                    <a:cubicBezTo>
                      <a:pt x="5133" y="10955"/>
                      <a:pt x="4945" y="10768"/>
                      <a:pt x="4807" y="10521"/>
                    </a:cubicBezTo>
                    <a:cubicBezTo>
                      <a:pt x="4630" y="10157"/>
                      <a:pt x="4443" y="9802"/>
                      <a:pt x="4266" y="9428"/>
                    </a:cubicBezTo>
                    <a:cubicBezTo>
                      <a:pt x="4069" y="9014"/>
                      <a:pt x="3941" y="8581"/>
                      <a:pt x="3852" y="8128"/>
                    </a:cubicBezTo>
                    <a:cubicBezTo>
                      <a:pt x="3832" y="8039"/>
                      <a:pt x="3813" y="7950"/>
                      <a:pt x="3803" y="7862"/>
                    </a:cubicBezTo>
                    <a:cubicBezTo>
                      <a:pt x="3763" y="7665"/>
                      <a:pt x="3704" y="7487"/>
                      <a:pt x="3645" y="7300"/>
                    </a:cubicBezTo>
                    <a:cubicBezTo>
                      <a:pt x="3635" y="7271"/>
                      <a:pt x="3616" y="7251"/>
                      <a:pt x="3625" y="7212"/>
                    </a:cubicBezTo>
                    <a:lnTo>
                      <a:pt x="3665" y="7212"/>
                    </a:lnTo>
                    <a:cubicBezTo>
                      <a:pt x="3803" y="7241"/>
                      <a:pt x="3941" y="7271"/>
                      <a:pt x="4079" y="7300"/>
                    </a:cubicBezTo>
                    <a:cubicBezTo>
                      <a:pt x="4443" y="7369"/>
                      <a:pt x="4807" y="7409"/>
                      <a:pt x="5172" y="7409"/>
                    </a:cubicBezTo>
                    <a:cubicBezTo>
                      <a:pt x="5270" y="7409"/>
                      <a:pt x="5359" y="7418"/>
                      <a:pt x="5448" y="7418"/>
                    </a:cubicBezTo>
                    <a:cubicBezTo>
                      <a:pt x="5733" y="7409"/>
                      <a:pt x="6019" y="7409"/>
                      <a:pt x="6305" y="7399"/>
                    </a:cubicBezTo>
                    <a:cubicBezTo>
                      <a:pt x="6462" y="7399"/>
                      <a:pt x="6610" y="7389"/>
                      <a:pt x="6768" y="7379"/>
                    </a:cubicBezTo>
                    <a:cubicBezTo>
                      <a:pt x="6984" y="7369"/>
                      <a:pt x="7201" y="7350"/>
                      <a:pt x="7418" y="7330"/>
                    </a:cubicBezTo>
                    <a:cubicBezTo>
                      <a:pt x="7733" y="7290"/>
                      <a:pt x="8048" y="7231"/>
                      <a:pt x="8364" y="7192"/>
                    </a:cubicBezTo>
                    <a:cubicBezTo>
                      <a:pt x="8521" y="7172"/>
                      <a:pt x="8689" y="7153"/>
                      <a:pt x="8846" y="7133"/>
                    </a:cubicBezTo>
                    <a:cubicBezTo>
                      <a:pt x="8955" y="7113"/>
                      <a:pt x="9063" y="7103"/>
                      <a:pt x="9171" y="7093"/>
                    </a:cubicBezTo>
                    <a:cubicBezTo>
                      <a:pt x="9191" y="7093"/>
                      <a:pt x="9211" y="7089"/>
                      <a:pt x="9230" y="7089"/>
                    </a:cubicBezTo>
                    <a:close/>
                    <a:moveTo>
                      <a:pt x="5556" y="11349"/>
                    </a:moveTo>
                    <a:cubicBezTo>
                      <a:pt x="5576" y="11349"/>
                      <a:pt x="5596" y="11359"/>
                      <a:pt x="5615" y="11359"/>
                    </a:cubicBezTo>
                    <a:cubicBezTo>
                      <a:pt x="5743" y="11398"/>
                      <a:pt x="5861" y="11408"/>
                      <a:pt x="5999" y="11408"/>
                    </a:cubicBezTo>
                    <a:cubicBezTo>
                      <a:pt x="6029" y="11408"/>
                      <a:pt x="6068" y="11408"/>
                      <a:pt x="6098" y="11418"/>
                    </a:cubicBezTo>
                    <a:cubicBezTo>
                      <a:pt x="6169" y="11425"/>
                      <a:pt x="6242" y="11429"/>
                      <a:pt x="6316" y="11429"/>
                    </a:cubicBezTo>
                    <a:cubicBezTo>
                      <a:pt x="6434" y="11429"/>
                      <a:pt x="6554" y="11420"/>
                      <a:pt x="6669" y="11408"/>
                    </a:cubicBezTo>
                    <a:cubicBezTo>
                      <a:pt x="6758" y="11408"/>
                      <a:pt x="6837" y="11408"/>
                      <a:pt x="6916" y="11398"/>
                    </a:cubicBezTo>
                    <a:cubicBezTo>
                      <a:pt x="7004" y="11388"/>
                      <a:pt x="7083" y="11378"/>
                      <a:pt x="7162" y="11369"/>
                    </a:cubicBezTo>
                    <a:lnTo>
                      <a:pt x="7201" y="11369"/>
                    </a:lnTo>
                    <a:cubicBezTo>
                      <a:pt x="7191" y="11398"/>
                      <a:pt x="7191" y="11418"/>
                      <a:pt x="7181" y="11447"/>
                    </a:cubicBezTo>
                    <a:cubicBezTo>
                      <a:pt x="7113" y="11635"/>
                      <a:pt x="7053" y="11822"/>
                      <a:pt x="7014" y="12019"/>
                    </a:cubicBezTo>
                    <a:cubicBezTo>
                      <a:pt x="6994" y="12167"/>
                      <a:pt x="6975" y="12304"/>
                      <a:pt x="6955" y="12452"/>
                    </a:cubicBezTo>
                    <a:cubicBezTo>
                      <a:pt x="6935" y="12629"/>
                      <a:pt x="6925" y="12797"/>
                      <a:pt x="6906" y="12974"/>
                    </a:cubicBezTo>
                    <a:cubicBezTo>
                      <a:pt x="6896" y="13142"/>
                      <a:pt x="6906" y="13319"/>
                      <a:pt x="6906" y="13487"/>
                    </a:cubicBezTo>
                    <a:cubicBezTo>
                      <a:pt x="6916" y="13713"/>
                      <a:pt x="6906" y="13949"/>
                      <a:pt x="6896" y="14176"/>
                    </a:cubicBezTo>
                    <a:cubicBezTo>
                      <a:pt x="6876" y="14383"/>
                      <a:pt x="6856" y="14590"/>
                      <a:pt x="6847" y="14797"/>
                    </a:cubicBezTo>
                    <a:cubicBezTo>
                      <a:pt x="6817" y="15201"/>
                      <a:pt x="6797" y="15604"/>
                      <a:pt x="6817" y="16018"/>
                    </a:cubicBezTo>
                    <a:cubicBezTo>
                      <a:pt x="6827" y="16304"/>
                      <a:pt x="6837" y="16599"/>
                      <a:pt x="6856" y="16885"/>
                    </a:cubicBezTo>
                    <a:cubicBezTo>
                      <a:pt x="6866" y="17003"/>
                      <a:pt x="6876" y="17121"/>
                      <a:pt x="6896" y="17240"/>
                    </a:cubicBezTo>
                    <a:cubicBezTo>
                      <a:pt x="6906" y="17338"/>
                      <a:pt x="6935" y="17427"/>
                      <a:pt x="7014" y="17496"/>
                    </a:cubicBezTo>
                    <a:cubicBezTo>
                      <a:pt x="7024" y="17506"/>
                      <a:pt x="7024" y="17515"/>
                      <a:pt x="7034" y="17525"/>
                    </a:cubicBezTo>
                    <a:cubicBezTo>
                      <a:pt x="7162" y="17683"/>
                      <a:pt x="7142" y="17890"/>
                      <a:pt x="7004" y="18028"/>
                    </a:cubicBezTo>
                    <a:cubicBezTo>
                      <a:pt x="6955" y="18077"/>
                      <a:pt x="6896" y="18097"/>
                      <a:pt x="6827" y="18097"/>
                    </a:cubicBezTo>
                    <a:lnTo>
                      <a:pt x="6590" y="18097"/>
                    </a:lnTo>
                    <a:cubicBezTo>
                      <a:pt x="6482" y="18106"/>
                      <a:pt x="6374" y="18106"/>
                      <a:pt x="6265" y="18106"/>
                    </a:cubicBezTo>
                    <a:cubicBezTo>
                      <a:pt x="6187" y="18106"/>
                      <a:pt x="6118" y="18116"/>
                      <a:pt x="6049" y="18126"/>
                    </a:cubicBezTo>
                    <a:cubicBezTo>
                      <a:pt x="6004" y="18137"/>
                      <a:pt x="5960" y="18142"/>
                      <a:pt x="5918" y="18142"/>
                    </a:cubicBezTo>
                    <a:cubicBezTo>
                      <a:pt x="5802" y="18142"/>
                      <a:pt x="5694" y="18105"/>
                      <a:pt x="5586" y="18047"/>
                    </a:cubicBezTo>
                    <a:cubicBezTo>
                      <a:pt x="5546" y="18028"/>
                      <a:pt x="5507" y="17998"/>
                      <a:pt x="5497" y="17949"/>
                    </a:cubicBezTo>
                    <a:cubicBezTo>
                      <a:pt x="5487" y="17919"/>
                      <a:pt x="5487" y="17900"/>
                      <a:pt x="5507" y="17870"/>
                    </a:cubicBezTo>
                    <a:cubicBezTo>
                      <a:pt x="5536" y="17841"/>
                      <a:pt x="5556" y="17801"/>
                      <a:pt x="5596" y="17772"/>
                    </a:cubicBezTo>
                    <a:cubicBezTo>
                      <a:pt x="5733" y="17663"/>
                      <a:pt x="5842" y="17515"/>
                      <a:pt x="5930" y="17358"/>
                    </a:cubicBezTo>
                    <a:cubicBezTo>
                      <a:pt x="5980" y="17269"/>
                      <a:pt x="6009" y="17181"/>
                      <a:pt x="6009" y="17082"/>
                    </a:cubicBezTo>
                    <a:cubicBezTo>
                      <a:pt x="6009" y="16836"/>
                      <a:pt x="6019" y="16599"/>
                      <a:pt x="6019" y="16363"/>
                    </a:cubicBezTo>
                    <a:cubicBezTo>
                      <a:pt x="6019" y="16166"/>
                      <a:pt x="6019" y="15969"/>
                      <a:pt x="6019" y="15772"/>
                    </a:cubicBezTo>
                    <a:cubicBezTo>
                      <a:pt x="6009" y="15486"/>
                      <a:pt x="5999" y="15201"/>
                      <a:pt x="5990" y="14905"/>
                    </a:cubicBezTo>
                    <a:cubicBezTo>
                      <a:pt x="5970" y="14570"/>
                      <a:pt x="5950" y="14245"/>
                      <a:pt x="5930" y="13910"/>
                    </a:cubicBezTo>
                    <a:cubicBezTo>
                      <a:pt x="5911" y="13467"/>
                      <a:pt x="5871" y="13033"/>
                      <a:pt x="5802" y="12590"/>
                    </a:cubicBezTo>
                    <a:cubicBezTo>
                      <a:pt x="5773" y="12403"/>
                      <a:pt x="5743" y="12216"/>
                      <a:pt x="5714" y="12029"/>
                    </a:cubicBezTo>
                    <a:cubicBezTo>
                      <a:pt x="5674" y="11861"/>
                      <a:pt x="5625" y="11704"/>
                      <a:pt x="5586" y="11536"/>
                    </a:cubicBezTo>
                    <a:cubicBezTo>
                      <a:pt x="5576" y="11477"/>
                      <a:pt x="5556" y="11418"/>
                      <a:pt x="5556" y="11349"/>
                    </a:cubicBezTo>
                    <a:close/>
                    <a:moveTo>
                      <a:pt x="7398" y="17860"/>
                    </a:moveTo>
                    <a:cubicBezTo>
                      <a:pt x="7723" y="17870"/>
                      <a:pt x="8039" y="17890"/>
                      <a:pt x="8364" y="17949"/>
                    </a:cubicBezTo>
                    <a:cubicBezTo>
                      <a:pt x="8620" y="17998"/>
                      <a:pt x="8876" y="18067"/>
                      <a:pt x="9122" y="18166"/>
                    </a:cubicBezTo>
                    <a:cubicBezTo>
                      <a:pt x="9270" y="18225"/>
                      <a:pt x="9398" y="18304"/>
                      <a:pt x="9526" y="18392"/>
                    </a:cubicBezTo>
                    <a:cubicBezTo>
                      <a:pt x="9654" y="18501"/>
                      <a:pt x="9772" y="18609"/>
                      <a:pt x="9881" y="18737"/>
                    </a:cubicBezTo>
                    <a:cubicBezTo>
                      <a:pt x="9920" y="18776"/>
                      <a:pt x="9950" y="18835"/>
                      <a:pt x="9989" y="18885"/>
                    </a:cubicBezTo>
                    <a:cubicBezTo>
                      <a:pt x="10028" y="18954"/>
                      <a:pt x="10038" y="19042"/>
                      <a:pt x="10009" y="19121"/>
                    </a:cubicBezTo>
                    <a:cubicBezTo>
                      <a:pt x="9950" y="19269"/>
                      <a:pt x="9881" y="19407"/>
                      <a:pt x="9772" y="19525"/>
                    </a:cubicBezTo>
                    <a:cubicBezTo>
                      <a:pt x="9526" y="19791"/>
                      <a:pt x="9230" y="19929"/>
                      <a:pt x="8886" y="19968"/>
                    </a:cubicBezTo>
                    <a:cubicBezTo>
                      <a:pt x="8639" y="19998"/>
                      <a:pt x="8393" y="20027"/>
                      <a:pt x="8157" y="20057"/>
                    </a:cubicBezTo>
                    <a:cubicBezTo>
                      <a:pt x="7773" y="20096"/>
                      <a:pt x="7398" y="20155"/>
                      <a:pt x="7024" y="20244"/>
                    </a:cubicBezTo>
                    <a:cubicBezTo>
                      <a:pt x="6728" y="20313"/>
                      <a:pt x="6423" y="20362"/>
                      <a:pt x="6118" y="20392"/>
                    </a:cubicBezTo>
                    <a:cubicBezTo>
                      <a:pt x="6095" y="20395"/>
                      <a:pt x="6071" y="20396"/>
                      <a:pt x="6046" y="20396"/>
                    </a:cubicBezTo>
                    <a:cubicBezTo>
                      <a:pt x="5997" y="20396"/>
                      <a:pt x="5947" y="20392"/>
                      <a:pt x="5901" y="20392"/>
                    </a:cubicBezTo>
                    <a:cubicBezTo>
                      <a:pt x="5664" y="20382"/>
                      <a:pt x="5418" y="20372"/>
                      <a:pt x="5182" y="20352"/>
                    </a:cubicBezTo>
                    <a:cubicBezTo>
                      <a:pt x="4985" y="20343"/>
                      <a:pt x="4788" y="20303"/>
                      <a:pt x="4601" y="20264"/>
                    </a:cubicBezTo>
                    <a:cubicBezTo>
                      <a:pt x="4473" y="20244"/>
                      <a:pt x="4344" y="20215"/>
                      <a:pt x="4216" y="20195"/>
                    </a:cubicBezTo>
                    <a:cubicBezTo>
                      <a:pt x="3980" y="20146"/>
                      <a:pt x="3763" y="20067"/>
                      <a:pt x="3537" y="19978"/>
                    </a:cubicBezTo>
                    <a:cubicBezTo>
                      <a:pt x="3379" y="19929"/>
                      <a:pt x="3231" y="19850"/>
                      <a:pt x="3093" y="19771"/>
                    </a:cubicBezTo>
                    <a:cubicBezTo>
                      <a:pt x="2946" y="19683"/>
                      <a:pt x="2808" y="19574"/>
                      <a:pt x="2680" y="19456"/>
                    </a:cubicBezTo>
                    <a:cubicBezTo>
                      <a:pt x="2621" y="19407"/>
                      <a:pt x="2591" y="19358"/>
                      <a:pt x="2581" y="19279"/>
                    </a:cubicBezTo>
                    <a:cubicBezTo>
                      <a:pt x="2571" y="19210"/>
                      <a:pt x="2562" y="19131"/>
                      <a:pt x="2552" y="19062"/>
                    </a:cubicBezTo>
                    <a:cubicBezTo>
                      <a:pt x="2542" y="18993"/>
                      <a:pt x="2542" y="18924"/>
                      <a:pt x="2552" y="18855"/>
                    </a:cubicBezTo>
                    <a:cubicBezTo>
                      <a:pt x="2581" y="18717"/>
                      <a:pt x="2650" y="18599"/>
                      <a:pt x="2768" y="18520"/>
                    </a:cubicBezTo>
                    <a:cubicBezTo>
                      <a:pt x="2857" y="18461"/>
                      <a:pt x="2956" y="18422"/>
                      <a:pt x="3054" y="18382"/>
                    </a:cubicBezTo>
                    <a:cubicBezTo>
                      <a:pt x="3261" y="18304"/>
                      <a:pt x="3468" y="18254"/>
                      <a:pt x="3684" y="18225"/>
                    </a:cubicBezTo>
                    <a:cubicBezTo>
                      <a:pt x="3941" y="18195"/>
                      <a:pt x="4207" y="18156"/>
                      <a:pt x="4463" y="18116"/>
                    </a:cubicBezTo>
                    <a:cubicBezTo>
                      <a:pt x="4689" y="18087"/>
                      <a:pt x="4906" y="18028"/>
                      <a:pt x="5133" y="17969"/>
                    </a:cubicBezTo>
                    <a:cubicBezTo>
                      <a:pt x="5161" y="17954"/>
                      <a:pt x="5196" y="17945"/>
                      <a:pt x="5231" y="17945"/>
                    </a:cubicBezTo>
                    <a:cubicBezTo>
                      <a:pt x="5244" y="17945"/>
                      <a:pt x="5257" y="17946"/>
                      <a:pt x="5270" y="17949"/>
                    </a:cubicBezTo>
                    <a:cubicBezTo>
                      <a:pt x="5270" y="17969"/>
                      <a:pt x="5280" y="17998"/>
                      <a:pt x="5290" y="18018"/>
                    </a:cubicBezTo>
                    <a:cubicBezTo>
                      <a:pt x="5310" y="18106"/>
                      <a:pt x="5359" y="18175"/>
                      <a:pt x="5448" y="18225"/>
                    </a:cubicBezTo>
                    <a:cubicBezTo>
                      <a:pt x="5595" y="18302"/>
                      <a:pt x="5748" y="18355"/>
                      <a:pt x="5908" y="18355"/>
                    </a:cubicBezTo>
                    <a:cubicBezTo>
                      <a:pt x="5951" y="18355"/>
                      <a:pt x="5995" y="18351"/>
                      <a:pt x="6039" y="18343"/>
                    </a:cubicBezTo>
                    <a:cubicBezTo>
                      <a:pt x="6133" y="18328"/>
                      <a:pt x="6221" y="18319"/>
                      <a:pt x="6312" y="18319"/>
                    </a:cubicBezTo>
                    <a:cubicBezTo>
                      <a:pt x="6345" y="18319"/>
                      <a:pt x="6379" y="18321"/>
                      <a:pt x="6413" y="18323"/>
                    </a:cubicBezTo>
                    <a:lnTo>
                      <a:pt x="6472" y="18323"/>
                    </a:lnTo>
                    <a:cubicBezTo>
                      <a:pt x="6590" y="18313"/>
                      <a:pt x="6719" y="18313"/>
                      <a:pt x="6837" y="18304"/>
                    </a:cubicBezTo>
                    <a:cubicBezTo>
                      <a:pt x="7044" y="18294"/>
                      <a:pt x="7211" y="18166"/>
                      <a:pt x="7290" y="17969"/>
                    </a:cubicBezTo>
                    <a:cubicBezTo>
                      <a:pt x="7300" y="17939"/>
                      <a:pt x="7310" y="17909"/>
                      <a:pt x="7319" y="17870"/>
                    </a:cubicBezTo>
                    <a:cubicBezTo>
                      <a:pt x="7349" y="17870"/>
                      <a:pt x="7369" y="17860"/>
                      <a:pt x="7398" y="17860"/>
                    </a:cubicBezTo>
                    <a:close/>
                    <a:moveTo>
                      <a:pt x="12422" y="1"/>
                    </a:moveTo>
                    <a:cubicBezTo>
                      <a:pt x="12077" y="1"/>
                      <a:pt x="11742" y="50"/>
                      <a:pt x="11417" y="198"/>
                    </a:cubicBezTo>
                    <a:cubicBezTo>
                      <a:pt x="11220" y="287"/>
                      <a:pt x="11023" y="395"/>
                      <a:pt x="10846" y="523"/>
                    </a:cubicBezTo>
                    <a:cubicBezTo>
                      <a:pt x="10669" y="641"/>
                      <a:pt x="10491" y="779"/>
                      <a:pt x="10324" y="927"/>
                    </a:cubicBezTo>
                    <a:cubicBezTo>
                      <a:pt x="10176" y="1055"/>
                      <a:pt x="10028" y="1193"/>
                      <a:pt x="9900" y="1350"/>
                    </a:cubicBezTo>
                    <a:cubicBezTo>
                      <a:pt x="9812" y="1469"/>
                      <a:pt x="9723" y="1597"/>
                      <a:pt x="9664" y="1744"/>
                    </a:cubicBezTo>
                    <a:cubicBezTo>
                      <a:pt x="9595" y="1892"/>
                      <a:pt x="9546" y="2040"/>
                      <a:pt x="9496" y="2198"/>
                    </a:cubicBezTo>
                    <a:cubicBezTo>
                      <a:pt x="9496" y="2217"/>
                      <a:pt x="9487" y="2237"/>
                      <a:pt x="9477" y="2267"/>
                    </a:cubicBezTo>
                    <a:cubicBezTo>
                      <a:pt x="9437" y="2257"/>
                      <a:pt x="9408" y="2247"/>
                      <a:pt x="9378" y="2237"/>
                    </a:cubicBezTo>
                    <a:cubicBezTo>
                      <a:pt x="9260" y="2237"/>
                      <a:pt x="9152" y="2217"/>
                      <a:pt x="9043" y="2217"/>
                    </a:cubicBezTo>
                    <a:cubicBezTo>
                      <a:pt x="8856" y="2217"/>
                      <a:pt x="8669" y="2207"/>
                      <a:pt x="8492" y="2178"/>
                    </a:cubicBezTo>
                    <a:cubicBezTo>
                      <a:pt x="8423" y="2158"/>
                      <a:pt x="8354" y="2158"/>
                      <a:pt x="8295" y="2138"/>
                    </a:cubicBezTo>
                    <a:cubicBezTo>
                      <a:pt x="8186" y="2109"/>
                      <a:pt x="8088" y="2099"/>
                      <a:pt x="7989" y="2099"/>
                    </a:cubicBezTo>
                    <a:cubicBezTo>
                      <a:pt x="7910" y="2099"/>
                      <a:pt x="7832" y="2089"/>
                      <a:pt x="7763" y="2079"/>
                    </a:cubicBezTo>
                    <a:cubicBezTo>
                      <a:pt x="7690" y="2071"/>
                      <a:pt x="7617" y="2064"/>
                      <a:pt x="7545" y="2064"/>
                    </a:cubicBezTo>
                    <a:cubicBezTo>
                      <a:pt x="7450" y="2064"/>
                      <a:pt x="7355" y="2076"/>
                      <a:pt x="7260" y="2109"/>
                    </a:cubicBezTo>
                    <a:cubicBezTo>
                      <a:pt x="7235" y="2117"/>
                      <a:pt x="7210" y="2120"/>
                      <a:pt x="7185" y="2120"/>
                    </a:cubicBezTo>
                    <a:cubicBezTo>
                      <a:pt x="7151" y="2120"/>
                      <a:pt x="7117" y="2115"/>
                      <a:pt x="7083" y="2109"/>
                    </a:cubicBezTo>
                    <a:cubicBezTo>
                      <a:pt x="7016" y="2093"/>
                      <a:pt x="6951" y="2084"/>
                      <a:pt x="6887" y="2084"/>
                    </a:cubicBezTo>
                    <a:cubicBezTo>
                      <a:pt x="6791" y="2084"/>
                      <a:pt x="6699" y="2105"/>
                      <a:pt x="6610" y="2158"/>
                    </a:cubicBezTo>
                    <a:cubicBezTo>
                      <a:pt x="6590" y="2168"/>
                      <a:pt x="6581" y="2178"/>
                      <a:pt x="6561" y="2178"/>
                    </a:cubicBezTo>
                    <a:cubicBezTo>
                      <a:pt x="6472" y="2227"/>
                      <a:pt x="6374" y="2247"/>
                      <a:pt x="6265" y="2257"/>
                    </a:cubicBezTo>
                    <a:cubicBezTo>
                      <a:pt x="6246" y="2227"/>
                      <a:pt x="6226" y="2198"/>
                      <a:pt x="6196" y="2178"/>
                    </a:cubicBezTo>
                    <a:cubicBezTo>
                      <a:pt x="6118" y="2119"/>
                      <a:pt x="6039" y="2060"/>
                      <a:pt x="5940" y="2020"/>
                    </a:cubicBezTo>
                    <a:cubicBezTo>
                      <a:pt x="5869" y="1992"/>
                      <a:pt x="5797" y="1975"/>
                      <a:pt x="5727" y="1975"/>
                    </a:cubicBezTo>
                    <a:cubicBezTo>
                      <a:pt x="5652" y="1975"/>
                      <a:pt x="5578" y="1994"/>
                      <a:pt x="5507" y="2040"/>
                    </a:cubicBezTo>
                    <a:cubicBezTo>
                      <a:pt x="5487" y="2060"/>
                      <a:pt x="5458" y="2070"/>
                      <a:pt x="5428" y="2079"/>
                    </a:cubicBezTo>
                    <a:cubicBezTo>
                      <a:pt x="5349" y="2099"/>
                      <a:pt x="5270" y="2119"/>
                      <a:pt x="5192" y="2148"/>
                    </a:cubicBezTo>
                    <a:cubicBezTo>
                      <a:pt x="5127" y="2164"/>
                      <a:pt x="5063" y="2181"/>
                      <a:pt x="4993" y="2181"/>
                    </a:cubicBezTo>
                    <a:cubicBezTo>
                      <a:pt x="4978" y="2181"/>
                      <a:pt x="4962" y="2180"/>
                      <a:pt x="4945" y="2178"/>
                    </a:cubicBezTo>
                    <a:lnTo>
                      <a:pt x="4837" y="2178"/>
                    </a:lnTo>
                    <a:cubicBezTo>
                      <a:pt x="4784" y="2174"/>
                      <a:pt x="4731" y="2171"/>
                      <a:pt x="4678" y="2171"/>
                    </a:cubicBezTo>
                    <a:cubicBezTo>
                      <a:pt x="4603" y="2171"/>
                      <a:pt x="4528" y="2176"/>
                      <a:pt x="4453" y="2188"/>
                    </a:cubicBezTo>
                    <a:cubicBezTo>
                      <a:pt x="4366" y="2202"/>
                      <a:pt x="4274" y="2211"/>
                      <a:pt x="4185" y="2211"/>
                    </a:cubicBezTo>
                    <a:cubicBezTo>
                      <a:pt x="4152" y="2211"/>
                      <a:pt x="4120" y="2210"/>
                      <a:pt x="4088" y="2207"/>
                    </a:cubicBezTo>
                    <a:lnTo>
                      <a:pt x="3941" y="2207"/>
                    </a:lnTo>
                    <a:cubicBezTo>
                      <a:pt x="3852" y="2207"/>
                      <a:pt x="3753" y="2217"/>
                      <a:pt x="3675" y="2257"/>
                    </a:cubicBezTo>
                    <a:cubicBezTo>
                      <a:pt x="3547" y="2306"/>
                      <a:pt x="3419" y="2326"/>
                      <a:pt x="3281" y="2336"/>
                    </a:cubicBezTo>
                    <a:cubicBezTo>
                      <a:pt x="3202" y="2336"/>
                      <a:pt x="3133" y="2326"/>
                      <a:pt x="3064" y="2286"/>
                    </a:cubicBezTo>
                    <a:cubicBezTo>
                      <a:pt x="3022" y="2265"/>
                      <a:pt x="2979" y="2255"/>
                      <a:pt x="2936" y="2255"/>
                    </a:cubicBezTo>
                    <a:cubicBezTo>
                      <a:pt x="2898" y="2255"/>
                      <a:pt x="2859" y="2263"/>
                      <a:pt x="2818" y="2276"/>
                    </a:cubicBezTo>
                    <a:cubicBezTo>
                      <a:pt x="2768" y="2296"/>
                      <a:pt x="2719" y="2306"/>
                      <a:pt x="2670" y="2316"/>
                    </a:cubicBezTo>
                    <a:cubicBezTo>
                      <a:pt x="2591" y="2326"/>
                      <a:pt x="2512" y="2345"/>
                      <a:pt x="2433" y="2365"/>
                    </a:cubicBezTo>
                    <a:cubicBezTo>
                      <a:pt x="2227" y="2434"/>
                      <a:pt x="2020" y="2503"/>
                      <a:pt x="1803" y="2542"/>
                    </a:cubicBezTo>
                    <a:cubicBezTo>
                      <a:pt x="1714" y="2561"/>
                      <a:pt x="1625" y="2572"/>
                      <a:pt x="1536" y="2572"/>
                    </a:cubicBezTo>
                    <a:cubicBezTo>
                      <a:pt x="1487" y="2572"/>
                      <a:pt x="1438" y="2569"/>
                      <a:pt x="1389" y="2562"/>
                    </a:cubicBezTo>
                    <a:cubicBezTo>
                      <a:pt x="1320" y="2552"/>
                      <a:pt x="1261" y="2552"/>
                      <a:pt x="1192" y="2552"/>
                    </a:cubicBezTo>
                    <a:cubicBezTo>
                      <a:pt x="1074" y="2552"/>
                      <a:pt x="966" y="2562"/>
                      <a:pt x="857" y="2601"/>
                    </a:cubicBezTo>
                    <a:cubicBezTo>
                      <a:pt x="739" y="2651"/>
                      <a:pt x="660" y="2730"/>
                      <a:pt x="621" y="2848"/>
                    </a:cubicBezTo>
                    <a:cubicBezTo>
                      <a:pt x="611" y="2867"/>
                      <a:pt x="601" y="2887"/>
                      <a:pt x="591" y="2917"/>
                    </a:cubicBezTo>
                    <a:cubicBezTo>
                      <a:pt x="572" y="2996"/>
                      <a:pt x="532" y="3055"/>
                      <a:pt x="463" y="3104"/>
                    </a:cubicBezTo>
                    <a:cubicBezTo>
                      <a:pt x="453" y="3104"/>
                      <a:pt x="444" y="3114"/>
                      <a:pt x="434" y="3124"/>
                    </a:cubicBezTo>
                    <a:cubicBezTo>
                      <a:pt x="316" y="3222"/>
                      <a:pt x="207" y="3340"/>
                      <a:pt x="109" y="3468"/>
                    </a:cubicBezTo>
                    <a:cubicBezTo>
                      <a:pt x="30" y="3577"/>
                      <a:pt x="0" y="3695"/>
                      <a:pt x="50" y="3833"/>
                    </a:cubicBezTo>
                    <a:cubicBezTo>
                      <a:pt x="69" y="3902"/>
                      <a:pt x="89" y="3961"/>
                      <a:pt x="168" y="3990"/>
                    </a:cubicBezTo>
                    <a:cubicBezTo>
                      <a:pt x="178" y="4030"/>
                      <a:pt x="178" y="4059"/>
                      <a:pt x="187" y="4089"/>
                    </a:cubicBezTo>
                    <a:cubicBezTo>
                      <a:pt x="237" y="4345"/>
                      <a:pt x="306" y="4601"/>
                      <a:pt x="384" y="4847"/>
                    </a:cubicBezTo>
                    <a:cubicBezTo>
                      <a:pt x="513" y="5271"/>
                      <a:pt x="729" y="5655"/>
                      <a:pt x="1044" y="5970"/>
                    </a:cubicBezTo>
                    <a:cubicBezTo>
                      <a:pt x="1330" y="6266"/>
                      <a:pt x="1655" y="6502"/>
                      <a:pt x="2030" y="6670"/>
                    </a:cubicBezTo>
                    <a:cubicBezTo>
                      <a:pt x="2207" y="6739"/>
                      <a:pt x="2384" y="6808"/>
                      <a:pt x="2562" y="6877"/>
                    </a:cubicBezTo>
                    <a:cubicBezTo>
                      <a:pt x="2837" y="6975"/>
                      <a:pt x="3123" y="7084"/>
                      <a:pt x="3409" y="7153"/>
                    </a:cubicBezTo>
                    <a:cubicBezTo>
                      <a:pt x="3428" y="7192"/>
                      <a:pt x="3448" y="7231"/>
                      <a:pt x="3468" y="7261"/>
                    </a:cubicBezTo>
                    <a:cubicBezTo>
                      <a:pt x="3527" y="7448"/>
                      <a:pt x="3586" y="7635"/>
                      <a:pt x="3625" y="7822"/>
                    </a:cubicBezTo>
                    <a:cubicBezTo>
                      <a:pt x="3645" y="7950"/>
                      <a:pt x="3665" y="8069"/>
                      <a:pt x="3684" y="8187"/>
                    </a:cubicBezTo>
                    <a:cubicBezTo>
                      <a:pt x="3753" y="8630"/>
                      <a:pt x="3882" y="9054"/>
                      <a:pt x="4059" y="9458"/>
                    </a:cubicBezTo>
                    <a:cubicBezTo>
                      <a:pt x="4236" y="9852"/>
                      <a:pt x="4433" y="10246"/>
                      <a:pt x="4630" y="10620"/>
                    </a:cubicBezTo>
                    <a:cubicBezTo>
                      <a:pt x="4670" y="10689"/>
                      <a:pt x="4699" y="10748"/>
                      <a:pt x="4739" y="10807"/>
                    </a:cubicBezTo>
                    <a:cubicBezTo>
                      <a:pt x="4847" y="10965"/>
                      <a:pt x="4985" y="11083"/>
                      <a:pt x="5152" y="11172"/>
                    </a:cubicBezTo>
                    <a:cubicBezTo>
                      <a:pt x="5211" y="11211"/>
                      <a:pt x="5280" y="11241"/>
                      <a:pt x="5339" y="11270"/>
                    </a:cubicBezTo>
                    <a:cubicBezTo>
                      <a:pt x="5359" y="11280"/>
                      <a:pt x="5379" y="11290"/>
                      <a:pt x="5399" y="11300"/>
                    </a:cubicBezTo>
                    <a:cubicBezTo>
                      <a:pt x="5379" y="11349"/>
                      <a:pt x="5389" y="11388"/>
                      <a:pt x="5399" y="11438"/>
                    </a:cubicBezTo>
                    <a:cubicBezTo>
                      <a:pt x="5448" y="11654"/>
                      <a:pt x="5507" y="11861"/>
                      <a:pt x="5546" y="12078"/>
                    </a:cubicBezTo>
                    <a:cubicBezTo>
                      <a:pt x="5576" y="12285"/>
                      <a:pt x="5596" y="12492"/>
                      <a:pt x="5625" y="12698"/>
                    </a:cubicBezTo>
                    <a:cubicBezTo>
                      <a:pt x="5684" y="13122"/>
                      <a:pt x="5714" y="13546"/>
                      <a:pt x="5724" y="13969"/>
                    </a:cubicBezTo>
                    <a:cubicBezTo>
                      <a:pt x="5733" y="14206"/>
                      <a:pt x="5753" y="14432"/>
                      <a:pt x="5763" y="14669"/>
                    </a:cubicBezTo>
                    <a:cubicBezTo>
                      <a:pt x="5773" y="14994"/>
                      <a:pt x="5793" y="15309"/>
                      <a:pt x="5793" y="15634"/>
                    </a:cubicBezTo>
                    <a:cubicBezTo>
                      <a:pt x="5802" y="16077"/>
                      <a:pt x="5793" y="16511"/>
                      <a:pt x="5793" y="16954"/>
                    </a:cubicBezTo>
                    <a:cubicBezTo>
                      <a:pt x="5793" y="16993"/>
                      <a:pt x="5783" y="17043"/>
                      <a:pt x="5783" y="17092"/>
                    </a:cubicBezTo>
                    <a:cubicBezTo>
                      <a:pt x="5783" y="17141"/>
                      <a:pt x="5773" y="17181"/>
                      <a:pt x="5743" y="17220"/>
                    </a:cubicBezTo>
                    <a:cubicBezTo>
                      <a:pt x="5674" y="17368"/>
                      <a:pt x="5586" y="17496"/>
                      <a:pt x="5458" y="17594"/>
                    </a:cubicBezTo>
                    <a:cubicBezTo>
                      <a:pt x="5418" y="17624"/>
                      <a:pt x="5379" y="17663"/>
                      <a:pt x="5359" y="17693"/>
                    </a:cubicBezTo>
                    <a:cubicBezTo>
                      <a:pt x="5330" y="17742"/>
                      <a:pt x="5290" y="17762"/>
                      <a:pt x="5241" y="17772"/>
                    </a:cubicBezTo>
                    <a:cubicBezTo>
                      <a:pt x="4985" y="17850"/>
                      <a:pt x="4719" y="17909"/>
                      <a:pt x="4453" y="17949"/>
                    </a:cubicBezTo>
                    <a:cubicBezTo>
                      <a:pt x="4187" y="17978"/>
                      <a:pt x="3921" y="18008"/>
                      <a:pt x="3665" y="18038"/>
                    </a:cubicBezTo>
                    <a:cubicBezTo>
                      <a:pt x="3448" y="18067"/>
                      <a:pt x="3231" y="18106"/>
                      <a:pt x="3024" y="18175"/>
                    </a:cubicBezTo>
                    <a:cubicBezTo>
                      <a:pt x="2896" y="18225"/>
                      <a:pt x="2768" y="18274"/>
                      <a:pt x="2650" y="18353"/>
                    </a:cubicBezTo>
                    <a:cubicBezTo>
                      <a:pt x="2502" y="18441"/>
                      <a:pt x="2414" y="18579"/>
                      <a:pt x="2355" y="18737"/>
                    </a:cubicBezTo>
                    <a:cubicBezTo>
                      <a:pt x="2325" y="18855"/>
                      <a:pt x="2315" y="18973"/>
                      <a:pt x="2325" y="19092"/>
                    </a:cubicBezTo>
                    <a:cubicBezTo>
                      <a:pt x="2335" y="19170"/>
                      <a:pt x="2355" y="19249"/>
                      <a:pt x="2364" y="19328"/>
                    </a:cubicBezTo>
                    <a:cubicBezTo>
                      <a:pt x="2384" y="19436"/>
                      <a:pt x="2433" y="19535"/>
                      <a:pt x="2522" y="19614"/>
                    </a:cubicBezTo>
                    <a:cubicBezTo>
                      <a:pt x="2650" y="19732"/>
                      <a:pt x="2798" y="19840"/>
                      <a:pt x="2946" y="19939"/>
                    </a:cubicBezTo>
                    <a:cubicBezTo>
                      <a:pt x="3113" y="20037"/>
                      <a:pt x="3290" y="20116"/>
                      <a:pt x="3468" y="20185"/>
                    </a:cubicBezTo>
                    <a:cubicBezTo>
                      <a:pt x="3694" y="20264"/>
                      <a:pt x="3911" y="20343"/>
                      <a:pt x="4138" y="20392"/>
                    </a:cubicBezTo>
                    <a:cubicBezTo>
                      <a:pt x="4266" y="20412"/>
                      <a:pt x="4394" y="20441"/>
                      <a:pt x="4522" y="20461"/>
                    </a:cubicBezTo>
                    <a:cubicBezTo>
                      <a:pt x="4729" y="20500"/>
                      <a:pt x="4926" y="20540"/>
                      <a:pt x="5123" y="20559"/>
                    </a:cubicBezTo>
                    <a:cubicBezTo>
                      <a:pt x="5389" y="20589"/>
                      <a:pt x="5645" y="20599"/>
                      <a:pt x="5901" y="20599"/>
                    </a:cubicBezTo>
                    <a:cubicBezTo>
                      <a:pt x="5945" y="20604"/>
                      <a:pt x="5987" y="20606"/>
                      <a:pt x="6029" y="20606"/>
                    </a:cubicBezTo>
                    <a:cubicBezTo>
                      <a:pt x="6071" y="20606"/>
                      <a:pt x="6113" y="20604"/>
                      <a:pt x="6157" y="20599"/>
                    </a:cubicBezTo>
                    <a:cubicBezTo>
                      <a:pt x="6443" y="20569"/>
                      <a:pt x="6719" y="20530"/>
                      <a:pt x="7004" y="20461"/>
                    </a:cubicBezTo>
                    <a:cubicBezTo>
                      <a:pt x="7349" y="20382"/>
                      <a:pt x="7704" y="20323"/>
                      <a:pt x="8058" y="20283"/>
                    </a:cubicBezTo>
                    <a:cubicBezTo>
                      <a:pt x="8285" y="20254"/>
                      <a:pt x="8511" y="20234"/>
                      <a:pt x="8738" y="20205"/>
                    </a:cubicBezTo>
                    <a:cubicBezTo>
                      <a:pt x="8866" y="20185"/>
                      <a:pt x="8994" y="20165"/>
                      <a:pt x="9122" y="20146"/>
                    </a:cubicBezTo>
                    <a:cubicBezTo>
                      <a:pt x="9477" y="20067"/>
                      <a:pt x="9762" y="19870"/>
                      <a:pt x="9989" y="19584"/>
                    </a:cubicBezTo>
                    <a:cubicBezTo>
                      <a:pt x="10097" y="19466"/>
                      <a:pt x="10166" y="19318"/>
                      <a:pt x="10216" y="19170"/>
                    </a:cubicBezTo>
                    <a:cubicBezTo>
                      <a:pt x="10255" y="19042"/>
                      <a:pt x="10245" y="18924"/>
                      <a:pt x="10186" y="18806"/>
                    </a:cubicBezTo>
                    <a:cubicBezTo>
                      <a:pt x="10147" y="18747"/>
                      <a:pt x="10117" y="18688"/>
                      <a:pt x="10068" y="18638"/>
                    </a:cubicBezTo>
                    <a:cubicBezTo>
                      <a:pt x="9802" y="18313"/>
                      <a:pt x="9477" y="18057"/>
                      <a:pt x="9063" y="17919"/>
                    </a:cubicBezTo>
                    <a:cubicBezTo>
                      <a:pt x="8679" y="17791"/>
                      <a:pt x="8285" y="17712"/>
                      <a:pt x="7881" y="17683"/>
                    </a:cubicBezTo>
                    <a:cubicBezTo>
                      <a:pt x="7723" y="17673"/>
                      <a:pt x="7566" y="17673"/>
                      <a:pt x="7408" y="17663"/>
                    </a:cubicBezTo>
                    <a:cubicBezTo>
                      <a:pt x="7379" y="17663"/>
                      <a:pt x="7359" y="17653"/>
                      <a:pt x="7329" y="17653"/>
                    </a:cubicBezTo>
                    <a:cubicBezTo>
                      <a:pt x="7300" y="17535"/>
                      <a:pt x="7241" y="17437"/>
                      <a:pt x="7152" y="17348"/>
                    </a:cubicBezTo>
                    <a:cubicBezTo>
                      <a:pt x="7122" y="17309"/>
                      <a:pt x="7103" y="17269"/>
                      <a:pt x="7103" y="17220"/>
                    </a:cubicBezTo>
                    <a:cubicBezTo>
                      <a:pt x="7093" y="17151"/>
                      <a:pt x="7083" y="17072"/>
                      <a:pt x="7073" y="17003"/>
                    </a:cubicBezTo>
                    <a:cubicBezTo>
                      <a:pt x="7044" y="16629"/>
                      <a:pt x="7024" y="16264"/>
                      <a:pt x="7014" y="15890"/>
                    </a:cubicBezTo>
                    <a:cubicBezTo>
                      <a:pt x="7004" y="15486"/>
                      <a:pt x="7024" y="15072"/>
                      <a:pt x="7053" y="14669"/>
                    </a:cubicBezTo>
                    <a:cubicBezTo>
                      <a:pt x="7073" y="14481"/>
                      <a:pt x="7083" y="14294"/>
                      <a:pt x="7093" y="14107"/>
                    </a:cubicBezTo>
                    <a:cubicBezTo>
                      <a:pt x="7103" y="13930"/>
                      <a:pt x="7113" y="13743"/>
                      <a:pt x="7113" y="13555"/>
                    </a:cubicBezTo>
                    <a:cubicBezTo>
                      <a:pt x="7103" y="13319"/>
                      <a:pt x="7103" y="13083"/>
                      <a:pt x="7122" y="12856"/>
                    </a:cubicBezTo>
                    <a:cubicBezTo>
                      <a:pt x="7132" y="12718"/>
                      <a:pt x="7142" y="12580"/>
                      <a:pt x="7162" y="12442"/>
                    </a:cubicBezTo>
                    <a:cubicBezTo>
                      <a:pt x="7181" y="12186"/>
                      <a:pt x="7231" y="11920"/>
                      <a:pt x="7310" y="11664"/>
                    </a:cubicBezTo>
                    <a:cubicBezTo>
                      <a:pt x="7349" y="11556"/>
                      <a:pt x="7388" y="11438"/>
                      <a:pt x="7418" y="11329"/>
                    </a:cubicBezTo>
                    <a:cubicBezTo>
                      <a:pt x="7438" y="11280"/>
                      <a:pt x="7457" y="11250"/>
                      <a:pt x="7487" y="11231"/>
                    </a:cubicBezTo>
                    <a:cubicBezTo>
                      <a:pt x="7595" y="11181"/>
                      <a:pt x="7694" y="11103"/>
                      <a:pt x="7773" y="11014"/>
                    </a:cubicBezTo>
                    <a:cubicBezTo>
                      <a:pt x="7841" y="10935"/>
                      <a:pt x="7910" y="10847"/>
                      <a:pt x="7970" y="10768"/>
                    </a:cubicBezTo>
                    <a:cubicBezTo>
                      <a:pt x="8186" y="10472"/>
                      <a:pt x="8373" y="10167"/>
                      <a:pt x="8541" y="9852"/>
                    </a:cubicBezTo>
                    <a:cubicBezTo>
                      <a:pt x="8649" y="9645"/>
                      <a:pt x="8767" y="9438"/>
                      <a:pt x="8846" y="9211"/>
                    </a:cubicBezTo>
                    <a:cubicBezTo>
                      <a:pt x="9014" y="8788"/>
                      <a:pt x="9161" y="8354"/>
                      <a:pt x="9280" y="7911"/>
                    </a:cubicBezTo>
                    <a:cubicBezTo>
                      <a:pt x="9349" y="7635"/>
                      <a:pt x="9418" y="7359"/>
                      <a:pt x="9467" y="7074"/>
                    </a:cubicBezTo>
                    <a:cubicBezTo>
                      <a:pt x="9467" y="7064"/>
                      <a:pt x="9467" y="7064"/>
                      <a:pt x="9477" y="7054"/>
                    </a:cubicBezTo>
                    <a:cubicBezTo>
                      <a:pt x="9546" y="7044"/>
                      <a:pt x="9624" y="7024"/>
                      <a:pt x="9693" y="7015"/>
                    </a:cubicBezTo>
                    <a:cubicBezTo>
                      <a:pt x="10028" y="6975"/>
                      <a:pt x="10353" y="6906"/>
                      <a:pt x="10679" y="6808"/>
                    </a:cubicBezTo>
                    <a:cubicBezTo>
                      <a:pt x="11191" y="6650"/>
                      <a:pt x="11644" y="6394"/>
                      <a:pt x="12038" y="6030"/>
                    </a:cubicBezTo>
                    <a:cubicBezTo>
                      <a:pt x="12156" y="5921"/>
                      <a:pt x="12264" y="5803"/>
                      <a:pt x="12343" y="5655"/>
                    </a:cubicBezTo>
                    <a:cubicBezTo>
                      <a:pt x="12353" y="5635"/>
                      <a:pt x="12363" y="5626"/>
                      <a:pt x="12363" y="5616"/>
                    </a:cubicBezTo>
                    <a:cubicBezTo>
                      <a:pt x="12491" y="5616"/>
                      <a:pt x="12599" y="5626"/>
                      <a:pt x="12718" y="5626"/>
                    </a:cubicBezTo>
                    <a:cubicBezTo>
                      <a:pt x="13171" y="5626"/>
                      <a:pt x="13565" y="5468"/>
                      <a:pt x="13900" y="5173"/>
                    </a:cubicBezTo>
                    <a:cubicBezTo>
                      <a:pt x="14087" y="5005"/>
                      <a:pt x="14254" y="4818"/>
                      <a:pt x="14392" y="4601"/>
                    </a:cubicBezTo>
                    <a:cubicBezTo>
                      <a:pt x="14451" y="4513"/>
                      <a:pt x="14510" y="4414"/>
                      <a:pt x="14570" y="4325"/>
                    </a:cubicBezTo>
                    <a:cubicBezTo>
                      <a:pt x="14678" y="4158"/>
                      <a:pt x="14757" y="3990"/>
                      <a:pt x="14826" y="3813"/>
                    </a:cubicBezTo>
                    <a:cubicBezTo>
                      <a:pt x="14865" y="3715"/>
                      <a:pt x="14904" y="3616"/>
                      <a:pt x="14934" y="3527"/>
                    </a:cubicBezTo>
                    <a:cubicBezTo>
                      <a:pt x="15013" y="3311"/>
                      <a:pt x="15052" y="3094"/>
                      <a:pt x="15052" y="2867"/>
                    </a:cubicBezTo>
                    <a:cubicBezTo>
                      <a:pt x="15052" y="2779"/>
                      <a:pt x="15052" y="2680"/>
                      <a:pt x="15042" y="2582"/>
                    </a:cubicBezTo>
                    <a:cubicBezTo>
                      <a:pt x="15023" y="2198"/>
                      <a:pt x="14924" y="1833"/>
                      <a:pt x="14698" y="1518"/>
                    </a:cubicBezTo>
                    <a:cubicBezTo>
                      <a:pt x="14629" y="1419"/>
                      <a:pt x="14560" y="1331"/>
                      <a:pt x="14471" y="1252"/>
                    </a:cubicBezTo>
                    <a:cubicBezTo>
                      <a:pt x="14353" y="1144"/>
                      <a:pt x="14225" y="1035"/>
                      <a:pt x="14107" y="917"/>
                    </a:cubicBezTo>
                    <a:cubicBezTo>
                      <a:pt x="13959" y="759"/>
                      <a:pt x="13801" y="631"/>
                      <a:pt x="13624" y="503"/>
                    </a:cubicBezTo>
                    <a:cubicBezTo>
                      <a:pt x="13545" y="434"/>
                      <a:pt x="13456" y="375"/>
                      <a:pt x="13368" y="306"/>
                    </a:cubicBezTo>
                    <a:cubicBezTo>
                      <a:pt x="13240" y="218"/>
                      <a:pt x="13102" y="159"/>
                      <a:pt x="12954" y="109"/>
                    </a:cubicBezTo>
                    <a:cubicBezTo>
                      <a:pt x="12885" y="90"/>
                      <a:pt x="12806" y="70"/>
                      <a:pt x="12737" y="50"/>
                    </a:cubicBezTo>
                    <a:cubicBezTo>
                      <a:pt x="12629" y="21"/>
                      <a:pt x="12530" y="1"/>
                      <a:pt x="124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9"/>
              <p:cNvSpPr/>
              <p:nvPr/>
            </p:nvSpPr>
            <p:spPr>
              <a:xfrm>
                <a:off x="1645121" y="749896"/>
                <a:ext cx="80174" cy="12952"/>
              </a:xfrm>
              <a:custGeom>
                <a:avLst/>
                <a:gdLst/>
                <a:ahLst/>
                <a:cxnLst/>
                <a:rect l="l" t="t" r="r" b="b"/>
                <a:pathLst>
                  <a:path w="2365" h="382" extrusionOk="0">
                    <a:moveTo>
                      <a:pt x="69" y="0"/>
                    </a:moveTo>
                    <a:cubicBezTo>
                      <a:pt x="39" y="0"/>
                      <a:pt x="20" y="20"/>
                      <a:pt x="10" y="50"/>
                    </a:cubicBezTo>
                    <a:cubicBezTo>
                      <a:pt x="0" y="79"/>
                      <a:pt x="10" y="109"/>
                      <a:pt x="39" y="128"/>
                    </a:cubicBezTo>
                    <a:cubicBezTo>
                      <a:pt x="69" y="138"/>
                      <a:pt x="99" y="148"/>
                      <a:pt x="118" y="148"/>
                    </a:cubicBezTo>
                    <a:cubicBezTo>
                      <a:pt x="217" y="158"/>
                      <a:pt x="305" y="187"/>
                      <a:pt x="394" y="227"/>
                    </a:cubicBezTo>
                    <a:cubicBezTo>
                      <a:pt x="463" y="256"/>
                      <a:pt x="522" y="286"/>
                      <a:pt x="591" y="315"/>
                    </a:cubicBezTo>
                    <a:cubicBezTo>
                      <a:pt x="690" y="345"/>
                      <a:pt x="788" y="375"/>
                      <a:pt x="887" y="375"/>
                    </a:cubicBezTo>
                    <a:lnTo>
                      <a:pt x="1281" y="375"/>
                    </a:lnTo>
                    <a:cubicBezTo>
                      <a:pt x="1321" y="379"/>
                      <a:pt x="1359" y="381"/>
                      <a:pt x="1395" y="381"/>
                    </a:cubicBezTo>
                    <a:cubicBezTo>
                      <a:pt x="1446" y="381"/>
                      <a:pt x="1495" y="376"/>
                      <a:pt x="1547" y="365"/>
                    </a:cubicBezTo>
                    <a:cubicBezTo>
                      <a:pt x="1576" y="360"/>
                      <a:pt x="1606" y="357"/>
                      <a:pt x="1637" y="357"/>
                    </a:cubicBezTo>
                    <a:cubicBezTo>
                      <a:pt x="1667" y="357"/>
                      <a:pt x="1699" y="360"/>
                      <a:pt x="1734" y="365"/>
                    </a:cubicBezTo>
                    <a:cubicBezTo>
                      <a:pt x="1852" y="365"/>
                      <a:pt x="1970" y="355"/>
                      <a:pt x="2088" y="335"/>
                    </a:cubicBezTo>
                    <a:cubicBezTo>
                      <a:pt x="2148" y="315"/>
                      <a:pt x="2216" y="296"/>
                      <a:pt x="2276" y="276"/>
                    </a:cubicBezTo>
                    <a:cubicBezTo>
                      <a:pt x="2305" y="266"/>
                      <a:pt x="2325" y="237"/>
                      <a:pt x="2345" y="207"/>
                    </a:cubicBezTo>
                    <a:cubicBezTo>
                      <a:pt x="2364" y="158"/>
                      <a:pt x="2335" y="109"/>
                      <a:pt x="2276" y="109"/>
                    </a:cubicBezTo>
                    <a:cubicBezTo>
                      <a:pt x="2256" y="109"/>
                      <a:pt x="2236" y="109"/>
                      <a:pt x="2216" y="118"/>
                    </a:cubicBezTo>
                    <a:cubicBezTo>
                      <a:pt x="2039" y="168"/>
                      <a:pt x="1872" y="187"/>
                      <a:pt x="1694" y="187"/>
                    </a:cubicBezTo>
                    <a:cubicBezTo>
                      <a:pt x="1655" y="187"/>
                      <a:pt x="1616" y="187"/>
                      <a:pt x="1576" y="197"/>
                    </a:cubicBezTo>
                    <a:cubicBezTo>
                      <a:pt x="1507" y="197"/>
                      <a:pt x="1448" y="207"/>
                      <a:pt x="1379" y="217"/>
                    </a:cubicBezTo>
                    <a:lnTo>
                      <a:pt x="926" y="217"/>
                    </a:lnTo>
                    <a:cubicBezTo>
                      <a:pt x="828" y="217"/>
                      <a:pt x="719" y="197"/>
                      <a:pt x="631" y="158"/>
                    </a:cubicBezTo>
                    <a:cubicBezTo>
                      <a:pt x="562" y="128"/>
                      <a:pt x="493" y="109"/>
                      <a:pt x="434" y="79"/>
                    </a:cubicBezTo>
                    <a:cubicBezTo>
                      <a:pt x="335" y="40"/>
                      <a:pt x="236" y="20"/>
                      <a:pt x="1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9"/>
              <p:cNvSpPr/>
              <p:nvPr/>
            </p:nvSpPr>
            <p:spPr>
              <a:xfrm>
                <a:off x="1575960" y="1047324"/>
                <a:ext cx="196756" cy="29565"/>
              </a:xfrm>
              <a:custGeom>
                <a:avLst/>
                <a:gdLst/>
                <a:ahLst/>
                <a:cxnLst/>
                <a:rect l="l" t="t" r="r" b="b"/>
                <a:pathLst>
                  <a:path w="5804" h="872" extrusionOk="0">
                    <a:moveTo>
                      <a:pt x="76" y="0"/>
                    </a:moveTo>
                    <a:cubicBezTo>
                      <a:pt x="55" y="0"/>
                      <a:pt x="35" y="10"/>
                      <a:pt x="21" y="24"/>
                    </a:cubicBezTo>
                    <a:cubicBezTo>
                      <a:pt x="1" y="53"/>
                      <a:pt x="1" y="83"/>
                      <a:pt x="31" y="113"/>
                    </a:cubicBezTo>
                    <a:cubicBezTo>
                      <a:pt x="40" y="122"/>
                      <a:pt x="60" y="142"/>
                      <a:pt x="80" y="152"/>
                    </a:cubicBezTo>
                    <a:cubicBezTo>
                      <a:pt x="119" y="172"/>
                      <a:pt x="168" y="201"/>
                      <a:pt x="218" y="221"/>
                    </a:cubicBezTo>
                    <a:cubicBezTo>
                      <a:pt x="346" y="270"/>
                      <a:pt x="464" y="329"/>
                      <a:pt x="592" y="388"/>
                    </a:cubicBezTo>
                    <a:cubicBezTo>
                      <a:pt x="700" y="448"/>
                      <a:pt x="819" y="497"/>
                      <a:pt x="937" y="526"/>
                    </a:cubicBezTo>
                    <a:cubicBezTo>
                      <a:pt x="1183" y="585"/>
                      <a:pt x="1429" y="635"/>
                      <a:pt x="1685" y="664"/>
                    </a:cubicBezTo>
                    <a:cubicBezTo>
                      <a:pt x="1784" y="674"/>
                      <a:pt x="1892" y="684"/>
                      <a:pt x="2001" y="704"/>
                    </a:cubicBezTo>
                    <a:cubicBezTo>
                      <a:pt x="2217" y="733"/>
                      <a:pt x="2424" y="773"/>
                      <a:pt x="2641" y="802"/>
                    </a:cubicBezTo>
                    <a:cubicBezTo>
                      <a:pt x="2838" y="832"/>
                      <a:pt x="3025" y="861"/>
                      <a:pt x="3212" y="861"/>
                    </a:cubicBezTo>
                    <a:cubicBezTo>
                      <a:pt x="3301" y="861"/>
                      <a:pt x="3390" y="871"/>
                      <a:pt x="3478" y="871"/>
                    </a:cubicBezTo>
                    <a:cubicBezTo>
                      <a:pt x="3665" y="871"/>
                      <a:pt x="3853" y="851"/>
                      <a:pt x="4040" y="782"/>
                    </a:cubicBezTo>
                    <a:cubicBezTo>
                      <a:pt x="4266" y="704"/>
                      <a:pt x="4513" y="664"/>
                      <a:pt x="4749" y="654"/>
                    </a:cubicBezTo>
                    <a:cubicBezTo>
                      <a:pt x="5074" y="635"/>
                      <a:pt x="5399" y="566"/>
                      <a:pt x="5714" y="507"/>
                    </a:cubicBezTo>
                    <a:cubicBezTo>
                      <a:pt x="5734" y="507"/>
                      <a:pt x="5754" y="497"/>
                      <a:pt x="5774" y="487"/>
                    </a:cubicBezTo>
                    <a:cubicBezTo>
                      <a:pt x="5793" y="467"/>
                      <a:pt x="5803" y="448"/>
                      <a:pt x="5803" y="418"/>
                    </a:cubicBezTo>
                    <a:cubicBezTo>
                      <a:pt x="5793" y="388"/>
                      <a:pt x="5774" y="359"/>
                      <a:pt x="5744" y="359"/>
                    </a:cubicBezTo>
                    <a:cubicBezTo>
                      <a:pt x="5714" y="359"/>
                      <a:pt x="5685" y="359"/>
                      <a:pt x="5655" y="369"/>
                    </a:cubicBezTo>
                    <a:cubicBezTo>
                      <a:pt x="5557" y="379"/>
                      <a:pt x="5468" y="398"/>
                      <a:pt x="5379" y="418"/>
                    </a:cubicBezTo>
                    <a:cubicBezTo>
                      <a:pt x="5182" y="448"/>
                      <a:pt x="4985" y="477"/>
                      <a:pt x="4788" y="497"/>
                    </a:cubicBezTo>
                    <a:cubicBezTo>
                      <a:pt x="4503" y="507"/>
                      <a:pt x="4217" y="546"/>
                      <a:pt x="3951" y="645"/>
                    </a:cubicBezTo>
                    <a:cubicBezTo>
                      <a:pt x="3872" y="674"/>
                      <a:pt x="3784" y="694"/>
                      <a:pt x="3695" y="704"/>
                    </a:cubicBezTo>
                    <a:cubicBezTo>
                      <a:pt x="3601" y="707"/>
                      <a:pt x="3509" y="710"/>
                      <a:pt x="3417" y="710"/>
                    </a:cubicBezTo>
                    <a:cubicBezTo>
                      <a:pt x="3257" y="710"/>
                      <a:pt x="3099" y="703"/>
                      <a:pt x="2936" y="684"/>
                    </a:cubicBezTo>
                    <a:cubicBezTo>
                      <a:pt x="2858" y="674"/>
                      <a:pt x="2779" y="664"/>
                      <a:pt x="2690" y="654"/>
                    </a:cubicBezTo>
                    <a:cubicBezTo>
                      <a:pt x="2592" y="635"/>
                      <a:pt x="2483" y="625"/>
                      <a:pt x="2385" y="605"/>
                    </a:cubicBezTo>
                    <a:cubicBezTo>
                      <a:pt x="2188" y="576"/>
                      <a:pt x="2001" y="546"/>
                      <a:pt x="1804" y="516"/>
                    </a:cubicBezTo>
                    <a:cubicBezTo>
                      <a:pt x="1577" y="487"/>
                      <a:pt x="1351" y="457"/>
                      <a:pt x="1124" y="408"/>
                    </a:cubicBezTo>
                    <a:cubicBezTo>
                      <a:pt x="947" y="379"/>
                      <a:pt x="779" y="319"/>
                      <a:pt x="612" y="241"/>
                    </a:cubicBezTo>
                    <a:cubicBezTo>
                      <a:pt x="523" y="191"/>
                      <a:pt x="425" y="152"/>
                      <a:pt x="326" y="113"/>
                    </a:cubicBezTo>
                    <a:cubicBezTo>
                      <a:pt x="267" y="83"/>
                      <a:pt x="198" y="53"/>
                      <a:pt x="139" y="24"/>
                    </a:cubicBezTo>
                    <a:cubicBezTo>
                      <a:pt x="119" y="14"/>
                      <a:pt x="109" y="4"/>
                      <a:pt x="99" y="4"/>
                    </a:cubicBezTo>
                    <a:cubicBezTo>
                      <a:pt x="92" y="2"/>
                      <a:pt x="84" y="0"/>
                      <a:pt x="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9"/>
              <p:cNvSpPr/>
              <p:nvPr/>
            </p:nvSpPr>
            <p:spPr>
              <a:xfrm>
                <a:off x="1781714" y="1019930"/>
                <a:ext cx="26069" cy="39906"/>
              </a:xfrm>
              <a:custGeom>
                <a:avLst/>
                <a:gdLst/>
                <a:ahLst/>
                <a:cxnLst/>
                <a:rect l="l" t="t" r="r" b="b"/>
                <a:pathLst>
                  <a:path w="769" h="1177" extrusionOk="0">
                    <a:moveTo>
                      <a:pt x="500" y="1"/>
                    </a:moveTo>
                    <a:cubicBezTo>
                      <a:pt x="481" y="1"/>
                      <a:pt x="464" y="8"/>
                      <a:pt x="453" y="24"/>
                    </a:cubicBezTo>
                    <a:cubicBezTo>
                      <a:pt x="433" y="44"/>
                      <a:pt x="433" y="83"/>
                      <a:pt x="453" y="103"/>
                    </a:cubicBezTo>
                    <a:cubicBezTo>
                      <a:pt x="463" y="123"/>
                      <a:pt x="473" y="133"/>
                      <a:pt x="483" y="152"/>
                    </a:cubicBezTo>
                    <a:cubicBezTo>
                      <a:pt x="571" y="231"/>
                      <a:pt x="601" y="339"/>
                      <a:pt x="611" y="448"/>
                    </a:cubicBezTo>
                    <a:cubicBezTo>
                      <a:pt x="611" y="507"/>
                      <a:pt x="601" y="566"/>
                      <a:pt x="601" y="625"/>
                    </a:cubicBezTo>
                    <a:cubicBezTo>
                      <a:pt x="591" y="674"/>
                      <a:pt x="571" y="714"/>
                      <a:pt x="542" y="763"/>
                    </a:cubicBezTo>
                    <a:cubicBezTo>
                      <a:pt x="493" y="822"/>
                      <a:pt x="433" y="861"/>
                      <a:pt x="365" y="901"/>
                    </a:cubicBezTo>
                    <a:cubicBezTo>
                      <a:pt x="296" y="930"/>
                      <a:pt x="217" y="960"/>
                      <a:pt x="138" y="990"/>
                    </a:cubicBezTo>
                    <a:cubicBezTo>
                      <a:pt x="108" y="999"/>
                      <a:pt x="79" y="1009"/>
                      <a:pt x="49" y="1029"/>
                    </a:cubicBezTo>
                    <a:cubicBezTo>
                      <a:pt x="10" y="1049"/>
                      <a:pt x="0" y="1088"/>
                      <a:pt x="10" y="1127"/>
                    </a:cubicBezTo>
                    <a:cubicBezTo>
                      <a:pt x="30" y="1157"/>
                      <a:pt x="59" y="1177"/>
                      <a:pt x="99" y="1177"/>
                    </a:cubicBezTo>
                    <a:cubicBezTo>
                      <a:pt x="118" y="1177"/>
                      <a:pt x="138" y="1167"/>
                      <a:pt x="148" y="1167"/>
                    </a:cubicBezTo>
                    <a:cubicBezTo>
                      <a:pt x="266" y="1127"/>
                      <a:pt x="374" y="1088"/>
                      <a:pt x="483" y="1029"/>
                    </a:cubicBezTo>
                    <a:cubicBezTo>
                      <a:pt x="660" y="921"/>
                      <a:pt x="768" y="773"/>
                      <a:pt x="768" y="566"/>
                    </a:cubicBezTo>
                    <a:cubicBezTo>
                      <a:pt x="768" y="517"/>
                      <a:pt x="768" y="467"/>
                      <a:pt x="759" y="418"/>
                    </a:cubicBezTo>
                    <a:cubicBezTo>
                      <a:pt x="749" y="270"/>
                      <a:pt x="699" y="152"/>
                      <a:pt x="601" y="54"/>
                    </a:cubicBezTo>
                    <a:cubicBezTo>
                      <a:pt x="581" y="34"/>
                      <a:pt x="562" y="24"/>
                      <a:pt x="552" y="14"/>
                    </a:cubicBezTo>
                    <a:cubicBezTo>
                      <a:pt x="534" y="5"/>
                      <a:pt x="516" y="1"/>
                      <a:pt x="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9"/>
              <p:cNvSpPr/>
              <p:nvPr/>
            </p:nvSpPr>
            <p:spPr>
              <a:xfrm>
                <a:off x="1673836" y="788308"/>
                <a:ext cx="17052" cy="191801"/>
              </a:xfrm>
              <a:custGeom>
                <a:avLst/>
                <a:gdLst/>
                <a:ahLst/>
                <a:cxnLst/>
                <a:rect l="l" t="t" r="r" b="b"/>
                <a:pathLst>
                  <a:path w="503" h="5657" extrusionOk="0">
                    <a:moveTo>
                      <a:pt x="59" y="0"/>
                    </a:moveTo>
                    <a:cubicBezTo>
                      <a:pt x="30" y="10"/>
                      <a:pt x="0" y="39"/>
                      <a:pt x="0" y="69"/>
                    </a:cubicBezTo>
                    <a:cubicBezTo>
                      <a:pt x="0" y="89"/>
                      <a:pt x="10" y="108"/>
                      <a:pt x="10" y="118"/>
                    </a:cubicBezTo>
                    <a:cubicBezTo>
                      <a:pt x="20" y="148"/>
                      <a:pt x="30" y="177"/>
                      <a:pt x="30" y="207"/>
                    </a:cubicBezTo>
                    <a:cubicBezTo>
                      <a:pt x="79" y="424"/>
                      <a:pt x="99" y="631"/>
                      <a:pt x="118" y="847"/>
                    </a:cubicBezTo>
                    <a:cubicBezTo>
                      <a:pt x="138" y="1084"/>
                      <a:pt x="158" y="1310"/>
                      <a:pt x="178" y="1537"/>
                    </a:cubicBezTo>
                    <a:cubicBezTo>
                      <a:pt x="187" y="1704"/>
                      <a:pt x="187" y="1872"/>
                      <a:pt x="197" y="2029"/>
                    </a:cubicBezTo>
                    <a:cubicBezTo>
                      <a:pt x="217" y="2216"/>
                      <a:pt x="227" y="2394"/>
                      <a:pt x="237" y="2571"/>
                    </a:cubicBezTo>
                    <a:cubicBezTo>
                      <a:pt x="247" y="2739"/>
                      <a:pt x="256" y="2906"/>
                      <a:pt x="266" y="3074"/>
                    </a:cubicBezTo>
                    <a:cubicBezTo>
                      <a:pt x="276" y="3211"/>
                      <a:pt x="286" y="3349"/>
                      <a:pt x="286" y="3477"/>
                    </a:cubicBezTo>
                    <a:cubicBezTo>
                      <a:pt x="296" y="3763"/>
                      <a:pt x="286" y="4049"/>
                      <a:pt x="296" y="4344"/>
                    </a:cubicBezTo>
                    <a:cubicBezTo>
                      <a:pt x="315" y="4551"/>
                      <a:pt x="306" y="4768"/>
                      <a:pt x="306" y="5044"/>
                    </a:cubicBezTo>
                    <a:cubicBezTo>
                      <a:pt x="296" y="5152"/>
                      <a:pt x="296" y="5319"/>
                      <a:pt x="286" y="5487"/>
                    </a:cubicBezTo>
                    <a:cubicBezTo>
                      <a:pt x="286" y="5516"/>
                      <a:pt x="276" y="5556"/>
                      <a:pt x="286" y="5585"/>
                    </a:cubicBezTo>
                    <a:cubicBezTo>
                      <a:pt x="286" y="5625"/>
                      <a:pt x="315" y="5645"/>
                      <a:pt x="355" y="5654"/>
                    </a:cubicBezTo>
                    <a:cubicBezTo>
                      <a:pt x="360" y="5656"/>
                      <a:pt x="366" y="5657"/>
                      <a:pt x="371" y="5657"/>
                    </a:cubicBezTo>
                    <a:cubicBezTo>
                      <a:pt x="398" y="5657"/>
                      <a:pt x="427" y="5639"/>
                      <a:pt x="444" y="5615"/>
                    </a:cubicBezTo>
                    <a:cubicBezTo>
                      <a:pt x="453" y="5595"/>
                      <a:pt x="463" y="5566"/>
                      <a:pt x="463" y="5546"/>
                    </a:cubicBezTo>
                    <a:cubicBezTo>
                      <a:pt x="473" y="5477"/>
                      <a:pt x="483" y="5398"/>
                      <a:pt x="493" y="5329"/>
                    </a:cubicBezTo>
                    <a:cubicBezTo>
                      <a:pt x="493" y="5142"/>
                      <a:pt x="493" y="4955"/>
                      <a:pt x="503" y="4768"/>
                    </a:cubicBezTo>
                    <a:cubicBezTo>
                      <a:pt x="503" y="4630"/>
                      <a:pt x="503" y="4482"/>
                      <a:pt x="493" y="4344"/>
                    </a:cubicBezTo>
                    <a:cubicBezTo>
                      <a:pt x="483" y="4118"/>
                      <a:pt x="483" y="3891"/>
                      <a:pt x="483" y="3655"/>
                    </a:cubicBezTo>
                    <a:cubicBezTo>
                      <a:pt x="483" y="3546"/>
                      <a:pt x="473" y="3428"/>
                      <a:pt x="463" y="3310"/>
                    </a:cubicBezTo>
                    <a:cubicBezTo>
                      <a:pt x="463" y="3172"/>
                      <a:pt x="444" y="3034"/>
                      <a:pt x="444" y="2906"/>
                    </a:cubicBezTo>
                    <a:cubicBezTo>
                      <a:pt x="434" y="2758"/>
                      <a:pt x="424" y="2611"/>
                      <a:pt x="404" y="2463"/>
                    </a:cubicBezTo>
                    <a:cubicBezTo>
                      <a:pt x="394" y="2325"/>
                      <a:pt x="384" y="2187"/>
                      <a:pt x="375" y="2049"/>
                    </a:cubicBezTo>
                    <a:cubicBezTo>
                      <a:pt x="355" y="1783"/>
                      <a:pt x="335" y="1517"/>
                      <a:pt x="315" y="1251"/>
                    </a:cubicBezTo>
                    <a:cubicBezTo>
                      <a:pt x="286" y="975"/>
                      <a:pt x="256" y="690"/>
                      <a:pt x="217" y="414"/>
                    </a:cubicBezTo>
                    <a:cubicBezTo>
                      <a:pt x="207" y="315"/>
                      <a:pt x="187" y="217"/>
                      <a:pt x="158" y="118"/>
                    </a:cubicBezTo>
                    <a:cubicBezTo>
                      <a:pt x="158" y="89"/>
                      <a:pt x="148" y="59"/>
                      <a:pt x="138" y="39"/>
                    </a:cubicBezTo>
                    <a:cubicBezTo>
                      <a:pt x="118" y="10"/>
                      <a:pt x="89" y="0"/>
                      <a:pt x="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9"/>
              <p:cNvSpPr/>
              <p:nvPr/>
            </p:nvSpPr>
            <p:spPr>
              <a:xfrm>
                <a:off x="1678515" y="991249"/>
                <a:ext cx="30408" cy="10816"/>
              </a:xfrm>
              <a:custGeom>
                <a:avLst/>
                <a:gdLst/>
                <a:ahLst/>
                <a:cxnLst/>
                <a:rect l="l" t="t" r="r" b="b"/>
                <a:pathLst>
                  <a:path w="897" h="319" extrusionOk="0">
                    <a:moveTo>
                      <a:pt x="809" y="1"/>
                    </a:moveTo>
                    <a:cubicBezTo>
                      <a:pt x="802" y="1"/>
                      <a:pt x="795" y="2"/>
                      <a:pt x="788" y="3"/>
                    </a:cubicBezTo>
                    <a:cubicBezTo>
                      <a:pt x="759" y="13"/>
                      <a:pt x="719" y="23"/>
                      <a:pt x="690" y="43"/>
                    </a:cubicBezTo>
                    <a:cubicBezTo>
                      <a:pt x="621" y="72"/>
                      <a:pt x="562" y="102"/>
                      <a:pt x="483" y="112"/>
                    </a:cubicBezTo>
                    <a:cubicBezTo>
                      <a:pt x="414" y="131"/>
                      <a:pt x="335" y="131"/>
                      <a:pt x="266" y="151"/>
                    </a:cubicBezTo>
                    <a:cubicBezTo>
                      <a:pt x="227" y="151"/>
                      <a:pt x="177" y="151"/>
                      <a:pt x="138" y="141"/>
                    </a:cubicBezTo>
                    <a:lnTo>
                      <a:pt x="59" y="141"/>
                    </a:lnTo>
                    <a:cubicBezTo>
                      <a:pt x="30" y="151"/>
                      <a:pt x="10" y="181"/>
                      <a:pt x="10" y="210"/>
                    </a:cubicBezTo>
                    <a:cubicBezTo>
                      <a:pt x="0" y="240"/>
                      <a:pt x="20" y="269"/>
                      <a:pt x="40" y="279"/>
                    </a:cubicBezTo>
                    <a:cubicBezTo>
                      <a:pt x="59" y="289"/>
                      <a:pt x="79" y="299"/>
                      <a:pt x="99" y="299"/>
                    </a:cubicBezTo>
                    <a:cubicBezTo>
                      <a:pt x="128" y="309"/>
                      <a:pt x="158" y="309"/>
                      <a:pt x="197" y="319"/>
                    </a:cubicBezTo>
                    <a:cubicBezTo>
                      <a:pt x="335" y="309"/>
                      <a:pt x="473" y="299"/>
                      <a:pt x="611" y="259"/>
                    </a:cubicBezTo>
                    <a:cubicBezTo>
                      <a:pt x="680" y="240"/>
                      <a:pt x="749" y="210"/>
                      <a:pt x="818" y="171"/>
                    </a:cubicBezTo>
                    <a:cubicBezTo>
                      <a:pt x="828" y="161"/>
                      <a:pt x="847" y="151"/>
                      <a:pt x="857" y="141"/>
                    </a:cubicBezTo>
                    <a:cubicBezTo>
                      <a:pt x="887" y="112"/>
                      <a:pt x="897" y="82"/>
                      <a:pt x="877" y="43"/>
                    </a:cubicBezTo>
                    <a:cubicBezTo>
                      <a:pt x="869" y="18"/>
                      <a:pt x="841" y="1"/>
                      <a:pt x="8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9"/>
              <p:cNvSpPr/>
              <p:nvPr/>
            </p:nvSpPr>
            <p:spPr>
              <a:xfrm>
                <a:off x="1452758" y="872115"/>
                <a:ext cx="176348" cy="112259"/>
              </a:xfrm>
              <a:custGeom>
                <a:avLst/>
                <a:gdLst/>
                <a:ahLst/>
                <a:cxnLst/>
                <a:rect l="l" t="t" r="r" b="b"/>
                <a:pathLst>
                  <a:path w="5202" h="3311" extrusionOk="0">
                    <a:moveTo>
                      <a:pt x="4472" y="188"/>
                    </a:moveTo>
                    <a:cubicBezTo>
                      <a:pt x="4492" y="198"/>
                      <a:pt x="4512" y="207"/>
                      <a:pt x="4522" y="217"/>
                    </a:cubicBezTo>
                    <a:cubicBezTo>
                      <a:pt x="4650" y="306"/>
                      <a:pt x="4837" y="503"/>
                      <a:pt x="4925" y="641"/>
                    </a:cubicBezTo>
                    <a:cubicBezTo>
                      <a:pt x="4906" y="670"/>
                      <a:pt x="4876" y="670"/>
                      <a:pt x="4847" y="680"/>
                    </a:cubicBezTo>
                    <a:cubicBezTo>
                      <a:pt x="4413" y="838"/>
                      <a:pt x="3970" y="986"/>
                      <a:pt x="3536" y="1143"/>
                    </a:cubicBezTo>
                    <a:cubicBezTo>
                      <a:pt x="3202" y="1271"/>
                      <a:pt x="2857" y="1399"/>
                      <a:pt x="2522" y="1547"/>
                    </a:cubicBezTo>
                    <a:cubicBezTo>
                      <a:pt x="2305" y="1656"/>
                      <a:pt x="2069" y="1724"/>
                      <a:pt x="1832" y="1803"/>
                    </a:cubicBezTo>
                    <a:cubicBezTo>
                      <a:pt x="1694" y="1853"/>
                      <a:pt x="1547" y="1892"/>
                      <a:pt x="1409" y="1941"/>
                    </a:cubicBezTo>
                    <a:cubicBezTo>
                      <a:pt x="1400" y="1944"/>
                      <a:pt x="1392" y="1945"/>
                      <a:pt x="1385" y="1945"/>
                    </a:cubicBezTo>
                    <a:cubicBezTo>
                      <a:pt x="1367" y="1945"/>
                      <a:pt x="1351" y="1938"/>
                      <a:pt x="1330" y="1931"/>
                    </a:cubicBezTo>
                    <a:cubicBezTo>
                      <a:pt x="1153" y="1833"/>
                      <a:pt x="975" y="1715"/>
                      <a:pt x="798" y="1606"/>
                    </a:cubicBezTo>
                    <a:cubicBezTo>
                      <a:pt x="768" y="1587"/>
                      <a:pt x="749" y="1577"/>
                      <a:pt x="719" y="1557"/>
                    </a:cubicBezTo>
                    <a:cubicBezTo>
                      <a:pt x="749" y="1547"/>
                      <a:pt x="768" y="1537"/>
                      <a:pt x="788" y="1527"/>
                    </a:cubicBezTo>
                    <a:cubicBezTo>
                      <a:pt x="985" y="1488"/>
                      <a:pt x="1192" y="1449"/>
                      <a:pt x="1399" y="1409"/>
                    </a:cubicBezTo>
                    <a:cubicBezTo>
                      <a:pt x="1527" y="1390"/>
                      <a:pt x="1645" y="1360"/>
                      <a:pt x="1773" y="1330"/>
                    </a:cubicBezTo>
                    <a:cubicBezTo>
                      <a:pt x="1911" y="1301"/>
                      <a:pt x="2049" y="1252"/>
                      <a:pt x="2177" y="1183"/>
                    </a:cubicBezTo>
                    <a:cubicBezTo>
                      <a:pt x="2216" y="1163"/>
                      <a:pt x="2266" y="1133"/>
                      <a:pt x="2305" y="1114"/>
                    </a:cubicBezTo>
                    <a:cubicBezTo>
                      <a:pt x="2660" y="917"/>
                      <a:pt x="3024" y="759"/>
                      <a:pt x="3408" y="641"/>
                    </a:cubicBezTo>
                    <a:cubicBezTo>
                      <a:pt x="3497" y="611"/>
                      <a:pt x="3586" y="582"/>
                      <a:pt x="3674" y="552"/>
                    </a:cubicBezTo>
                    <a:cubicBezTo>
                      <a:pt x="3911" y="464"/>
                      <a:pt x="4137" y="365"/>
                      <a:pt x="4354" y="247"/>
                    </a:cubicBezTo>
                    <a:cubicBezTo>
                      <a:pt x="4393" y="227"/>
                      <a:pt x="4433" y="207"/>
                      <a:pt x="4472" y="188"/>
                    </a:cubicBezTo>
                    <a:close/>
                    <a:moveTo>
                      <a:pt x="490" y="1612"/>
                    </a:moveTo>
                    <a:cubicBezTo>
                      <a:pt x="500" y="1612"/>
                      <a:pt x="509" y="1616"/>
                      <a:pt x="522" y="1616"/>
                    </a:cubicBezTo>
                    <a:cubicBezTo>
                      <a:pt x="552" y="1636"/>
                      <a:pt x="591" y="1656"/>
                      <a:pt x="631" y="1675"/>
                    </a:cubicBezTo>
                    <a:cubicBezTo>
                      <a:pt x="788" y="1784"/>
                      <a:pt x="956" y="1882"/>
                      <a:pt x="1123" y="1990"/>
                    </a:cubicBezTo>
                    <a:cubicBezTo>
                      <a:pt x="1133" y="1990"/>
                      <a:pt x="1133" y="2000"/>
                      <a:pt x="1143" y="2010"/>
                    </a:cubicBezTo>
                    <a:cubicBezTo>
                      <a:pt x="1084" y="2050"/>
                      <a:pt x="1015" y="2050"/>
                      <a:pt x="946" y="2069"/>
                    </a:cubicBezTo>
                    <a:cubicBezTo>
                      <a:pt x="709" y="1951"/>
                      <a:pt x="473" y="1823"/>
                      <a:pt x="236" y="1695"/>
                    </a:cubicBezTo>
                    <a:cubicBezTo>
                      <a:pt x="315" y="1656"/>
                      <a:pt x="394" y="1636"/>
                      <a:pt x="473" y="1616"/>
                    </a:cubicBezTo>
                    <a:cubicBezTo>
                      <a:pt x="479" y="1613"/>
                      <a:pt x="485" y="1612"/>
                      <a:pt x="490" y="1612"/>
                    </a:cubicBezTo>
                    <a:close/>
                    <a:moveTo>
                      <a:pt x="4502" y="986"/>
                    </a:moveTo>
                    <a:cubicBezTo>
                      <a:pt x="4472" y="1025"/>
                      <a:pt x="4433" y="1035"/>
                      <a:pt x="4403" y="1055"/>
                    </a:cubicBezTo>
                    <a:cubicBezTo>
                      <a:pt x="4236" y="1124"/>
                      <a:pt x="4059" y="1193"/>
                      <a:pt x="3891" y="1271"/>
                    </a:cubicBezTo>
                    <a:cubicBezTo>
                      <a:pt x="3684" y="1360"/>
                      <a:pt x="3477" y="1449"/>
                      <a:pt x="3271" y="1537"/>
                    </a:cubicBezTo>
                    <a:cubicBezTo>
                      <a:pt x="3142" y="1596"/>
                      <a:pt x="3034" y="1656"/>
                      <a:pt x="2926" y="1724"/>
                    </a:cubicBezTo>
                    <a:cubicBezTo>
                      <a:pt x="2778" y="1813"/>
                      <a:pt x="2620" y="1902"/>
                      <a:pt x="2473" y="1981"/>
                    </a:cubicBezTo>
                    <a:cubicBezTo>
                      <a:pt x="2364" y="2050"/>
                      <a:pt x="2246" y="2119"/>
                      <a:pt x="2128" y="2197"/>
                    </a:cubicBezTo>
                    <a:cubicBezTo>
                      <a:pt x="2039" y="2256"/>
                      <a:pt x="1951" y="2316"/>
                      <a:pt x="1852" y="2375"/>
                    </a:cubicBezTo>
                    <a:cubicBezTo>
                      <a:pt x="1793" y="2335"/>
                      <a:pt x="1744" y="2276"/>
                      <a:pt x="1685" y="2227"/>
                    </a:cubicBezTo>
                    <a:cubicBezTo>
                      <a:pt x="1625" y="2178"/>
                      <a:pt x="1566" y="2128"/>
                      <a:pt x="1497" y="2069"/>
                    </a:cubicBezTo>
                    <a:cubicBezTo>
                      <a:pt x="1517" y="2059"/>
                      <a:pt x="1537" y="2059"/>
                      <a:pt x="1556" y="2050"/>
                    </a:cubicBezTo>
                    <a:cubicBezTo>
                      <a:pt x="1842" y="1951"/>
                      <a:pt x="2128" y="1853"/>
                      <a:pt x="2413" y="1764"/>
                    </a:cubicBezTo>
                    <a:cubicBezTo>
                      <a:pt x="2473" y="1744"/>
                      <a:pt x="2532" y="1715"/>
                      <a:pt x="2581" y="1695"/>
                    </a:cubicBezTo>
                    <a:cubicBezTo>
                      <a:pt x="3123" y="1468"/>
                      <a:pt x="3665" y="1262"/>
                      <a:pt x="4226" y="1074"/>
                    </a:cubicBezTo>
                    <a:cubicBezTo>
                      <a:pt x="4295" y="1055"/>
                      <a:pt x="4364" y="1025"/>
                      <a:pt x="4433" y="1005"/>
                    </a:cubicBezTo>
                    <a:cubicBezTo>
                      <a:pt x="4453" y="996"/>
                      <a:pt x="4472" y="986"/>
                      <a:pt x="4502" y="986"/>
                    </a:cubicBezTo>
                    <a:close/>
                    <a:moveTo>
                      <a:pt x="4866" y="966"/>
                    </a:moveTo>
                    <a:cubicBezTo>
                      <a:pt x="4837" y="1094"/>
                      <a:pt x="4807" y="1232"/>
                      <a:pt x="4778" y="1360"/>
                    </a:cubicBezTo>
                    <a:cubicBezTo>
                      <a:pt x="4738" y="1508"/>
                      <a:pt x="4679" y="1646"/>
                      <a:pt x="4620" y="1793"/>
                    </a:cubicBezTo>
                    <a:cubicBezTo>
                      <a:pt x="4591" y="1862"/>
                      <a:pt x="4551" y="1922"/>
                      <a:pt x="4502" y="1981"/>
                    </a:cubicBezTo>
                    <a:cubicBezTo>
                      <a:pt x="4462" y="2030"/>
                      <a:pt x="4423" y="2079"/>
                      <a:pt x="4384" y="2128"/>
                    </a:cubicBezTo>
                    <a:cubicBezTo>
                      <a:pt x="4295" y="2227"/>
                      <a:pt x="4187" y="2306"/>
                      <a:pt x="4059" y="2355"/>
                    </a:cubicBezTo>
                    <a:cubicBezTo>
                      <a:pt x="3911" y="2414"/>
                      <a:pt x="3763" y="2483"/>
                      <a:pt x="3605" y="2542"/>
                    </a:cubicBezTo>
                    <a:cubicBezTo>
                      <a:pt x="3517" y="2581"/>
                      <a:pt x="3428" y="2601"/>
                      <a:pt x="3330" y="2611"/>
                    </a:cubicBezTo>
                    <a:lnTo>
                      <a:pt x="3310" y="2611"/>
                    </a:lnTo>
                    <a:cubicBezTo>
                      <a:pt x="3320" y="2591"/>
                      <a:pt x="3330" y="2572"/>
                      <a:pt x="3349" y="2552"/>
                    </a:cubicBezTo>
                    <a:cubicBezTo>
                      <a:pt x="3477" y="2394"/>
                      <a:pt x="3576" y="2207"/>
                      <a:pt x="3635" y="2010"/>
                    </a:cubicBezTo>
                    <a:cubicBezTo>
                      <a:pt x="3655" y="1971"/>
                      <a:pt x="3674" y="1931"/>
                      <a:pt x="3704" y="1902"/>
                    </a:cubicBezTo>
                    <a:cubicBezTo>
                      <a:pt x="3931" y="1646"/>
                      <a:pt x="4177" y="1419"/>
                      <a:pt x="4453" y="1212"/>
                    </a:cubicBezTo>
                    <a:cubicBezTo>
                      <a:pt x="4482" y="1193"/>
                      <a:pt x="4512" y="1173"/>
                      <a:pt x="4551" y="1153"/>
                    </a:cubicBezTo>
                    <a:cubicBezTo>
                      <a:pt x="4659" y="1104"/>
                      <a:pt x="4758" y="1045"/>
                      <a:pt x="4837" y="976"/>
                    </a:cubicBezTo>
                    <a:cubicBezTo>
                      <a:pt x="4847" y="966"/>
                      <a:pt x="4856" y="966"/>
                      <a:pt x="4866" y="966"/>
                    </a:cubicBezTo>
                    <a:close/>
                    <a:moveTo>
                      <a:pt x="3970" y="1399"/>
                    </a:moveTo>
                    <a:cubicBezTo>
                      <a:pt x="3970" y="1409"/>
                      <a:pt x="3970" y="1409"/>
                      <a:pt x="3970" y="1419"/>
                    </a:cubicBezTo>
                    <a:cubicBezTo>
                      <a:pt x="3950" y="1439"/>
                      <a:pt x="3931" y="1459"/>
                      <a:pt x="3911" y="1478"/>
                    </a:cubicBezTo>
                    <a:cubicBezTo>
                      <a:pt x="3802" y="1587"/>
                      <a:pt x="3704" y="1695"/>
                      <a:pt x="3596" y="1793"/>
                    </a:cubicBezTo>
                    <a:cubicBezTo>
                      <a:pt x="3546" y="1843"/>
                      <a:pt x="3517" y="1902"/>
                      <a:pt x="3497" y="1971"/>
                    </a:cubicBezTo>
                    <a:cubicBezTo>
                      <a:pt x="3438" y="2148"/>
                      <a:pt x="3349" y="2306"/>
                      <a:pt x="3241" y="2444"/>
                    </a:cubicBezTo>
                    <a:cubicBezTo>
                      <a:pt x="3211" y="2483"/>
                      <a:pt x="3182" y="2513"/>
                      <a:pt x="3152" y="2552"/>
                    </a:cubicBezTo>
                    <a:cubicBezTo>
                      <a:pt x="3123" y="2581"/>
                      <a:pt x="3083" y="2621"/>
                      <a:pt x="3093" y="2670"/>
                    </a:cubicBezTo>
                    <a:cubicBezTo>
                      <a:pt x="3073" y="2680"/>
                      <a:pt x="3051" y="2682"/>
                      <a:pt x="3030" y="2682"/>
                    </a:cubicBezTo>
                    <a:cubicBezTo>
                      <a:pt x="3009" y="2682"/>
                      <a:pt x="2990" y="2680"/>
                      <a:pt x="2975" y="2680"/>
                    </a:cubicBezTo>
                    <a:cubicBezTo>
                      <a:pt x="2896" y="2670"/>
                      <a:pt x="2827" y="2670"/>
                      <a:pt x="2758" y="2670"/>
                    </a:cubicBezTo>
                    <a:cubicBezTo>
                      <a:pt x="2719" y="2675"/>
                      <a:pt x="2677" y="2678"/>
                      <a:pt x="2635" y="2678"/>
                    </a:cubicBezTo>
                    <a:cubicBezTo>
                      <a:pt x="2593" y="2678"/>
                      <a:pt x="2551" y="2675"/>
                      <a:pt x="2512" y="2670"/>
                    </a:cubicBezTo>
                    <a:cubicBezTo>
                      <a:pt x="2453" y="2660"/>
                      <a:pt x="2394" y="2631"/>
                      <a:pt x="2335" y="2611"/>
                    </a:cubicBezTo>
                    <a:cubicBezTo>
                      <a:pt x="2276" y="2601"/>
                      <a:pt x="2226" y="2581"/>
                      <a:pt x="2167" y="2562"/>
                    </a:cubicBezTo>
                    <a:cubicBezTo>
                      <a:pt x="2108" y="2542"/>
                      <a:pt x="2049" y="2522"/>
                      <a:pt x="1990" y="2483"/>
                    </a:cubicBezTo>
                    <a:cubicBezTo>
                      <a:pt x="1990" y="2453"/>
                      <a:pt x="2010" y="2444"/>
                      <a:pt x="2029" y="2444"/>
                    </a:cubicBezTo>
                    <a:cubicBezTo>
                      <a:pt x="2207" y="2325"/>
                      <a:pt x="2394" y="2197"/>
                      <a:pt x="2581" y="2099"/>
                    </a:cubicBezTo>
                    <a:cubicBezTo>
                      <a:pt x="2729" y="2020"/>
                      <a:pt x="2867" y="1931"/>
                      <a:pt x="3005" y="1853"/>
                    </a:cubicBezTo>
                    <a:cubicBezTo>
                      <a:pt x="3103" y="1793"/>
                      <a:pt x="3192" y="1744"/>
                      <a:pt x="3280" y="1695"/>
                    </a:cubicBezTo>
                    <a:cubicBezTo>
                      <a:pt x="3487" y="1606"/>
                      <a:pt x="3704" y="1518"/>
                      <a:pt x="3911" y="1419"/>
                    </a:cubicBezTo>
                    <a:cubicBezTo>
                      <a:pt x="3931" y="1419"/>
                      <a:pt x="3950" y="1409"/>
                      <a:pt x="3970" y="1399"/>
                    </a:cubicBezTo>
                    <a:close/>
                    <a:moveTo>
                      <a:pt x="1330" y="2119"/>
                    </a:moveTo>
                    <a:cubicBezTo>
                      <a:pt x="1369" y="2148"/>
                      <a:pt x="1389" y="2178"/>
                      <a:pt x="1419" y="2197"/>
                    </a:cubicBezTo>
                    <a:cubicBezTo>
                      <a:pt x="1527" y="2276"/>
                      <a:pt x="1625" y="2365"/>
                      <a:pt x="1724" y="2463"/>
                    </a:cubicBezTo>
                    <a:cubicBezTo>
                      <a:pt x="1822" y="2552"/>
                      <a:pt x="1921" y="2631"/>
                      <a:pt x="2049" y="2670"/>
                    </a:cubicBezTo>
                    <a:cubicBezTo>
                      <a:pt x="2059" y="2680"/>
                      <a:pt x="2069" y="2680"/>
                      <a:pt x="2079" y="2690"/>
                    </a:cubicBezTo>
                    <a:cubicBezTo>
                      <a:pt x="2167" y="2719"/>
                      <a:pt x="2256" y="2749"/>
                      <a:pt x="2345" y="2779"/>
                    </a:cubicBezTo>
                    <a:cubicBezTo>
                      <a:pt x="2413" y="2808"/>
                      <a:pt x="2492" y="2818"/>
                      <a:pt x="2571" y="2818"/>
                    </a:cubicBezTo>
                    <a:cubicBezTo>
                      <a:pt x="2620" y="2818"/>
                      <a:pt x="2670" y="2828"/>
                      <a:pt x="2709" y="2828"/>
                    </a:cubicBezTo>
                    <a:cubicBezTo>
                      <a:pt x="2611" y="2857"/>
                      <a:pt x="2502" y="2867"/>
                      <a:pt x="2384" y="2867"/>
                    </a:cubicBezTo>
                    <a:cubicBezTo>
                      <a:pt x="2187" y="2857"/>
                      <a:pt x="2000" y="2818"/>
                      <a:pt x="1813" y="2749"/>
                    </a:cubicBezTo>
                    <a:cubicBezTo>
                      <a:pt x="1704" y="2700"/>
                      <a:pt x="1606" y="2650"/>
                      <a:pt x="1527" y="2562"/>
                    </a:cubicBezTo>
                    <a:cubicBezTo>
                      <a:pt x="1478" y="2513"/>
                      <a:pt x="1428" y="2453"/>
                      <a:pt x="1379" y="2394"/>
                    </a:cubicBezTo>
                    <a:cubicBezTo>
                      <a:pt x="1320" y="2325"/>
                      <a:pt x="1261" y="2256"/>
                      <a:pt x="1192" y="2197"/>
                    </a:cubicBezTo>
                    <a:cubicBezTo>
                      <a:pt x="1182" y="2197"/>
                      <a:pt x="1172" y="2187"/>
                      <a:pt x="1172" y="2178"/>
                    </a:cubicBezTo>
                    <a:cubicBezTo>
                      <a:pt x="1192" y="2148"/>
                      <a:pt x="1222" y="2148"/>
                      <a:pt x="1251" y="2138"/>
                    </a:cubicBezTo>
                    <a:cubicBezTo>
                      <a:pt x="1281" y="2128"/>
                      <a:pt x="1310" y="2128"/>
                      <a:pt x="1330" y="2119"/>
                    </a:cubicBezTo>
                    <a:close/>
                    <a:moveTo>
                      <a:pt x="207" y="1862"/>
                    </a:moveTo>
                    <a:cubicBezTo>
                      <a:pt x="236" y="1882"/>
                      <a:pt x="266" y="1892"/>
                      <a:pt x="296" y="1902"/>
                    </a:cubicBezTo>
                    <a:cubicBezTo>
                      <a:pt x="384" y="1951"/>
                      <a:pt x="473" y="2000"/>
                      <a:pt x="562" y="2050"/>
                    </a:cubicBezTo>
                    <a:cubicBezTo>
                      <a:pt x="591" y="2059"/>
                      <a:pt x="621" y="2069"/>
                      <a:pt x="660" y="2079"/>
                    </a:cubicBezTo>
                    <a:cubicBezTo>
                      <a:pt x="690" y="2099"/>
                      <a:pt x="729" y="2109"/>
                      <a:pt x="759" y="2119"/>
                    </a:cubicBezTo>
                    <a:cubicBezTo>
                      <a:pt x="847" y="2158"/>
                      <a:pt x="926" y="2197"/>
                      <a:pt x="1025" y="2197"/>
                    </a:cubicBezTo>
                    <a:cubicBezTo>
                      <a:pt x="1034" y="2227"/>
                      <a:pt x="1044" y="2247"/>
                      <a:pt x="1054" y="2276"/>
                    </a:cubicBezTo>
                    <a:cubicBezTo>
                      <a:pt x="1074" y="2296"/>
                      <a:pt x="1093" y="2316"/>
                      <a:pt x="1113" y="2335"/>
                    </a:cubicBezTo>
                    <a:cubicBezTo>
                      <a:pt x="1162" y="2375"/>
                      <a:pt x="1202" y="2424"/>
                      <a:pt x="1251" y="2473"/>
                    </a:cubicBezTo>
                    <a:cubicBezTo>
                      <a:pt x="1310" y="2542"/>
                      <a:pt x="1369" y="2611"/>
                      <a:pt x="1438" y="2680"/>
                    </a:cubicBezTo>
                    <a:cubicBezTo>
                      <a:pt x="1517" y="2769"/>
                      <a:pt x="1616" y="2838"/>
                      <a:pt x="1734" y="2877"/>
                    </a:cubicBezTo>
                    <a:cubicBezTo>
                      <a:pt x="1832" y="2916"/>
                      <a:pt x="1941" y="2956"/>
                      <a:pt x="2049" y="2976"/>
                    </a:cubicBezTo>
                    <a:cubicBezTo>
                      <a:pt x="2184" y="3006"/>
                      <a:pt x="2320" y="3022"/>
                      <a:pt x="2455" y="3022"/>
                    </a:cubicBezTo>
                    <a:cubicBezTo>
                      <a:pt x="2537" y="3022"/>
                      <a:pt x="2618" y="3016"/>
                      <a:pt x="2699" y="3005"/>
                    </a:cubicBezTo>
                    <a:cubicBezTo>
                      <a:pt x="2788" y="2985"/>
                      <a:pt x="2876" y="2976"/>
                      <a:pt x="2965" y="2956"/>
                    </a:cubicBezTo>
                    <a:cubicBezTo>
                      <a:pt x="3044" y="2936"/>
                      <a:pt x="3123" y="2916"/>
                      <a:pt x="3192" y="2887"/>
                    </a:cubicBezTo>
                    <a:cubicBezTo>
                      <a:pt x="3221" y="2887"/>
                      <a:pt x="3251" y="2877"/>
                      <a:pt x="3280" y="2877"/>
                    </a:cubicBezTo>
                    <a:cubicBezTo>
                      <a:pt x="3261" y="2887"/>
                      <a:pt x="3251" y="2897"/>
                      <a:pt x="3231" y="2907"/>
                    </a:cubicBezTo>
                    <a:cubicBezTo>
                      <a:pt x="3034" y="3005"/>
                      <a:pt x="2837" y="3084"/>
                      <a:pt x="2630" y="3104"/>
                    </a:cubicBezTo>
                    <a:cubicBezTo>
                      <a:pt x="2512" y="3123"/>
                      <a:pt x="2394" y="3113"/>
                      <a:pt x="2285" y="3123"/>
                    </a:cubicBezTo>
                    <a:cubicBezTo>
                      <a:pt x="2236" y="3123"/>
                      <a:pt x="2197" y="3104"/>
                      <a:pt x="2148" y="3094"/>
                    </a:cubicBezTo>
                    <a:cubicBezTo>
                      <a:pt x="1921" y="3054"/>
                      <a:pt x="1704" y="3005"/>
                      <a:pt x="1478" y="2956"/>
                    </a:cubicBezTo>
                    <a:cubicBezTo>
                      <a:pt x="1320" y="2916"/>
                      <a:pt x="1172" y="2857"/>
                      <a:pt x="1034" y="2749"/>
                    </a:cubicBezTo>
                    <a:cubicBezTo>
                      <a:pt x="946" y="2680"/>
                      <a:pt x="847" y="2601"/>
                      <a:pt x="759" y="2522"/>
                    </a:cubicBezTo>
                    <a:cubicBezTo>
                      <a:pt x="709" y="2493"/>
                      <a:pt x="670" y="2444"/>
                      <a:pt x="621" y="2414"/>
                    </a:cubicBezTo>
                    <a:cubicBezTo>
                      <a:pt x="502" y="2325"/>
                      <a:pt x="424" y="2217"/>
                      <a:pt x="335" y="2099"/>
                    </a:cubicBezTo>
                    <a:cubicBezTo>
                      <a:pt x="286" y="2040"/>
                      <a:pt x="246" y="1961"/>
                      <a:pt x="207" y="1892"/>
                    </a:cubicBezTo>
                    <a:cubicBezTo>
                      <a:pt x="207" y="1892"/>
                      <a:pt x="207" y="1882"/>
                      <a:pt x="207" y="1862"/>
                    </a:cubicBezTo>
                    <a:close/>
                    <a:moveTo>
                      <a:pt x="4502" y="1"/>
                    </a:moveTo>
                    <a:cubicBezTo>
                      <a:pt x="4482" y="1"/>
                      <a:pt x="4453" y="10"/>
                      <a:pt x="4433" y="20"/>
                    </a:cubicBezTo>
                    <a:cubicBezTo>
                      <a:pt x="4393" y="30"/>
                      <a:pt x="4354" y="50"/>
                      <a:pt x="4325" y="70"/>
                    </a:cubicBezTo>
                    <a:cubicBezTo>
                      <a:pt x="4098" y="188"/>
                      <a:pt x="3881" y="296"/>
                      <a:pt x="3645" y="385"/>
                    </a:cubicBezTo>
                    <a:cubicBezTo>
                      <a:pt x="3546" y="414"/>
                      <a:pt x="3448" y="454"/>
                      <a:pt x="3349" y="483"/>
                    </a:cubicBezTo>
                    <a:cubicBezTo>
                      <a:pt x="2965" y="602"/>
                      <a:pt x="2611" y="759"/>
                      <a:pt x="2266" y="956"/>
                    </a:cubicBezTo>
                    <a:cubicBezTo>
                      <a:pt x="2216" y="976"/>
                      <a:pt x="2167" y="1005"/>
                      <a:pt x="2128" y="1025"/>
                    </a:cubicBezTo>
                    <a:cubicBezTo>
                      <a:pt x="1990" y="1104"/>
                      <a:pt x="1862" y="1163"/>
                      <a:pt x="1714" y="1193"/>
                    </a:cubicBezTo>
                    <a:cubicBezTo>
                      <a:pt x="1517" y="1232"/>
                      <a:pt x="1310" y="1271"/>
                      <a:pt x="1113" y="1311"/>
                    </a:cubicBezTo>
                    <a:cubicBezTo>
                      <a:pt x="778" y="1370"/>
                      <a:pt x="443" y="1459"/>
                      <a:pt x="128" y="1577"/>
                    </a:cubicBezTo>
                    <a:cubicBezTo>
                      <a:pt x="99" y="1587"/>
                      <a:pt x="69" y="1596"/>
                      <a:pt x="39" y="1616"/>
                    </a:cubicBezTo>
                    <a:cubicBezTo>
                      <a:pt x="20" y="1626"/>
                      <a:pt x="0" y="1646"/>
                      <a:pt x="0" y="1675"/>
                    </a:cubicBezTo>
                    <a:cubicBezTo>
                      <a:pt x="10" y="1724"/>
                      <a:pt x="10" y="1764"/>
                      <a:pt x="0" y="1813"/>
                    </a:cubicBezTo>
                    <a:cubicBezTo>
                      <a:pt x="0" y="1833"/>
                      <a:pt x="10" y="1843"/>
                      <a:pt x="10" y="1862"/>
                    </a:cubicBezTo>
                    <a:cubicBezTo>
                      <a:pt x="79" y="1990"/>
                      <a:pt x="138" y="2119"/>
                      <a:pt x="227" y="2237"/>
                    </a:cubicBezTo>
                    <a:cubicBezTo>
                      <a:pt x="433" y="2483"/>
                      <a:pt x="670" y="2700"/>
                      <a:pt x="926" y="2897"/>
                    </a:cubicBezTo>
                    <a:cubicBezTo>
                      <a:pt x="1084" y="3015"/>
                      <a:pt x="1251" y="3094"/>
                      <a:pt x="1438" y="3133"/>
                    </a:cubicBezTo>
                    <a:cubicBezTo>
                      <a:pt x="1675" y="3192"/>
                      <a:pt x="1901" y="3232"/>
                      <a:pt x="2138" y="3281"/>
                    </a:cubicBezTo>
                    <a:cubicBezTo>
                      <a:pt x="2187" y="3291"/>
                      <a:pt x="2236" y="3301"/>
                      <a:pt x="2285" y="3310"/>
                    </a:cubicBezTo>
                    <a:cubicBezTo>
                      <a:pt x="2404" y="3301"/>
                      <a:pt x="2512" y="3301"/>
                      <a:pt x="2620" y="3291"/>
                    </a:cubicBezTo>
                    <a:cubicBezTo>
                      <a:pt x="2679" y="3281"/>
                      <a:pt x="2739" y="3271"/>
                      <a:pt x="2798" y="3261"/>
                    </a:cubicBezTo>
                    <a:cubicBezTo>
                      <a:pt x="3014" y="3212"/>
                      <a:pt x="3221" y="3123"/>
                      <a:pt x="3408" y="3015"/>
                    </a:cubicBezTo>
                    <a:cubicBezTo>
                      <a:pt x="3694" y="2857"/>
                      <a:pt x="3960" y="2680"/>
                      <a:pt x="4226" y="2503"/>
                    </a:cubicBezTo>
                    <a:cubicBezTo>
                      <a:pt x="4384" y="2394"/>
                      <a:pt x="4522" y="2256"/>
                      <a:pt x="4640" y="2109"/>
                    </a:cubicBezTo>
                    <a:cubicBezTo>
                      <a:pt x="4699" y="2040"/>
                      <a:pt x="4748" y="1961"/>
                      <a:pt x="4778" y="1882"/>
                    </a:cubicBezTo>
                    <a:cubicBezTo>
                      <a:pt x="4876" y="1675"/>
                      <a:pt x="4945" y="1478"/>
                      <a:pt x="4994" y="1262"/>
                    </a:cubicBezTo>
                    <a:cubicBezTo>
                      <a:pt x="5014" y="1133"/>
                      <a:pt x="5053" y="1015"/>
                      <a:pt x="5113" y="897"/>
                    </a:cubicBezTo>
                    <a:cubicBezTo>
                      <a:pt x="5132" y="858"/>
                      <a:pt x="5152" y="808"/>
                      <a:pt x="5172" y="759"/>
                    </a:cubicBezTo>
                    <a:cubicBezTo>
                      <a:pt x="5182" y="739"/>
                      <a:pt x="5191" y="720"/>
                      <a:pt x="5191" y="690"/>
                    </a:cubicBezTo>
                    <a:cubicBezTo>
                      <a:pt x="5201" y="651"/>
                      <a:pt x="5191" y="611"/>
                      <a:pt x="5152" y="602"/>
                    </a:cubicBezTo>
                    <a:cubicBezTo>
                      <a:pt x="5093" y="582"/>
                      <a:pt x="5063" y="542"/>
                      <a:pt x="5024" y="503"/>
                    </a:cubicBezTo>
                    <a:cubicBezTo>
                      <a:pt x="4916" y="365"/>
                      <a:pt x="4788" y="237"/>
                      <a:pt x="4650" y="119"/>
                    </a:cubicBezTo>
                    <a:cubicBezTo>
                      <a:pt x="4620" y="99"/>
                      <a:pt x="4600" y="79"/>
                      <a:pt x="4591" y="50"/>
                    </a:cubicBezTo>
                    <a:cubicBezTo>
                      <a:pt x="4571" y="10"/>
                      <a:pt x="4541" y="1"/>
                      <a:pt x="45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9"/>
              <p:cNvSpPr/>
              <p:nvPr/>
            </p:nvSpPr>
            <p:spPr>
              <a:xfrm>
                <a:off x="1377596" y="792647"/>
                <a:ext cx="162991" cy="173017"/>
              </a:xfrm>
              <a:custGeom>
                <a:avLst/>
                <a:gdLst/>
                <a:ahLst/>
                <a:cxnLst/>
                <a:rect l="l" t="t" r="r" b="b"/>
                <a:pathLst>
                  <a:path w="4808" h="5103" extrusionOk="0">
                    <a:moveTo>
                      <a:pt x="2394" y="0"/>
                    </a:moveTo>
                    <a:cubicBezTo>
                      <a:pt x="2158" y="0"/>
                      <a:pt x="1912" y="49"/>
                      <a:pt x="1675" y="148"/>
                    </a:cubicBezTo>
                    <a:cubicBezTo>
                      <a:pt x="1429" y="246"/>
                      <a:pt x="1202" y="394"/>
                      <a:pt x="976" y="601"/>
                    </a:cubicBezTo>
                    <a:cubicBezTo>
                      <a:pt x="927" y="650"/>
                      <a:pt x="877" y="690"/>
                      <a:pt x="808" y="739"/>
                    </a:cubicBezTo>
                    <a:cubicBezTo>
                      <a:pt x="710" y="808"/>
                      <a:pt x="631" y="867"/>
                      <a:pt x="562" y="926"/>
                    </a:cubicBezTo>
                    <a:cubicBezTo>
                      <a:pt x="454" y="1025"/>
                      <a:pt x="365" y="1143"/>
                      <a:pt x="296" y="1300"/>
                    </a:cubicBezTo>
                    <a:cubicBezTo>
                      <a:pt x="286" y="1330"/>
                      <a:pt x="267" y="1360"/>
                      <a:pt x="257" y="1389"/>
                    </a:cubicBezTo>
                    <a:cubicBezTo>
                      <a:pt x="168" y="1566"/>
                      <a:pt x="119" y="1744"/>
                      <a:pt x="99" y="1911"/>
                    </a:cubicBezTo>
                    <a:lnTo>
                      <a:pt x="99" y="1941"/>
                    </a:lnTo>
                    <a:cubicBezTo>
                      <a:pt x="89" y="2020"/>
                      <a:pt x="79" y="2098"/>
                      <a:pt x="70" y="2177"/>
                    </a:cubicBezTo>
                    <a:cubicBezTo>
                      <a:pt x="1" y="2551"/>
                      <a:pt x="40" y="2926"/>
                      <a:pt x="168" y="3290"/>
                    </a:cubicBezTo>
                    <a:cubicBezTo>
                      <a:pt x="267" y="3566"/>
                      <a:pt x="414" y="3822"/>
                      <a:pt x="611" y="4078"/>
                    </a:cubicBezTo>
                    <a:cubicBezTo>
                      <a:pt x="710" y="4187"/>
                      <a:pt x="799" y="4295"/>
                      <a:pt x="907" y="4423"/>
                    </a:cubicBezTo>
                    <a:cubicBezTo>
                      <a:pt x="936" y="4463"/>
                      <a:pt x="966" y="4502"/>
                      <a:pt x="996" y="4541"/>
                    </a:cubicBezTo>
                    <a:cubicBezTo>
                      <a:pt x="1015" y="4551"/>
                      <a:pt x="1035" y="4571"/>
                      <a:pt x="1045" y="4591"/>
                    </a:cubicBezTo>
                    <a:cubicBezTo>
                      <a:pt x="1153" y="4719"/>
                      <a:pt x="1291" y="4837"/>
                      <a:pt x="1478" y="4945"/>
                    </a:cubicBezTo>
                    <a:cubicBezTo>
                      <a:pt x="1547" y="4985"/>
                      <a:pt x="1626" y="5014"/>
                      <a:pt x="1715" y="5034"/>
                    </a:cubicBezTo>
                    <a:cubicBezTo>
                      <a:pt x="1774" y="5044"/>
                      <a:pt x="1843" y="5054"/>
                      <a:pt x="1922" y="5054"/>
                    </a:cubicBezTo>
                    <a:cubicBezTo>
                      <a:pt x="1951" y="5054"/>
                      <a:pt x="1990" y="5054"/>
                      <a:pt x="2030" y="5044"/>
                    </a:cubicBezTo>
                    <a:lnTo>
                      <a:pt x="2059" y="5044"/>
                    </a:lnTo>
                    <a:cubicBezTo>
                      <a:pt x="2099" y="5044"/>
                      <a:pt x="2128" y="5054"/>
                      <a:pt x="2168" y="5054"/>
                    </a:cubicBezTo>
                    <a:cubicBezTo>
                      <a:pt x="2296" y="5083"/>
                      <a:pt x="2424" y="5103"/>
                      <a:pt x="2552" y="5103"/>
                    </a:cubicBezTo>
                    <a:cubicBezTo>
                      <a:pt x="2700" y="5103"/>
                      <a:pt x="2848" y="5083"/>
                      <a:pt x="2995" y="5044"/>
                    </a:cubicBezTo>
                    <a:cubicBezTo>
                      <a:pt x="2956" y="5014"/>
                      <a:pt x="2926" y="4985"/>
                      <a:pt x="2887" y="4945"/>
                    </a:cubicBezTo>
                    <a:cubicBezTo>
                      <a:pt x="2828" y="4896"/>
                      <a:pt x="2769" y="4837"/>
                      <a:pt x="2719" y="4778"/>
                    </a:cubicBezTo>
                    <a:cubicBezTo>
                      <a:pt x="2660" y="4788"/>
                      <a:pt x="2611" y="4797"/>
                      <a:pt x="2552" y="4807"/>
                    </a:cubicBezTo>
                    <a:cubicBezTo>
                      <a:pt x="2404" y="4817"/>
                      <a:pt x="2247" y="4837"/>
                      <a:pt x="2099" y="4857"/>
                    </a:cubicBezTo>
                    <a:lnTo>
                      <a:pt x="2050" y="4857"/>
                    </a:lnTo>
                    <a:cubicBezTo>
                      <a:pt x="1981" y="4857"/>
                      <a:pt x="1912" y="4847"/>
                      <a:pt x="1833" y="4807"/>
                    </a:cubicBezTo>
                    <a:cubicBezTo>
                      <a:pt x="1695" y="4748"/>
                      <a:pt x="1577" y="4689"/>
                      <a:pt x="1468" y="4620"/>
                    </a:cubicBezTo>
                    <a:cubicBezTo>
                      <a:pt x="1360" y="4551"/>
                      <a:pt x="1252" y="4482"/>
                      <a:pt x="1153" y="4403"/>
                    </a:cubicBezTo>
                    <a:cubicBezTo>
                      <a:pt x="1114" y="4384"/>
                      <a:pt x="1084" y="4354"/>
                      <a:pt x="1065" y="4325"/>
                    </a:cubicBezTo>
                    <a:cubicBezTo>
                      <a:pt x="907" y="4147"/>
                      <a:pt x="779" y="3970"/>
                      <a:pt x="680" y="3803"/>
                    </a:cubicBezTo>
                    <a:cubicBezTo>
                      <a:pt x="631" y="3734"/>
                      <a:pt x="592" y="3665"/>
                      <a:pt x="552" y="3596"/>
                    </a:cubicBezTo>
                    <a:cubicBezTo>
                      <a:pt x="513" y="3527"/>
                      <a:pt x="464" y="3468"/>
                      <a:pt x="424" y="3399"/>
                    </a:cubicBezTo>
                    <a:cubicBezTo>
                      <a:pt x="286" y="3172"/>
                      <a:pt x="217" y="2906"/>
                      <a:pt x="217" y="2591"/>
                    </a:cubicBezTo>
                    <a:cubicBezTo>
                      <a:pt x="217" y="2404"/>
                      <a:pt x="227" y="2197"/>
                      <a:pt x="257" y="1941"/>
                    </a:cubicBezTo>
                    <a:cubicBezTo>
                      <a:pt x="267" y="1842"/>
                      <a:pt x="286" y="1754"/>
                      <a:pt x="336" y="1665"/>
                    </a:cubicBezTo>
                    <a:cubicBezTo>
                      <a:pt x="365" y="1606"/>
                      <a:pt x="395" y="1547"/>
                      <a:pt x="414" y="1497"/>
                    </a:cubicBezTo>
                    <a:lnTo>
                      <a:pt x="444" y="1438"/>
                    </a:lnTo>
                    <a:cubicBezTo>
                      <a:pt x="533" y="1271"/>
                      <a:pt x="631" y="1133"/>
                      <a:pt x="730" y="1005"/>
                    </a:cubicBezTo>
                    <a:cubicBezTo>
                      <a:pt x="769" y="966"/>
                      <a:pt x="799" y="926"/>
                      <a:pt x="838" y="897"/>
                    </a:cubicBezTo>
                    <a:cubicBezTo>
                      <a:pt x="956" y="818"/>
                      <a:pt x="1094" y="719"/>
                      <a:pt x="1232" y="640"/>
                    </a:cubicBezTo>
                    <a:cubicBezTo>
                      <a:pt x="1508" y="493"/>
                      <a:pt x="1725" y="384"/>
                      <a:pt x="1931" y="286"/>
                    </a:cubicBezTo>
                    <a:cubicBezTo>
                      <a:pt x="1971" y="266"/>
                      <a:pt x="2020" y="256"/>
                      <a:pt x="2059" y="237"/>
                    </a:cubicBezTo>
                    <a:cubicBezTo>
                      <a:pt x="2079" y="227"/>
                      <a:pt x="2099" y="217"/>
                      <a:pt x="2119" y="207"/>
                    </a:cubicBezTo>
                    <a:cubicBezTo>
                      <a:pt x="2148" y="197"/>
                      <a:pt x="2178" y="197"/>
                      <a:pt x="2217" y="197"/>
                    </a:cubicBezTo>
                    <a:lnTo>
                      <a:pt x="2365" y="197"/>
                    </a:lnTo>
                    <a:cubicBezTo>
                      <a:pt x="2404" y="197"/>
                      <a:pt x="2444" y="207"/>
                      <a:pt x="2493" y="207"/>
                    </a:cubicBezTo>
                    <a:cubicBezTo>
                      <a:pt x="2532" y="207"/>
                      <a:pt x="2582" y="207"/>
                      <a:pt x="2631" y="217"/>
                    </a:cubicBezTo>
                    <a:cubicBezTo>
                      <a:pt x="2769" y="246"/>
                      <a:pt x="2897" y="306"/>
                      <a:pt x="3025" y="404"/>
                    </a:cubicBezTo>
                    <a:cubicBezTo>
                      <a:pt x="3173" y="503"/>
                      <a:pt x="3291" y="621"/>
                      <a:pt x="3399" y="729"/>
                    </a:cubicBezTo>
                    <a:cubicBezTo>
                      <a:pt x="3439" y="768"/>
                      <a:pt x="3478" y="808"/>
                      <a:pt x="3517" y="847"/>
                    </a:cubicBezTo>
                    <a:cubicBezTo>
                      <a:pt x="3636" y="966"/>
                      <a:pt x="3764" y="1084"/>
                      <a:pt x="3882" y="1212"/>
                    </a:cubicBezTo>
                    <a:cubicBezTo>
                      <a:pt x="4079" y="1419"/>
                      <a:pt x="4256" y="1665"/>
                      <a:pt x="4404" y="1970"/>
                    </a:cubicBezTo>
                    <a:cubicBezTo>
                      <a:pt x="4502" y="2138"/>
                      <a:pt x="4562" y="2325"/>
                      <a:pt x="4601" y="2532"/>
                    </a:cubicBezTo>
                    <a:cubicBezTo>
                      <a:pt x="4621" y="2601"/>
                      <a:pt x="4621" y="2670"/>
                      <a:pt x="4621" y="2748"/>
                    </a:cubicBezTo>
                    <a:cubicBezTo>
                      <a:pt x="4621" y="2926"/>
                      <a:pt x="4601" y="3093"/>
                      <a:pt x="4552" y="3261"/>
                    </a:cubicBezTo>
                    <a:cubicBezTo>
                      <a:pt x="4621" y="3221"/>
                      <a:pt x="4699" y="3192"/>
                      <a:pt x="4768" y="3162"/>
                    </a:cubicBezTo>
                    <a:cubicBezTo>
                      <a:pt x="4798" y="3044"/>
                      <a:pt x="4808" y="2916"/>
                      <a:pt x="4808" y="2798"/>
                    </a:cubicBezTo>
                    <a:cubicBezTo>
                      <a:pt x="4798" y="2670"/>
                      <a:pt x="4788" y="2551"/>
                      <a:pt x="4759" y="2443"/>
                    </a:cubicBezTo>
                    <a:cubicBezTo>
                      <a:pt x="4749" y="2394"/>
                      <a:pt x="4739" y="2335"/>
                      <a:pt x="4729" y="2276"/>
                    </a:cubicBezTo>
                    <a:cubicBezTo>
                      <a:pt x="4690" y="2049"/>
                      <a:pt x="4630" y="1842"/>
                      <a:pt x="4522" y="1645"/>
                    </a:cubicBezTo>
                    <a:cubicBezTo>
                      <a:pt x="4453" y="1507"/>
                      <a:pt x="4374" y="1369"/>
                      <a:pt x="4286" y="1231"/>
                    </a:cubicBezTo>
                    <a:cubicBezTo>
                      <a:pt x="4118" y="985"/>
                      <a:pt x="3961" y="778"/>
                      <a:pt x="3783" y="611"/>
                    </a:cubicBezTo>
                    <a:cubicBezTo>
                      <a:pt x="3695" y="522"/>
                      <a:pt x="3606" y="463"/>
                      <a:pt x="3508" y="424"/>
                    </a:cubicBezTo>
                    <a:cubicBezTo>
                      <a:pt x="3488" y="414"/>
                      <a:pt x="3478" y="414"/>
                      <a:pt x="3468" y="404"/>
                    </a:cubicBezTo>
                    <a:cubicBezTo>
                      <a:pt x="3448" y="394"/>
                      <a:pt x="3429" y="394"/>
                      <a:pt x="3419" y="384"/>
                    </a:cubicBezTo>
                    <a:cubicBezTo>
                      <a:pt x="3370" y="365"/>
                      <a:pt x="3340" y="335"/>
                      <a:pt x="3310" y="315"/>
                    </a:cubicBezTo>
                    <a:cubicBezTo>
                      <a:pt x="3094" y="109"/>
                      <a:pt x="2838" y="0"/>
                      <a:pt x="25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9"/>
              <p:cNvSpPr/>
              <p:nvPr/>
            </p:nvSpPr>
            <p:spPr>
              <a:xfrm>
                <a:off x="1363899" y="831703"/>
                <a:ext cx="126277" cy="151352"/>
              </a:xfrm>
              <a:custGeom>
                <a:avLst/>
                <a:gdLst/>
                <a:ahLst/>
                <a:cxnLst/>
                <a:rect l="l" t="t" r="r" b="b"/>
                <a:pathLst>
                  <a:path w="3725" h="4464" extrusionOk="0">
                    <a:moveTo>
                      <a:pt x="730" y="1"/>
                    </a:moveTo>
                    <a:lnTo>
                      <a:pt x="730" y="1"/>
                    </a:lnTo>
                    <a:cubicBezTo>
                      <a:pt x="671" y="40"/>
                      <a:pt x="631" y="79"/>
                      <a:pt x="592" y="109"/>
                    </a:cubicBezTo>
                    <a:cubicBezTo>
                      <a:pt x="474" y="208"/>
                      <a:pt x="375" y="336"/>
                      <a:pt x="306" y="493"/>
                    </a:cubicBezTo>
                    <a:cubicBezTo>
                      <a:pt x="296" y="523"/>
                      <a:pt x="277" y="562"/>
                      <a:pt x="267" y="592"/>
                    </a:cubicBezTo>
                    <a:cubicBezTo>
                      <a:pt x="178" y="779"/>
                      <a:pt x="129" y="956"/>
                      <a:pt x="99" y="1134"/>
                    </a:cubicBezTo>
                    <a:lnTo>
                      <a:pt x="99" y="1163"/>
                    </a:lnTo>
                    <a:cubicBezTo>
                      <a:pt x="89" y="1242"/>
                      <a:pt x="80" y="1331"/>
                      <a:pt x="70" y="1409"/>
                    </a:cubicBezTo>
                    <a:cubicBezTo>
                      <a:pt x="1" y="1803"/>
                      <a:pt x="40" y="2197"/>
                      <a:pt x="178" y="2572"/>
                    </a:cubicBezTo>
                    <a:cubicBezTo>
                      <a:pt x="277" y="2867"/>
                      <a:pt x="434" y="3133"/>
                      <a:pt x="641" y="3389"/>
                    </a:cubicBezTo>
                    <a:cubicBezTo>
                      <a:pt x="749" y="3517"/>
                      <a:pt x="848" y="3655"/>
                      <a:pt x="946" y="3764"/>
                    </a:cubicBezTo>
                    <a:cubicBezTo>
                      <a:pt x="976" y="3803"/>
                      <a:pt x="1006" y="3842"/>
                      <a:pt x="1045" y="3872"/>
                    </a:cubicBezTo>
                    <a:cubicBezTo>
                      <a:pt x="1055" y="3892"/>
                      <a:pt x="1074" y="3911"/>
                      <a:pt x="1094" y="3931"/>
                    </a:cubicBezTo>
                    <a:cubicBezTo>
                      <a:pt x="1203" y="4069"/>
                      <a:pt x="1350" y="4187"/>
                      <a:pt x="1547" y="4305"/>
                    </a:cubicBezTo>
                    <a:cubicBezTo>
                      <a:pt x="1616" y="4345"/>
                      <a:pt x="1695" y="4374"/>
                      <a:pt x="1794" y="4394"/>
                    </a:cubicBezTo>
                    <a:cubicBezTo>
                      <a:pt x="1853" y="4404"/>
                      <a:pt x="1922" y="4414"/>
                      <a:pt x="2000" y="4414"/>
                    </a:cubicBezTo>
                    <a:cubicBezTo>
                      <a:pt x="2040" y="4414"/>
                      <a:pt x="2079" y="4414"/>
                      <a:pt x="2119" y="4404"/>
                    </a:cubicBezTo>
                    <a:lnTo>
                      <a:pt x="2148" y="4404"/>
                    </a:lnTo>
                    <a:cubicBezTo>
                      <a:pt x="2188" y="4404"/>
                      <a:pt x="2227" y="4414"/>
                      <a:pt x="2257" y="4414"/>
                    </a:cubicBezTo>
                    <a:cubicBezTo>
                      <a:pt x="2394" y="4443"/>
                      <a:pt x="2532" y="4463"/>
                      <a:pt x="2660" y="4463"/>
                    </a:cubicBezTo>
                    <a:cubicBezTo>
                      <a:pt x="2936" y="4463"/>
                      <a:pt x="3202" y="4404"/>
                      <a:pt x="3468" y="4276"/>
                    </a:cubicBezTo>
                    <a:cubicBezTo>
                      <a:pt x="3557" y="4236"/>
                      <a:pt x="3646" y="4187"/>
                      <a:pt x="3724" y="4138"/>
                    </a:cubicBezTo>
                    <a:cubicBezTo>
                      <a:pt x="3705" y="4118"/>
                      <a:pt x="3675" y="4108"/>
                      <a:pt x="3655" y="4089"/>
                    </a:cubicBezTo>
                    <a:cubicBezTo>
                      <a:pt x="3596" y="4049"/>
                      <a:pt x="3547" y="4010"/>
                      <a:pt x="3498" y="3971"/>
                    </a:cubicBezTo>
                    <a:cubicBezTo>
                      <a:pt x="3478" y="3971"/>
                      <a:pt x="3458" y="3980"/>
                      <a:pt x="3439" y="3980"/>
                    </a:cubicBezTo>
                    <a:cubicBezTo>
                      <a:pt x="3153" y="4069"/>
                      <a:pt x="2907" y="4128"/>
                      <a:pt x="2660" y="4148"/>
                    </a:cubicBezTo>
                    <a:cubicBezTo>
                      <a:pt x="2503" y="4168"/>
                      <a:pt x="2345" y="4187"/>
                      <a:pt x="2188" y="4207"/>
                    </a:cubicBezTo>
                    <a:lnTo>
                      <a:pt x="2129" y="4207"/>
                    </a:lnTo>
                    <a:cubicBezTo>
                      <a:pt x="2060" y="4207"/>
                      <a:pt x="1991" y="4197"/>
                      <a:pt x="1912" y="4158"/>
                    </a:cubicBezTo>
                    <a:cubicBezTo>
                      <a:pt x="1764" y="4099"/>
                      <a:pt x="1646" y="4030"/>
                      <a:pt x="1528" y="3961"/>
                    </a:cubicBezTo>
                    <a:cubicBezTo>
                      <a:pt x="1419" y="3892"/>
                      <a:pt x="1301" y="3813"/>
                      <a:pt x="1203" y="3744"/>
                    </a:cubicBezTo>
                    <a:cubicBezTo>
                      <a:pt x="1163" y="3714"/>
                      <a:pt x="1134" y="3675"/>
                      <a:pt x="1104" y="3655"/>
                    </a:cubicBezTo>
                    <a:cubicBezTo>
                      <a:pt x="946" y="3468"/>
                      <a:pt x="818" y="3291"/>
                      <a:pt x="710" y="3114"/>
                    </a:cubicBezTo>
                    <a:cubicBezTo>
                      <a:pt x="661" y="3045"/>
                      <a:pt x="621" y="2966"/>
                      <a:pt x="572" y="2897"/>
                    </a:cubicBezTo>
                    <a:cubicBezTo>
                      <a:pt x="533" y="2828"/>
                      <a:pt x="483" y="2759"/>
                      <a:pt x="444" y="2690"/>
                    </a:cubicBezTo>
                    <a:cubicBezTo>
                      <a:pt x="296" y="2444"/>
                      <a:pt x="227" y="2168"/>
                      <a:pt x="217" y="1843"/>
                    </a:cubicBezTo>
                    <a:cubicBezTo>
                      <a:pt x="217" y="1646"/>
                      <a:pt x="237" y="1429"/>
                      <a:pt x="267" y="1173"/>
                    </a:cubicBezTo>
                    <a:cubicBezTo>
                      <a:pt x="277" y="1065"/>
                      <a:pt x="306" y="976"/>
                      <a:pt x="346" y="887"/>
                    </a:cubicBezTo>
                    <a:cubicBezTo>
                      <a:pt x="375" y="818"/>
                      <a:pt x="405" y="749"/>
                      <a:pt x="434" y="700"/>
                    </a:cubicBezTo>
                    <a:cubicBezTo>
                      <a:pt x="444" y="680"/>
                      <a:pt x="454" y="661"/>
                      <a:pt x="464" y="641"/>
                    </a:cubicBezTo>
                    <a:cubicBezTo>
                      <a:pt x="533" y="513"/>
                      <a:pt x="612" y="395"/>
                      <a:pt x="690" y="286"/>
                    </a:cubicBezTo>
                    <a:cubicBezTo>
                      <a:pt x="690" y="237"/>
                      <a:pt x="690" y="178"/>
                      <a:pt x="700" y="129"/>
                    </a:cubicBezTo>
                    <a:cubicBezTo>
                      <a:pt x="710" y="89"/>
                      <a:pt x="720" y="40"/>
                      <a:pt x="7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9"/>
              <p:cNvSpPr/>
              <p:nvPr/>
            </p:nvSpPr>
            <p:spPr>
              <a:xfrm>
                <a:off x="1388614" y="806005"/>
                <a:ext cx="139295" cy="143316"/>
              </a:xfrm>
              <a:custGeom>
                <a:avLst/>
                <a:gdLst/>
                <a:ahLst/>
                <a:cxnLst/>
                <a:rect l="l" t="t" r="r" b="b"/>
                <a:pathLst>
                  <a:path w="4109" h="4227" extrusionOk="0">
                    <a:moveTo>
                      <a:pt x="2365" y="128"/>
                    </a:moveTo>
                    <a:cubicBezTo>
                      <a:pt x="2404" y="128"/>
                      <a:pt x="2434" y="148"/>
                      <a:pt x="2463" y="168"/>
                    </a:cubicBezTo>
                    <a:cubicBezTo>
                      <a:pt x="2523" y="217"/>
                      <a:pt x="2582" y="276"/>
                      <a:pt x="2631" y="325"/>
                    </a:cubicBezTo>
                    <a:lnTo>
                      <a:pt x="2670" y="355"/>
                    </a:lnTo>
                    <a:cubicBezTo>
                      <a:pt x="2680" y="355"/>
                      <a:pt x="2690" y="374"/>
                      <a:pt x="2700" y="384"/>
                    </a:cubicBezTo>
                    <a:cubicBezTo>
                      <a:pt x="2769" y="473"/>
                      <a:pt x="2838" y="522"/>
                      <a:pt x="2926" y="542"/>
                    </a:cubicBezTo>
                    <a:lnTo>
                      <a:pt x="2926" y="552"/>
                    </a:lnTo>
                    <a:cubicBezTo>
                      <a:pt x="2936" y="581"/>
                      <a:pt x="2926" y="591"/>
                      <a:pt x="2917" y="601"/>
                    </a:cubicBezTo>
                    <a:cubicBezTo>
                      <a:pt x="2917" y="611"/>
                      <a:pt x="2907" y="611"/>
                      <a:pt x="2907" y="611"/>
                    </a:cubicBezTo>
                    <a:cubicBezTo>
                      <a:pt x="2877" y="650"/>
                      <a:pt x="2848" y="680"/>
                      <a:pt x="2818" y="719"/>
                    </a:cubicBezTo>
                    <a:cubicBezTo>
                      <a:pt x="2759" y="788"/>
                      <a:pt x="2700" y="867"/>
                      <a:pt x="2641" y="946"/>
                    </a:cubicBezTo>
                    <a:cubicBezTo>
                      <a:pt x="2562" y="1044"/>
                      <a:pt x="2483" y="1143"/>
                      <a:pt x="2414" y="1232"/>
                    </a:cubicBezTo>
                    <a:cubicBezTo>
                      <a:pt x="2375" y="1291"/>
                      <a:pt x="2335" y="1340"/>
                      <a:pt x="2296" y="1399"/>
                    </a:cubicBezTo>
                    <a:cubicBezTo>
                      <a:pt x="2247" y="1458"/>
                      <a:pt x="2207" y="1507"/>
                      <a:pt x="2158" y="1566"/>
                    </a:cubicBezTo>
                    <a:cubicBezTo>
                      <a:pt x="2148" y="1576"/>
                      <a:pt x="2138" y="1586"/>
                      <a:pt x="2128" y="1596"/>
                    </a:cubicBezTo>
                    <a:cubicBezTo>
                      <a:pt x="2128" y="1596"/>
                      <a:pt x="2119" y="1606"/>
                      <a:pt x="2109" y="1616"/>
                    </a:cubicBezTo>
                    <a:lnTo>
                      <a:pt x="2099" y="1616"/>
                    </a:lnTo>
                    <a:lnTo>
                      <a:pt x="2099" y="1606"/>
                    </a:lnTo>
                    <a:cubicBezTo>
                      <a:pt x="2069" y="1566"/>
                      <a:pt x="2060" y="1517"/>
                      <a:pt x="2050" y="1468"/>
                    </a:cubicBezTo>
                    <a:lnTo>
                      <a:pt x="2040" y="1350"/>
                    </a:lnTo>
                    <a:cubicBezTo>
                      <a:pt x="2030" y="1182"/>
                      <a:pt x="2020" y="1005"/>
                      <a:pt x="2000" y="837"/>
                    </a:cubicBezTo>
                    <a:cubicBezTo>
                      <a:pt x="1991" y="739"/>
                      <a:pt x="1981" y="640"/>
                      <a:pt x="1961" y="552"/>
                    </a:cubicBezTo>
                    <a:cubicBezTo>
                      <a:pt x="1961" y="503"/>
                      <a:pt x="1951" y="453"/>
                      <a:pt x="1941" y="404"/>
                    </a:cubicBezTo>
                    <a:cubicBezTo>
                      <a:pt x="1941" y="384"/>
                      <a:pt x="1941" y="355"/>
                      <a:pt x="1931" y="335"/>
                    </a:cubicBezTo>
                    <a:cubicBezTo>
                      <a:pt x="1931" y="325"/>
                      <a:pt x="1931" y="296"/>
                      <a:pt x="1931" y="296"/>
                    </a:cubicBezTo>
                    <a:cubicBezTo>
                      <a:pt x="1991" y="227"/>
                      <a:pt x="2050" y="187"/>
                      <a:pt x="2119" y="168"/>
                    </a:cubicBezTo>
                    <a:cubicBezTo>
                      <a:pt x="2188" y="158"/>
                      <a:pt x="2257" y="148"/>
                      <a:pt x="2355" y="128"/>
                    </a:cubicBezTo>
                    <a:close/>
                    <a:moveTo>
                      <a:pt x="1675" y="335"/>
                    </a:moveTo>
                    <a:cubicBezTo>
                      <a:pt x="1725" y="335"/>
                      <a:pt x="1774" y="345"/>
                      <a:pt x="1833" y="345"/>
                    </a:cubicBezTo>
                    <a:lnTo>
                      <a:pt x="1833" y="355"/>
                    </a:lnTo>
                    <a:cubicBezTo>
                      <a:pt x="1833" y="355"/>
                      <a:pt x="1843" y="365"/>
                      <a:pt x="1843" y="365"/>
                    </a:cubicBezTo>
                    <a:cubicBezTo>
                      <a:pt x="1843" y="374"/>
                      <a:pt x="1843" y="384"/>
                      <a:pt x="1843" y="394"/>
                    </a:cubicBezTo>
                    <a:cubicBezTo>
                      <a:pt x="1902" y="759"/>
                      <a:pt x="1941" y="1113"/>
                      <a:pt x="1961" y="1448"/>
                    </a:cubicBezTo>
                    <a:lnTo>
                      <a:pt x="1961" y="1468"/>
                    </a:lnTo>
                    <a:cubicBezTo>
                      <a:pt x="1961" y="1497"/>
                      <a:pt x="1961" y="1527"/>
                      <a:pt x="1951" y="1566"/>
                    </a:cubicBezTo>
                    <a:cubicBezTo>
                      <a:pt x="1941" y="1576"/>
                      <a:pt x="1941" y="1586"/>
                      <a:pt x="1951" y="1596"/>
                    </a:cubicBezTo>
                    <a:cubicBezTo>
                      <a:pt x="1951" y="1606"/>
                      <a:pt x="1951" y="1606"/>
                      <a:pt x="1951" y="1616"/>
                    </a:cubicBezTo>
                    <a:cubicBezTo>
                      <a:pt x="1951" y="1645"/>
                      <a:pt x="1951" y="1675"/>
                      <a:pt x="1931" y="1724"/>
                    </a:cubicBezTo>
                    <a:lnTo>
                      <a:pt x="1931" y="1734"/>
                    </a:lnTo>
                    <a:lnTo>
                      <a:pt x="1922" y="1724"/>
                    </a:lnTo>
                    <a:lnTo>
                      <a:pt x="1912" y="1724"/>
                    </a:lnTo>
                    <a:cubicBezTo>
                      <a:pt x="1902" y="1724"/>
                      <a:pt x="1892" y="1724"/>
                      <a:pt x="1892" y="1714"/>
                    </a:cubicBezTo>
                    <a:cubicBezTo>
                      <a:pt x="1419" y="1379"/>
                      <a:pt x="1025" y="1113"/>
                      <a:pt x="631" y="897"/>
                    </a:cubicBezTo>
                    <a:cubicBezTo>
                      <a:pt x="631" y="887"/>
                      <a:pt x="631" y="887"/>
                      <a:pt x="631" y="877"/>
                    </a:cubicBezTo>
                    <a:lnTo>
                      <a:pt x="631" y="867"/>
                    </a:lnTo>
                    <a:cubicBezTo>
                      <a:pt x="651" y="837"/>
                      <a:pt x="690" y="818"/>
                      <a:pt x="720" y="788"/>
                    </a:cubicBezTo>
                    <a:cubicBezTo>
                      <a:pt x="808" y="719"/>
                      <a:pt x="897" y="670"/>
                      <a:pt x="976" y="631"/>
                    </a:cubicBezTo>
                    <a:cubicBezTo>
                      <a:pt x="1005" y="621"/>
                      <a:pt x="1035" y="601"/>
                      <a:pt x="1065" y="591"/>
                    </a:cubicBezTo>
                    <a:cubicBezTo>
                      <a:pt x="1094" y="581"/>
                      <a:pt x="1124" y="562"/>
                      <a:pt x="1143" y="552"/>
                    </a:cubicBezTo>
                    <a:cubicBezTo>
                      <a:pt x="1232" y="503"/>
                      <a:pt x="1301" y="463"/>
                      <a:pt x="1360" y="414"/>
                    </a:cubicBezTo>
                    <a:cubicBezTo>
                      <a:pt x="1400" y="384"/>
                      <a:pt x="1449" y="365"/>
                      <a:pt x="1508" y="355"/>
                    </a:cubicBezTo>
                    <a:cubicBezTo>
                      <a:pt x="1557" y="345"/>
                      <a:pt x="1616" y="335"/>
                      <a:pt x="1675" y="335"/>
                    </a:cubicBezTo>
                    <a:close/>
                    <a:moveTo>
                      <a:pt x="3054" y="601"/>
                    </a:moveTo>
                    <a:cubicBezTo>
                      <a:pt x="3114" y="631"/>
                      <a:pt x="3143" y="680"/>
                      <a:pt x="3163" y="719"/>
                    </a:cubicBezTo>
                    <a:lnTo>
                      <a:pt x="3192" y="778"/>
                    </a:lnTo>
                    <a:cubicBezTo>
                      <a:pt x="3212" y="818"/>
                      <a:pt x="3232" y="857"/>
                      <a:pt x="3251" y="897"/>
                    </a:cubicBezTo>
                    <a:cubicBezTo>
                      <a:pt x="3320" y="1005"/>
                      <a:pt x="3389" y="1103"/>
                      <a:pt x="3468" y="1172"/>
                    </a:cubicBezTo>
                    <a:cubicBezTo>
                      <a:pt x="3508" y="1212"/>
                      <a:pt x="3547" y="1261"/>
                      <a:pt x="3586" y="1300"/>
                    </a:cubicBezTo>
                    <a:lnTo>
                      <a:pt x="3596" y="1310"/>
                    </a:lnTo>
                    <a:cubicBezTo>
                      <a:pt x="3626" y="1340"/>
                      <a:pt x="3655" y="1379"/>
                      <a:pt x="3665" y="1448"/>
                    </a:cubicBezTo>
                    <a:lnTo>
                      <a:pt x="3665" y="1458"/>
                    </a:lnTo>
                    <a:lnTo>
                      <a:pt x="3636" y="1458"/>
                    </a:lnTo>
                    <a:cubicBezTo>
                      <a:pt x="3626" y="1468"/>
                      <a:pt x="3616" y="1468"/>
                      <a:pt x="3606" y="1468"/>
                    </a:cubicBezTo>
                    <a:cubicBezTo>
                      <a:pt x="3251" y="1527"/>
                      <a:pt x="2897" y="1626"/>
                      <a:pt x="2582" y="1704"/>
                    </a:cubicBezTo>
                    <a:cubicBezTo>
                      <a:pt x="2523" y="1724"/>
                      <a:pt x="2473" y="1744"/>
                      <a:pt x="2414" y="1754"/>
                    </a:cubicBezTo>
                    <a:lnTo>
                      <a:pt x="2355" y="1773"/>
                    </a:lnTo>
                    <a:lnTo>
                      <a:pt x="2335" y="1773"/>
                    </a:lnTo>
                    <a:cubicBezTo>
                      <a:pt x="2325" y="1783"/>
                      <a:pt x="2316" y="1783"/>
                      <a:pt x="2306" y="1783"/>
                    </a:cubicBezTo>
                    <a:lnTo>
                      <a:pt x="2296" y="1783"/>
                    </a:lnTo>
                    <a:cubicBezTo>
                      <a:pt x="2266" y="1783"/>
                      <a:pt x="2247" y="1773"/>
                      <a:pt x="2237" y="1763"/>
                    </a:cubicBezTo>
                    <a:cubicBezTo>
                      <a:pt x="2227" y="1744"/>
                      <a:pt x="2227" y="1714"/>
                      <a:pt x="2237" y="1685"/>
                    </a:cubicBezTo>
                    <a:cubicBezTo>
                      <a:pt x="2247" y="1665"/>
                      <a:pt x="2257" y="1645"/>
                      <a:pt x="2266" y="1626"/>
                    </a:cubicBezTo>
                    <a:cubicBezTo>
                      <a:pt x="2266" y="1626"/>
                      <a:pt x="2276" y="1616"/>
                      <a:pt x="2276" y="1606"/>
                    </a:cubicBezTo>
                    <a:cubicBezTo>
                      <a:pt x="2335" y="1497"/>
                      <a:pt x="2414" y="1399"/>
                      <a:pt x="2493" y="1291"/>
                    </a:cubicBezTo>
                    <a:cubicBezTo>
                      <a:pt x="2503" y="1271"/>
                      <a:pt x="2523" y="1261"/>
                      <a:pt x="2532" y="1241"/>
                    </a:cubicBezTo>
                    <a:cubicBezTo>
                      <a:pt x="2680" y="1034"/>
                      <a:pt x="2838" y="837"/>
                      <a:pt x="2995" y="660"/>
                    </a:cubicBezTo>
                    <a:cubicBezTo>
                      <a:pt x="3005" y="650"/>
                      <a:pt x="3015" y="631"/>
                      <a:pt x="3025" y="621"/>
                    </a:cubicBezTo>
                    <a:cubicBezTo>
                      <a:pt x="3025" y="621"/>
                      <a:pt x="3045" y="601"/>
                      <a:pt x="3045" y="601"/>
                    </a:cubicBezTo>
                    <a:close/>
                    <a:moveTo>
                      <a:pt x="543" y="975"/>
                    </a:moveTo>
                    <a:cubicBezTo>
                      <a:pt x="552" y="985"/>
                      <a:pt x="562" y="985"/>
                      <a:pt x="572" y="985"/>
                    </a:cubicBezTo>
                    <a:lnTo>
                      <a:pt x="651" y="1034"/>
                    </a:lnTo>
                    <a:cubicBezTo>
                      <a:pt x="749" y="1094"/>
                      <a:pt x="858" y="1153"/>
                      <a:pt x="966" y="1212"/>
                    </a:cubicBezTo>
                    <a:cubicBezTo>
                      <a:pt x="1065" y="1281"/>
                      <a:pt x="1163" y="1340"/>
                      <a:pt x="1262" y="1409"/>
                    </a:cubicBezTo>
                    <a:cubicBezTo>
                      <a:pt x="1350" y="1468"/>
                      <a:pt x="1439" y="1537"/>
                      <a:pt x="1518" y="1596"/>
                    </a:cubicBezTo>
                    <a:lnTo>
                      <a:pt x="1587" y="1635"/>
                    </a:lnTo>
                    <a:cubicBezTo>
                      <a:pt x="1636" y="1675"/>
                      <a:pt x="1675" y="1704"/>
                      <a:pt x="1715" y="1734"/>
                    </a:cubicBezTo>
                    <a:lnTo>
                      <a:pt x="1774" y="1773"/>
                    </a:lnTo>
                    <a:lnTo>
                      <a:pt x="1803" y="1911"/>
                    </a:lnTo>
                    <a:lnTo>
                      <a:pt x="1794" y="1921"/>
                    </a:lnTo>
                    <a:lnTo>
                      <a:pt x="1784" y="1921"/>
                    </a:lnTo>
                    <a:cubicBezTo>
                      <a:pt x="1774" y="1931"/>
                      <a:pt x="1764" y="1931"/>
                      <a:pt x="1744" y="1941"/>
                    </a:cubicBezTo>
                    <a:cubicBezTo>
                      <a:pt x="1370" y="2049"/>
                      <a:pt x="986" y="2167"/>
                      <a:pt x="602" y="2295"/>
                    </a:cubicBezTo>
                    <a:cubicBezTo>
                      <a:pt x="582" y="2305"/>
                      <a:pt x="562" y="2315"/>
                      <a:pt x="543" y="2315"/>
                    </a:cubicBezTo>
                    <a:lnTo>
                      <a:pt x="513" y="2315"/>
                    </a:lnTo>
                    <a:cubicBezTo>
                      <a:pt x="483" y="2315"/>
                      <a:pt x="454" y="2325"/>
                      <a:pt x="434" y="2335"/>
                    </a:cubicBezTo>
                    <a:cubicBezTo>
                      <a:pt x="395" y="2345"/>
                      <a:pt x="267" y="2404"/>
                      <a:pt x="267" y="2404"/>
                    </a:cubicBezTo>
                    <a:lnTo>
                      <a:pt x="227" y="2305"/>
                    </a:lnTo>
                    <a:cubicBezTo>
                      <a:pt x="198" y="2207"/>
                      <a:pt x="168" y="2128"/>
                      <a:pt x="148" y="2039"/>
                    </a:cubicBezTo>
                    <a:cubicBezTo>
                      <a:pt x="139" y="2010"/>
                      <a:pt x="129" y="1980"/>
                      <a:pt x="129" y="1960"/>
                    </a:cubicBezTo>
                    <a:cubicBezTo>
                      <a:pt x="129" y="1832"/>
                      <a:pt x="158" y="1744"/>
                      <a:pt x="198" y="1655"/>
                    </a:cubicBezTo>
                    <a:cubicBezTo>
                      <a:pt x="267" y="1527"/>
                      <a:pt x="326" y="1399"/>
                      <a:pt x="385" y="1271"/>
                    </a:cubicBezTo>
                    <a:cubicBezTo>
                      <a:pt x="414" y="1202"/>
                      <a:pt x="444" y="1133"/>
                      <a:pt x="474" y="1074"/>
                    </a:cubicBezTo>
                    <a:cubicBezTo>
                      <a:pt x="483" y="1054"/>
                      <a:pt x="493" y="1034"/>
                      <a:pt x="503" y="1015"/>
                    </a:cubicBezTo>
                    <a:cubicBezTo>
                      <a:pt x="503" y="1005"/>
                      <a:pt x="523" y="975"/>
                      <a:pt x="523" y="975"/>
                    </a:cubicBezTo>
                    <a:close/>
                    <a:moveTo>
                      <a:pt x="1656" y="2079"/>
                    </a:moveTo>
                    <a:cubicBezTo>
                      <a:pt x="1675" y="2079"/>
                      <a:pt x="1685" y="2089"/>
                      <a:pt x="1695" y="2089"/>
                    </a:cubicBezTo>
                    <a:cubicBezTo>
                      <a:pt x="1705" y="2098"/>
                      <a:pt x="1715" y="2098"/>
                      <a:pt x="1725" y="2098"/>
                    </a:cubicBezTo>
                    <a:cubicBezTo>
                      <a:pt x="1734" y="2098"/>
                      <a:pt x="1744" y="2108"/>
                      <a:pt x="1754" y="2108"/>
                    </a:cubicBezTo>
                    <a:lnTo>
                      <a:pt x="1764" y="2108"/>
                    </a:lnTo>
                    <a:lnTo>
                      <a:pt x="1685" y="2217"/>
                    </a:lnTo>
                    <a:cubicBezTo>
                      <a:pt x="1646" y="2276"/>
                      <a:pt x="1606" y="2335"/>
                      <a:pt x="1557" y="2394"/>
                    </a:cubicBezTo>
                    <a:cubicBezTo>
                      <a:pt x="1409" y="2591"/>
                      <a:pt x="1262" y="2798"/>
                      <a:pt x="1114" y="3005"/>
                    </a:cubicBezTo>
                    <a:cubicBezTo>
                      <a:pt x="1074" y="3054"/>
                      <a:pt x="1045" y="3103"/>
                      <a:pt x="1005" y="3152"/>
                    </a:cubicBezTo>
                    <a:cubicBezTo>
                      <a:pt x="986" y="3182"/>
                      <a:pt x="966" y="3212"/>
                      <a:pt x="946" y="3241"/>
                    </a:cubicBezTo>
                    <a:cubicBezTo>
                      <a:pt x="927" y="3271"/>
                      <a:pt x="907" y="3290"/>
                      <a:pt x="868" y="3300"/>
                    </a:cubicBezTo>
                    <a:cubicBezTo>
                      <a:pt x="858" y="3310"/>
                      <a:pt x="848" y="3310"/>
                      <a:pt x="828" y="3320"/>
                    </a:cubicBezTo>
                    <a:cubicBezTo>
                      <a:pt x="828" y="3330"/>
                      <a:pt x="818" y="3330"/>
                      <a:pt x="808" y="3340"/>
                    </a:cubicBezTo>
                    <a:cubicBezTo>
                      <a:pt x="789" y="3349"/>
                      <a:pt x="779" y="3349"/>
                      <a:pt x="759" y="3349"/>
                    </a:cubicBezTo>
                    <a:cubicBezTo>
                      <a:pt x="740" y="3349"/>
                      <a:pt x="710" y="3340"/>
                      <a:pt x="700" y="3320"/>
                    </a:cubicBezTo>
                    <a:cubicBezTo>
                      <a:pt x="651" y="3271"/>
                      <a:pt x="602" y="3221"/>
                      <a:pt x="562" y="3182"/>
                    </a:cubicBezTo>
                    <a:cubicBezTo>
                      <a:pt x="543" y="3162"/>
                      <a:pt x="513" y="3143"/>
                      <a:pt x="493" y="3123"/>
                    </a:cubicBezTo>
                    <a:cubicBezTo>
                      <a:pt x="464" y="3103"/>
                      <a:pt x="434" y="3074"/>
                      <a:pt x="414" y="3044"/>
                    </a:cubicBezTo>
                    <a:cubicBezTo>
                      <a:pt x="385" y="3024"/>
                      <a:pt x="355" y="2985"/>
                      <a:pt x="326" y="2946"/>
                    </a:cubicBezTo>
                    <a:cubicBezTo>
                      <a:pt x="286" y="2896"/>
                      <a:pt x="267" y="2837"/>
                      <a:pt x="267" y="2778"/>
                    </a:cubicBezTo>
                    <a:cubicBezTo>
                      <a:pt x="267" y="2749"/>
                      <a:pt x="267" y="2719"/>
                      <a:pt x="257" y="2689"/>
                    </a:cubicBezTo>
                    <a:cubicBezTo>
                      <a:pt x="257" y="2670"/>
                      <a:pt x="257" y="2660"/>
                      <a:pt x="257" y="2640"/>
                    </a:cubicBezTo>
                    <a:lnTo>
                      <a:pt x="257" y="2630"/>
                    </a:lnTo>
                    <a:cubicBezTo>
                      <a:pt x="247" y="2601"/>
                      <a:pt x="247" y="2561"/>
                      <a:pt x="277" y="2532"/>
                    </a:cubicBezTo>
                    <a:cubicBezTo>
                      <a:pt x="316" y="2492"/>
                      <a:pt x="355" y="2473"/>
                      <a:pt x="395" y="2473"/>
                    </a:cubicBezTo>
                    <a:cubicBezTo>
                      <a:pt x="434" y="2473"/>
                      <a:pt x="474" y="2453"/>
                      <a:pt x="513" y="2443"/>
                    </a:cubicBezTo>
                    <a:lnTo>
                      <a:pt x="523" y="2443"/>
                    </a:lnTo>
                    <a:cubicBezTo>
                      <a:pt x="740" y="2374"/>
                      <a:pt x="956" y="2305"/>
                      <a:pt x="1173" y="2226"/>
                    </a:cubicBezTo>
                    <a:lnTo>
                      <a:pt x="1567" y="2108"/>
                    </a:lnTo>
                    <a:cubicBezTo>
                      <a:pt x="1577" y="2098"/>
                      <a:pt x="1577" y="2098"/>
                      <a:pt x="1587" y="2098"/>
                    </a:cubicBezTo>
                    <a:cubicBezTo>
                      <a:pt x="1597" y="2098"/>
                      <a:pt x="1606" y="2089"/>
                      <a:pt x="1616" y="2089"/>
                    </a:cubicBezTo>
                    <a:cubicBezTo>
                      <a:pt x="1626" y="2089"/>
                      <a:pt x="1646" y="2079"/>
                      <a:pt x="1656" y="2079"/>
                    </a:cubicBezTo>
                    <a:close/>
                    <a:moveTo>
                      <a:pt x="2365" y="0"/>
                    </a:moveTo>
                    <a:cubicBezTo>
                      <a:pt x="2286" y="10"/>
                      <a:pt x="2207" y="20"/>
                      <a:pt x="2119" y="30"/>
                    </a:cubicBezTo>
                    <a:cubicBezTo>
                      <a:pt x="2030" y="40"/>
                      <a:pt x="1951" y="79"/>
                      <a:pt x="1892" y="148"/>
                    </a:cubicBezTo>
                    <a:cubicBezTo>
                      <a:pt x="1863" y="177"/>
                      <a:pt x="1833" y="197"/>
                      <a:pt x="1794" y="197"/>
                    </a:cubicBezTo>
                    <a:cubicBezTo>
                      <a:pt x="1784" y="197"/>
                      <a:pt x="1774" y="197"/>
                      <a:pt x="1764" y="187"/>
                    </a:cubicBezTo>
                    <a:lnTo>
                      <a:pt x="1675" y="187"/>
                    </a:lnTo>
                    <a:cubicBezTo>
                      <a:pt x="1616" y="187"/>
                      <a:pt x="1557" y="197"/>
                      <a:pt x="1478" y="207"/>
                    </a:cubicBezTo>
                    <a:cubicBezTo>
                      <a:pt x="1409" y="217"/>
                      <a:pt x="1350" y="246"/>
                      <a:pt x="1301" y="286"/>
                    </a:cubicBezTo>
                    <a:cubicBezTo>
                      <a:pt x="1242" y="335"/>
                      <a:pt x="1173" y="384"/>
                      <a:pt x="1074" y="434"/>
                    </a:cubicBezTo>
                    <a:cubicBezTo>
                      <a:pt x="1055" y="443"/>
                      <a:pt x="1035" y="453"/>
                      <a:pt x="1015" y="463"/>
                    </a:cubicBezTo>
                    <a:cubicBezTo>
                      <a:pt x="996" y="473"/>
                      <a:pt x="966" y="483"/>
                      <a:pt x="946" y="493"/>
                    </a:cubicBezTo>
                    <a:cubicBezTo>
                      <a:pt x="789" y="572"/>
                      <a:pt x="651" y="670"/>
                      <a:pt x="523" y="778"/>
                    </a:cubicBezTo>
                    <a:cubicBezTo>
                      <a:pt x="464" y="837"/>
                      <a:pt x="414" y="897"/>
                      <a:pt x="385" y="966"/>
                    </a:cubicBezTo>
                    <a:cubicBezTo>
                      <a:pt x="336" y="1064"/>
                      <a:pt x="296" y="1153"/>
                      <a:pt x="267" y="1232"/>
                    </a:cubicBezTo>
                    <a:lnTo>
                      <a:pt x="257" y="1251"/>
                    </a:lnTo>
                    <a:cubicBezTo>
                      <a:pt x="208" y="1360"/>
                      <a:pt x="168" y="1458"/>
                      <a:pt x="109" y="1557"/>
                    </a:cubicBezTo>
                    <a:cubicBezTo>
                      <a:pt x="60" y="1655"/>
                      <a:pt x="20" y="1763"/>
                      <a:pt x="11" y="1892"/>
                    </a:cubicBezTo>
                    <a:cubicBezTo>
                      <a:pt x="1" y="1980"/>
                      <a:pt x="1" y="2059"/>
                      <a:pt x="30" y="2128"/>
                    </a:cubicBezTo>
                    <a:cubicBezTo>
                      <a:pt x="50" y="2187"/>
                      <a:pt x="80" y="2256"/>
                      <a:pt x="99" y="2335"/>
                    </a:cubicBezTo>
                    <a:cubicBezTo>
                      <a:pt x="99" y="2345"/>
                      <a:pt x="109" y="2364"/>
                      <a:pt x="109" y="2384"/>
                    </a:cubicBezTo>
                    <a:cubicBezTo>
                      <a:pt x="139" y="2463"/>
                      <a:pt x="158" y="2542"/>
                      <a:pt x="139" y="2630"/>
                    </a:cubicBezTo>
                    <a:cubicBezTo>
                      <a:pt x="139" y="2640"/>
                      <a:pt x="139" y="2640"/>
                      <a:pt x="139" y="2650"/>
                    </a:cubicBezTo>
                    <a:cubicBezTo>
                      <a:pt x="139" y="2660"/>
                      <a:pt x="139" y="2660"/>
                      <a:pt x="139" y="2660"/>
                    </a:cubicBezTo>
                    <a:cubicBezTo>
                      <a:pt x="139" y="2680"/>
                      <a:pt x="148" y="2699"/>
                      <a:pt x="148" y="2719"/>
                    </a:cubicBezTo>
                    <a:cubicBezTo>
                      <a:pt x="148" y="2758"/>
                      <a:pt x="148" y="2798"/>
                      <a:pt x="148" y="2827"/>
                    </a:cubicBezTo>
                    <a:cubicBezTo>
                      <a:pt x="158" y="2877"/>
                      <a:pt x="168" y="2926"/>
                      <a:pt x="188" y="2975"/>
                    </a:cubicBezTo>
                    <a:cubicBezTo>
                      <a:pt x="227" y="3054"/>
                      <a:pt x="277" y="3123"/>
                      <a:pt x="345" y="3182"/>
                    </a:cubicBezTo>
                    <a:cubicBezTo>
                      <a:pt x="395" y="3221"/>
                      <a:pt x="434" y="3271"/>
                      <a:pt x="474" y="3310"/>
                    </a:cubicBezTo>
                    <a:lnTo>
                      <a:pt x="513" y="3349"/>
                    </a:lnTo>
                    <a:lnTo>
                      <a:pt x="543" y="3369"/>
                    </a:lnTo>
                    <a:cubicBezTo>
                      <a:pt x="562" y="3399"/>
                      <a:pt x="592" y="3428"/>
                      <a:pt x="621" y="3458"/>
                    </a:cubicBezTo>
                    <a:cubicBezTo>
                      <a:pt x="651" y="3487"/>
                      <a:pt x="680" y="3497"/>
                      <a:pt x="730" y="3497"/>
                    </a:cubicBezTo>
                    <a:lnTo>
                      <a:pt x="740" y="3497"/>
                    </a:lnTo>
                    <a:cubicBezTo>
                      <a:pt x="759" y="3497"/>
                      <a:pt x="789" y="3487"/>
                      <a:pt x="808" y="3487"/>
                    </a:cubicBezTo>
                    <a:lnTo>
                      <a:pt x="848" y="3487"/>
                    </a:lnTo>
                    <a:cubicBezTo>
                      <a:pt x="848" y="3487"/>
                      <a:pt x="858" y="3497"/>
                      <a:pt x="858" y="3497"/>
                    </a:cubicBezTo>
                    <a:cubicBezTo>
                      <a:pt x="858" y="3507"/>
                      <a:pt x="858" y="3517"/>
                      <a:pt x="858" y="3527"/>
                    </a:cubicBezTo>
                    <a:cubicBezTo>
                      <a:pt x="868" y="3625"/>
                      <a:pt x="907" y="3714"/>
                      <a:pt x="976" y="3783"/>
                    </a:cubicBezTo>
                    <a:cubicBezTo>
                      <a:pt x="1025" y="3832"/>
                      <a:pt x="1065" y="3872"/>
                      <a:pt x="1104" y="3911"/>
                    </a:cubicBezTo>
                    <a:cubicBezTo>
                      <a:pt x="1163" y="3960"/>
                      <a:pt x="1193" y="3990"/>
                      <a:pt x="1232" y="4029"/>
                    </a:cubicBezTo>
                    <a:cubicBezTo>
                      <a:pt x="1271" y="4088"/>
                      <a:pt x="1311" y="4128"/>
                      <a:pt x="1360" y="4157"/>
                    </a:cubicBezTo>
                    <a:cubicBezTo>
                      <a:pt x="1419" y="4187"/>
                      <a:pt x="1478" y="4226"/>
                      <a:pt x="1557" y="4226"/>
                    </a:cubicBezTo>
                    <a:lnTo>
                      <a:pt x="1616" y="4226"/>
                    </a:lnTo>
                    <a:cubicBezTo>
                      <a:pt x="1794" y="4226"/>
                      <a:pt x="1931" y="4197"/>
                      <a:pt x="2060" y="4137"/>
                    </a:cubicBezTo>
                    <a:cubicBezTo>
                      <a:pt x="2089" y="4128"/>
                      <a:pt x="2109" y="4128"/>
                      <a:pt x="2128" y="4118"/>
                    </a:cubicBezTo>
                    <a:cubicBezTo>
                      <a:pt x="2138" y="4108"/>
                      <a:pt x="2148" y="4108"/>
                      <a:pt x="2158" y="4108"/>
                    </a:cubicBezTo>
                    <a:cubicBezTo>
                      <a:pt x="2128" y="4069"/>
                      <a:pt x="2109" y="4029"/>
                      <a:pt x="2089" y="3990"/>
                    </a:cubicBezTo>
                    <a:cubicBezTo>
                      <a:pt x="2040" y="4009"/>
                      <a:pt x="1991" y="4029"/>
                      <a:pt x="1951" y="4049"/>
                    </a:cubicBezTo>
                    <a:cubicBezTo>
                      <a:pt x="1892" y="4069"/>
                      <a:pt x="1823" y="4078"/>
                      <a:pt x="1764" y="4088"/>
                    </a:cubicBezTo>
                    <a:lnTo>
                      <a:pt x="1626" y="4088"/>
                    </a:lnTo>
                    <a:cubicBezTo>
                      <a:pt x="1518" y="4088"/>
                      <a:pt x="1429" y="4049"/>
                      <a:pt x="1340" y="3950"/>
                    </a:cubicBezTo>
                    <a:cubicBezTo>
                      <a:pt x="1281" y="3881"/>
                      <a:pt x="1222" y="3832"/>
                      <a:pt x="1173" y="3793"/>
                    </a:cubicBezTo>
                    <a:cubicBezTo>
                      <a:pt x="1143" y="3763"/>
                      <a:pt x="1114" y="3734"/>
                      <a:pt x="1084" y="3704"/>
                    </a:cubicBezTo>
                    <a:cubicBezTo>
                      <a:pt x="1074" y="3694"/>
                      <a:pt x="1065" y="3684"/>
                      <a:pt x="1055" y="3674"/>
                    </a:cubicBezTo>
                    <a:cubicBezTo>
                      <a:pt x="1025" y="3645"/>
                      <a:pt x="996" y="3596"/>
                      <a:pt x="976" y="3546"/>
                    </a:cubicBezTo>
                    <a:cubicBezTo>
                      <a:pt x="956" y="3468"/>
                      <a:pt x="966" y="3399"/>
                      <a:pt x="1015" y="3330"/>
                    </a:cubicBezTo>
                    <a:cubicBezTo>
                      <a:pt x="1173" y="3113"/>
                      <a:pt x="1331" y="2896"/>
                      <a:pt x="1478" y="2680"/>
                    </a:cubicBezTo>
                    <a:cubicBezTo>
                      <a:pt x="1567" y="2552"/>
                      <a:pt x="1656" y="2433"/>
                      <a:pt x="1754" y="2305"/>
                    </a:cubicBezTo>
                    <a:cubicBezTo>
                      <a:pt x="1774" y="2266"/>
                      <a:pt x="1803" y="2226"/>
                      <a:pt x="1853" y="2217"/>
                    </a:cubicBezTo>
                    <a:cubicBezTo>
                      <a:pt x="1863" y="2217"/>
                      <a:pt x="1863" y="2207"/>
                      <a:pt x="1872" y="2197"/>
                    </a:cubicBezTo>
                    <a:cubicBezTo>
                      <a:pt x="1882" y="2187"/>
                      <a:pt x="1882" y="2187"/>
                      <a:pt x="1892" y="2187"/>
                    </a:cubicBezTo>
                    <a:cubicBezTo>
                      <a:pt x="1892" y="2177"/>
                      <a:pt x="1902" y="2177"/>
                      <a:pt x="1902" y="2167"/>
                    </a:cubicBezTo>
                    <a:cubicBezTo>
                      <a:pt x="1912" y="2167"/>
                      <a:pt x="1922" y="2157"/>
                      <a:pt x="1931" y="2148"/>
                    </a:cubicBezTo>
                    <a:cubicBezTo>
                      <a:pt x="1941" y="2138"/>
                      <a:pt x="1951" y="2138"/>
                      <a:pt x="1961" y="2138"/>
                    </a:cubicBezTo>
                    <a:cubicBezTo>
                      <a:pt x="1971" y="2138"/>
                      <a:pt x="1991" y="2148"/>
                      <a:pt x="1991" y="2167"/>
                    </a:cubicBezTo>
                    <a:cubicBezTo>
                      <a:pt x="2000" y="2187"/>
                      <a:pt x="2000" y="2207"/>
                      <a:pt x="2000" y="2226"/>
                    </a:cubicBezTo>
                    <a:lnTo>
                      <a:pt x="2000" y="2236"/>
                    </a:lnTo>
                    <a:cubicBezTo>
                      <a:pt x="2010" y="2335"/>
                      <a:pt x="2020" y="2433"/>
                      <a:pt x="2030" y="2532"/>
                    </a:cubicBezTo>
                    <a:cubicBezTo>
                      <a:pt x="2050" y="2739"/>
                      <a:pt x="2069" y="2955"/>
                      <a:pt x="2089" y="3162"/>
                    </a:cubicBezTo>
                    <a:cubicBezTo>
                      <a:pt x="2109" y="3280"/>
                      <a:pt x="2119" y="3399"/>
                      <a:pt x="2138" y="3517"/>
                    </a:cubicBezTo>
                    <a:cubicBezTo>
                      <a:pt x="2168" y="3487"/>
                      <a:pt x="2197" y="3477"/>
                      <a:pt x="2227" y="3458"/>
                    </a:cubicBezTo>
                    <a:lnTo>
                      <a:pt x="2237" y="3458"/>
                    </a:lnTo>
                    <a:cubicBezTo>
                      <a:pt x="2227" y="3428"/>
                      <a:pt x="2227" y="3389"/>
                      <a:pt x="2217" y="3359"/>
                    </a:cubicBezTo>
                    <a:cubicBezTo>
                      <a:pt x="2178" y="3024"/>
                      <a:pt x="2138" y="2680"/>
                      <a:pt x="2109" y="2325"/>
                    </a:cubicBezTo>
                    <a:cubicBezTo>
                      <a:pt x="2109" y="2315"/>
                      <a:pt x="2109" y="2305"/>
                      <a:pt x="2109" y="2286"/>
                    </a:cubicBezTo>
                    <a:lnTo>
                      <a:pt x="2109" y="2266"/>
                    </a:lnTo>
                    <a:lnTo>
                      <a:pt x="2128" y="2236"/>
                    </a:lnTo>
                    <a:cubicBezTo>
                      <a:pt x="2128" y="2226"/>
                      <a:pt x="2138" y="2226"/>
                      <a:pt x="2138" y="2226"/>
                    </a:cubicBezTo>
                    <a:cubicBezTo>
                      <a:pt x="2148" y="2207"/>
                      <a:pt x="2168" y="2177"/>
                      <a:pt x="2197" y="2177"/>
                    </a:cubicBezTo>
                    <a:cubicBezTo>
                      <a:pt x="2207" y="2167"/>
                      <a:pt x="2227" y="2167"/>
                      <a:pt x="2237" y="2167"/>
                    </a:cubicBezTo>
                    <a:cubicBezTo>
                      <a:pt x="2266" y="2167"/>
                      <a:pt x="2286" y="2177"/>
                      <a:pt x="2306" y="2187"/>
                    </a:cubicBezTo>
                    <a:cubicBezTo>
                      <a:pt x="2335" y="2217"/>
                      <a:pt x="2365" y="2236"/>
                      <a:pt x="2394" y="2256"/>
                    </a:cubicBezTo>
                    <a:cubicBezTo>
                      <a:pt x="2651" y="2473"/>
                      <a:pt x="2917" y="2699"/>
                      <a:pt x="3192" y="2916"/>
                    </a:cubicBezTo>
                    <a:cubicBezTo>
                      <a:pt x="3301" y="3005"/>
                      <a:pt x="3419" y="3093"/>
                      <a:pt x="3527" y="3182"/>
                    </a:cubicBezTo>
                    <a:cubicBezTo>
                      <a:pt x="3547" y="3202"/>
                      <a:pt x="3567" y="3221"/>
                      <a:pt x="3586" y="3241"/>
                    </a:cubicBezTo>
                    <a:cubicBezTo>
                      <a:pt x="3596" y="3241"/>
                      <a:pt x="3596" y="3231"/>
                      <a:pt x="3606" y="3231"/>
                    </a:cubicBezTo>
                    <a:cubicBezTo>
                      <a:pt x="3636" y="3212"/>
                      <a:pt x="3665" y="3192"/>
                      <a:pt x="3705" y="3182"/>
                    </a:cubicBezTo>
                    <a:lnTo>
                      <a:pt x="3596" y="3093"/>
                    </a:lnTo>
                    <a:cubicBezTo>
                      <a:pt x="3429" y="2955"/>
                      <a:pt x="3251" y="2817"/>
                      <a:pt x="3074" y="2670"/>
                    </a:cubicBezTo>
                    <a:cubicBezTo>
                      <a:pt x="3015" y="2620"/>
                      <a:pt x="2946" y="2571"/>
                      <a:pt x="2887" y="2512"/>
                    </a:cubicBezTo>
                    <a:cubicBezTo>
                      <a:pt x="2779" y="2433"/>
                      <a:pt x="2680" y="2345"/>
                      <a:pt x="2572" y="2266"/>
                    </a:cubicBezTo>
                    <a:cubicBezTo>
                      <a:pt x="2523" y="2226"/>
                      <a:pt x="2483" y="2167"/>
                      <a:pt x="2444" y="2118"/>
                    </a:cubicBezTo>
                    <a:cubicBezTo>
                      <a:pt x="2434" y="2098"/>
                      <a:pt x="2424" y="2089"/>
                      <a:pt x="2414" y="2069"/>
                    </a:cubicBezTo>
                    <a:cubicBezTo>
                      <a:pt x="2385" y="2029"/>
                      <a:pt x="2375" y="1990"/>
                      <a:pt x="2375" y="1941"/>
                    </a:cubicBezTo>
                    <a:lnTo>
                      <a:pt x="2375" y="1931"/>
                    </a:lnTo>
                    <a:lnTo>
                      <a:pt x="2385" y="1931"/>
                    </a:lnTo>
                    <a:cubicBezTo>
                      <a:pt x="2394" y="1921"/>
                      <a:pt x="2404" y="1921"/>
                      <a:pt x="2404" y="1911"/>
                    </a:cubicBezTo>
                    <a:cubicBezTo>
                      <a:pt x="2424" y="1901"/>
                      <a:pt x="2444" y="1892"/>
                      <a:pt x="2463" y="1882"/>
                    </a:cubicBezTo>
                    <a:cubicBezTo>
                      <a:pt x="2572" y="1832"/>
                      <a:pt x="2690" y="1793"/>
                      <a:pt x="2798" y="1763"/>
                    </a:cubicBezTo>
                    <a:cubicBezTo>
                      <a:pt x="3074" y="1685"/>
                      <a:pt x="3380" y="1616"/>
                      <a:pt x="3724" y="1547"/>
                    </a:cubicBezTo>
                    <a:lnTo>
                      <a:pt x="3764" y="1547"/>
                    </a:lnTo>
                    <a:lnTo>
                      <a:pt x="3774" y="1557"/>
                    </a:lnTo>
                    <a:cubicBezTo>
                      <a:pt x="3852" y="1704"/>
                      <a:pt x="3921" y="1862"/>
                      <a:pt x="3902" y="2059"/>
                    </a:cubicBezTo>
                    <a:cubicBezTo>
                      <a:pt x="3892" y="2187"/>
                      <a:pt x="3902" y="2325"/>
                      <a:pt x="3941" y="2463"/>
                    </a:cubicBezTo>
                    <a:cubicBezTo>
                      <a:pt x="3980" y="2611"/>
                      <a:pt x="3971" y="2758"/>
                      <a:pt x="3911" y="2896"/>
                    </a:cubicBezTo>
                    <a:lnTo>
                      <a:pt x="3902" y="2916"/>
                    </a:lnTo>
                    <a:cubicBezTo>
                      <a:pt x="3882" y="2975"/>
                      <a:pt x="3852" y="3034"/>
                      <a:pt x="3833" y="3093"/>
                    </a:cubicBezTo>
                    <a:cubicBezTo>
                      <a:pt x="3892" y="3064"/>
                      <a:pt x="3951" y="3024"/>
                      <a:pt x="4010" y="2985"/>
                    </a:cubicBezTo>
                    <a:cubicBezTo>
                      <a:pt x="4010" y="2975"/>
                      <a:pt x="4020" y="2975"/>
                      <a:pt x="4020" y="2965"/>
                    </a:cubicBezTo>
                    <a:cubicBezTo>
                      <a:pt x="4089" y="2788"/>
                      <a:pt x="4108" y="2620"/>
                      <a:pt x="4069" y="2473"/>
                    </a:cubicBezTo>
                    <a:cubicBezTo>
                      <a:pt x="4030" y="2305"/>
                      <a:pt x="4010" y="2157"/>
                      <a:pt x="4020" y="2000"/>
                    </a:cubicBezTo>
                    <a:cubicBezTo>
                      <a:pt x="4030" y="1872"/>
                      <a:pt x="4000" y="1754"/>
                      <a:pt x="3941" y="1645"/>
                    </a:cubicBezTo>
                    <a:cubicBezTo>
                      <a:pt x="3931" y="1626"/>
                      <a:pt x="3921" y="1606"/>
                      <a:pt x="3911" y="1586"/>
                    </a:cubicBezTo>
                    <a:cubicBezTo>
                      <a:pt x="3902" y="1566"/>
                      <a:pt x="3882" y="1537"/>
                      <a:pt x="3872" y="1517"/>
                    </a:cubicBezTo>
                    <a:cubicBezTo>
                      <a:pt x="3852" y="1488"/>
                      <a:pt x="3833" y="1458"/>
                      <a:pt x="3813" y="1438"/>
                    </a:cubicBezTo>
                    <a:cubicBezTo>
                      <a:pt x="3803" y="1429"/>
                      <a:pt x="3793" y="1409"/>
                      <a:pt x="3783" y="1389"/>
                    </a:cubicBezTo>
                    <a:cubicBezTo>
                      <a:pt x="3764" y="1330"/>
                      <a:pt x="3734" y="1271"/>
                      <a:pt x="3695" y="1222"/>
                    </a:cubicBezTo>
                    <a:lnTo>
                      <a:pt x="3685" y="1212"/>
                    </a:lnTo>
                    <a:cubicBezTo>
                      <a:pt x="3645" y="1163"/>
                      <a:pt x="3596" y="1123"/>
                      <a:pt x="3557" y="1084"/>
                    </a:cubicBezTo>
                    <a:cubicBezTo>
                      <a:pt x="3478" y="1005"/>
                      <a:pt x="3409" y="926"/>
                      <a:pt x="3360" y="837"/>
                    </a:cubicBezTo>
                    <a:cubicBezTo>
                      <a:pt x="3330" y="788"/>
                      <a:pt x="3291" y="729"/>
                      <a:pt x="3261" y="660"/>
                    </a:cubicBezTo>
                    <a:cubicBezTo>
                      <a:pt x="3222" y="601"/>
                      <a:pt x="3183" y="552"/>
                      <a:pt x="3133" y="522"/>
                    </a:cubicBezTo>
                    <a:cubicBezTo>
                      <a:pt x="3084" y="493"/>
                      <a:pt x="3035" y="473"/>
                      <a:pt x="2995" y="453"/>
                    </a:cubicBezTo>
                    <a:cubicBezTo>
                      <a:pt x="2897" y="414"/>
                      <a:pt x="2828" y="365"/>
                      <a:pt x="2779" y="296"/>
                    </a:cubicBezTo>
                    <a:cubicBezTo>
                      <a:pt x="2729" y="227"/>
                      <a:pt x="2660" y="158"/>
                      <a:pt x="2591" y="99"/>
                    </a:cubicBezTo>
                    <a:lnTo>
                      <a:pt x="2562" y="79"/>
                    </a:lnTo>
                    <a:cubicBezTo>
                      <a:pt x="2503" y="20"/>
                      <a:pt x="2444" y="0"/>
                      <a:pt x="23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9"/>
              <p:cNvSpPr/>
              <p:nvPr/>
            </p:nvSpPr>
            <p:spPr>
              <a:xfrm>
                <a:off x="1466421" y="903848"/>
                <a:ext cx="8746" cy="14071"/>
              </a:xfrm>
              <a:custGeom>
                <a:avLst/>
                <a:gdLst/>
                <a:ahLst/>
                <a:cxnLst/>
                <a:rect l="l" t="t" r="r" b="b"/>
                <a:pathLst>
                  <a:path w="258" h="415" extrusionOk="0">
                    <a:moveTo>
                      <a:pt x="129" y="0"/>
                    </a:moveTo>
                    <a:cubicBezTo>
                      <a:pt x="119" y="0"/>
                      <a:pt x="109" y="0"/>
                      <a:pt x="99" y="10"/>
                    </a:cubicBezTo>
                    <a:cubicBezTo>
                      <a:pt x="90" y="20"/>
                      <a:pt x="80" y="40"/>
                      <a:pt x="90" y="60"/>
                    </a:cubicBezTo>
                    <a:cubicBezTo>
                      <a:pt x="90" y="69"/>
                      <a:pt x="90" y="79"/>
                      <a:pt x="99" y="79"/>
                    </a:cubicBezTo>
                    <a:cubicBezTo>
                      <a:pt x="99" y="89"/>
                      <a:pt x="99" y="89"/>
                      <a:pt x="99" y="99"/>
                    </a:cubicBezTo>
                    <a:cubicBezTo>
                      <a:pt x="109" y="109"/>
                      <a:pt x="109" y="119"/>
                      <a:pt x="119" y="128"/>
                    </a:cubicBezTo>
                    <a:cubicBezTo>
                      <a:pt x="129" y="148"/>
                      <a:pt x="139" y="168"/>
                      <a:pt x="149" y="197"/>
                    </a:cubicBezTo>
                    <a:cubicBezTo>
                      <a:pt x="159" y="227"/>
                      <a:pt x="168" y="257"/>
                      <a:pt x="149" y="296"/>
                    </a:cubicBezTo>
                    <a:lnTo>
                      <a:pt x="149" y="306"/>
                    </a:lnTo>
                    <a:lnTo>
                      <a:pt x="109" y="306"/>
                    </a:lnTo>
                    <a:cubicBezTo>
                      <a:pt x="99" y="296"/>
                      <a:pt x="99" y="296"/>
                      <a:pt x="90" y="286"/>
                    </a:cubicBezTo>
                    <a:cubicBezTo>
                      <a:pt x="80" y="286"/>
                      <a:pt x="80" y="286"/>
                      <a:pt x="70" y="276"/>
                    </a:cubicBezTo>
                    <a:lnTo>
                      <a:pt x="50" y="276"/>
                    </a:lnTo>
                    <a:cubicBezTo>
                      <a:pt x="40" y="276"/>
                      <a:pt x="30" y="276"/>
                      <a:pt x="21" y="286"/>
                    </a:cubicBezTo>
                    <a:cubicBezTo>
                      <a:pt x="11" y="306"/>
                      <a:pt x="1" y="335"/>
                      <a:pt x="11" y="345"/>
                    </a:cubicBezTo>
                    <a:cubicBezTo>
                      <a:pt x="21" y="365"/>
                      <a:pt x="40" y="385"/>
                      <a:pt x="50" y="385"/>
                    </a:cubicBezTo>
                    <a:cubicBezTo>
                      <a:pt x="80" y="404"/>
                      <a:pt x="109" y="414"/>
                      <a:pt x="139" y="414"/>
                    </a:cubicBezTo>
                    <a:lnTo>
                      <a:pt x="149" y="414"/>
                    </a:lnTo>
                    <a:cubicBezTo>
                      <a:pt x="198" y="414"/>
                      <a:pt x="237" y="385"/>
                      <a:pt x="247" y="326"/>
                    </a:cubicBezTo>
                    <a:cubicBezTo>
                      <a:pt x="257" y="286"/>
                      <a:pt x="257" y="247"/>
                      <a:pt x="247" y="197"/>
                    </a:cubicBezTo>
                    <a:cubicBezTo>
                      <a:pt x="237" y="138"/>
                      <a:pt x="208" y="79"/>
                      <a:pt x="178" y="20"/>
                    </a:cubicBezTo>
                    <a:cubicBezTo>
                      <a:pt x="168" y="20"/>
                      <a:pt x="159" y="10"/>
                      <a:pt x="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9"/>
              <p:cNvSpPr/>
              <p:nvPr/>
            </p:nvSpPr>
            <p:spPr>
              <a:xfrm>
                <a:off x="1492492" y="873132"/>
                <a:ext cx="13051" cy="11053"/>
              </a:xfrm>
              <a:custGeom>
                <a:avLst/>
                <a:gdLst/>
                <a:ahLst/>
                <a:cxnLst/>
                <a:rect l="l" t="t" r="r" b="b"/>
                <a:pathLst>
                  <a:path w="385" h="326" extrusionOk="0">
                    <a:moveTo>
                      <a:pt x="50" y="0"/>
                    </a:moveTo>
                    <a:cubicBezTo>
                      <a:pt x="20" y="10"/>
                      <a:pt x="0" y="40"/>
                      <a:pt x="0" y="59"/>
                    </a:cubicBezTo>
                    <a:cubicBezTo>
                      <a:pt x="10" y="89"/>
                      <a:pt x="20" y="99"/>
                      <a:pt x="40" y="99"/>
                    </a:cubicBezTo>
                    <a:lnTo>
                      <a:pt x="79" y="99"/>
                    </a:lnTo>
                    <a:cubicBezTo>
                      <a:pt x="148" y="99"/>
                      <a:pt x="217" y="128"/>
                      <a:pt x="266" y="158"/>
                    </a:cubicBezTo>
                    <a:lnTo>
                      <a:pt x="286" y="168"/>
                    </a:lnTo>
                    <a:lnTo>
                      <a:pt x="266" y="177"/>
                    </a:lnTo>
                    <a:cubicBezTo>
                      <a:pt x="256" y="187"/>
                      <a:pt x="256" y="187"/>
                      <a:pt x="247" y="187"/>
                    </a:cubicBezTo>
                    <a:cubicBezTo>
                      <a:pt x="237" y="197"/>
                      <a:pt x="237" y="197"/>
                      <a:pt x="227" y="197"/>
                    </a:cubicBezTo>
                    <a:cubicBezTo>
                      <a:pt x="197" y="207"/>
                      <a:pt x="168" y="217"/>
                      <a:pt x="128" y="217"/>
                    </a:cubicBezTo>
                    <a:cubicBezTo>
                      <a:pt x="119" y="217"/>
                      <a:pt x="109" y="217"/>
                      <a:pt x="99" y="227"/>
                    </a:cubicBezTo>
                    <a:lnTo>
                      <a:pt x="79" y="227"/>
                    </a:lnTo>
                    <a:cubicBezTo>
                      <a:pt x="59" y="227"/>
                      <a:pt x="50" y="237"/>
                      <a:pt x="40" y="256"/>
                    </a:cubicBezTo>
                    <a:cubicBezTo>
                      <a:pt x="30" y="276"/>
                      <a:pt x="40" y="296"/>
                      <a:pt x="50" y="306"/>
                    </a:cubicBezTo>
                    <a:cubicBezTo>
                      <a:pt x="69" y="315"/>
                      <a:pt x="89" y="325"/>
                      <a:pt x="109" y="325"/>
                    </a:cubicBezTo>
                    <a:lnTo>
                      <a:pt x="119" y="325"/>
                    </a:lnTo>
                    <a:cubicBezTo>
                      <a:pt x="178" y="325"/>
                      <a:pt x="237" y="306"/>
                      <a:pt x="296" y="276"/>
                    </a:cubicBezTo>
                    <a:cubicBezTo>
                      <a:pt x="345" y="256"/>
                      <a:pt x="365" y="227"/>
                      <a:pt x="375" y="187"/>
                    </a:cubicBezTo>
                    <a:cubicBezTo>
                      <a:pt x="384" y="138"/>
                      <a:pt x="365" y="109"/>
                      <a:pt x="325" y="79"/>
                    </a:cubicBezTo>
                    <a:cubicBezTo>
                      <a:pt x="325" y="69"/>
                      <a:pt x="325" y="69"/>
                      <a:pt x="325" y="69"/>
                    </a:cubicBezTo>
                    <a:cubicBezTo>
                      <a:pt x="256" y="30"/>
                      <a:pt x="187" y="0"/>
                      <a:pt x="1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9"/>
              <p:cNvSpPr/>
              <p:nvPr/>
            </p:nvSpPr>
            <p:spPr>
              <a:xfrm>
                <a:off x="1430382" y="909510"/>
                <a:ext cx="8712" cy="14071"/>
              </a:xfrm>
              <a:custGeom>
                <a:avLst/>
                <a:gdLst/>
                <a:ahLst/>
                <a:cxnLst/>
                <a:rect l="l" t="t" r="r" b="b"/>
                <a:pathLst>
                  <a:path w="257" h="415" extrusionOk="0">
                    <a:moveTo>
                      <a:pt x="168" y="1"/>
                    </a:moveTo>
                    <a:cubicBezTo>
                      <a:pt x="158" y="1"/>
                      <a:pt x="148" y="1"/>
                      <a:pt x="138" y="11"/>
                    </a:cubicBezTo>
                    <a:cubicBezTo>
                      <a:pt x="138" y="21"/>
                      <a:pt x="128" y="21"/>
                      <a:pt x="128" y="30"/>
                    </a:cubicBezTo>
                    <a:cubicBezTo>
                      <a:pt x="69" y="119"/>
                      <a:pt x="30" y="188"/>
                      <a:pt x="10" y="277"/>
                    </a:cubicBezTo>
                    <a:cubicBezTo>
                      <a:pt x="0" y="306"/>
                      <a:pt x="0" y="336"/>
                      <a:pt x="0" y="356"/>
                    </a:cubicBezTo>
                    <a:cubicBezTo>
                      <a:pt x="10" y="395"/>
                      <a:pt x="39" y="415"/>
                      <a:pt x="69" y="415"/>
                    </a:cubicBezTo>
                    <a:cubicBezTo>
                      <a:pt x="79" y="415"/>
                      <a:pt x="99" y="415"/>
                      <a:pt x="108" y="405"/>
                    </a:cubicBezTo>
                    <a:cubicBezTo>
                      <a:pt x="168" y="375"/>
                      <a:pt x="207" y="326"/>
                      <a:pt x="236" y="287"/>
                    </a:cubicBezTo>
                    <a:cubicBezTo>
                      <a:pt x="256" y="267"/>
                      <a:pt x="246" y="237"/>
                      <a:pt x="236" y="227"/>
                    </a:cubicBezTo>
                    <a:cubicBezTo>
                      <a:pt x="236" y="218"/>
                      <a:pt x="227" y="208"/>
                      <a:pt x="217" y="208"/>
                    </a:cubicBezTo>
                    <a:cubicBezTo>
                      <a:pt x="207" y="208"/>
                      <a:pt x="197" y="218"/>
                      <a:pt x="187" y="218"/>
                    </a:cubicBezTo>
                    <a:cubicBezTo>
                      <a:pt x="177" y="227"/>
                      <a:pt x="168" y="227"/>
                      <a:pt x="158" y="237"/>
                    </a:cubicBezTo>
                    <a:cubicBezTo>
                      <a:pt x="148" y="247"/>
                      <a:pt x="138" y="247"/>
                      <a:pt x="128" y="257"/>
                    </a:cubicBezTo>
                    <a:lnTo>
                      <a:pt x="99" y="277"/>
                    </a:lnTo>
                    <a:lnTo>
                      <a:pt x="118" y="247"/>
                    </a:lnTo>
                    <a:cubicBezTo>
                      <a:pt x="128" y="198"/>
                      <a:pt x="148" y="159"/>
                      <a:pt x="168" y="119"/>
                    </a:cubicBezTo>
                    <a:cubicBezTo>
                      <a:pt x="177" y="119"/>
                      <a:pt x="177" y="109"/>
                      <a:pt x="187" y="99"/>
                    </a:cubicBezTo>
                    <a:cubicBezTo>
                      <a:pt x="197" y="80"/>
                      <a:pt x="197" y="60"/>
                      <a:pt x="207" y="50"/>
                    </a:cubicBezTo>
                    <a:cubicBezTo>
                      <a:pt x="207" y="30"/>
                      <a:pt x="207" y="21"/>
                      <a:pt x="187" y="11"/>
                    </a:cubicBezTo>
                    <a:cubicBezTo>
                      <a:pt x="177" y="1"/>
                      <a:pt x="177" y="1"/>
                      <a:pt x="1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9"/>
              <p:cNvSpPr/>
              <p:nvPr/>
            </p:nvSpPr>
            <p:spPr>
              <a:xfrm>
                <a:off x="1402311" y="864453"/>
                <a:ext cx="13051" cy="9358"/>
              </a:xfrm>
              <a:custGeom>
                <a:avLst/>
                <a:gdLst/>
                <a:ahLst/>
                <a:cxnLst/>
                <a:rect l="l" t="t" r="r" b="b"/>
                <a:pathLst>
                  <a:path w="385" h="276" extrusionOk="0">
                    <a:moveTo>
                      <a:pt x="267" y="0"/>
                    </a:moveTo>
                    <a:cubicBezTo>
                      <a:pt x="227" y="0"/>
                      <a:pt x="188" y="10"/>
                      <a:pt x="158" y="20"/>
                    </a:cubicBezTo>
                    <a:cubicBezTo>
                      <a:pt x="119" y="30"/>
                      <a:pt x="89" y="49"/>
                      <a:pt x="60" y="59"/>
                    </a:cubicBezTo>
                    <a:cubicBezTo>
                      <a:pt x="30" y="89"/>
                      <a:pt x="10" y="108"/>
                      <a:pt x="10" y="138"/>
                    </a:cubicBezTo>
                    <a:cubicBezTo>
                      <a:pt x="1" y="168"/>
                      <a:pt x="20" y="187"/>
                      <a:pt x="40" y="217"/>
                    </a:cubicBezTo>
                    <a:cubicBezTo>
                      <a:pt x="79" y="266"/>
                      <a:pt x="148" y="276"/>
                      <a:pt x="198" y="276"/>
                    </a:cubicBezTo>
                    <a:lnTo>
                      <a:pt x="207" y="276"/>
                    </a:lnTo>
                    <a:cubicBezTo>
                      <a:pt x="227" y="276"/>
                      <a:pt x="257" y="256"/>
                      <a:pt x="257" y="236"/>
                    </a:cubicBezTo>
                    <a:cubicBezTo>
                      <a:pt x="267" y="207"/>
                      <a:pt x="257" y="187"/>
                      <a:pt x="227" y="177"/>
                    </a:cubicBezTo>
                    <a:lnTo>
                      <a:pt x="207" y="177"/>
                    </a:lnTo>
                    <a:cubicBezTo>
                      <a:pt x="198" y="177"/>
                      <a:pt x="198" y="177"/>
                      <a:pt x="188" y="168"/>
                    </a:cubicBezTo>
                    <a:cubicBezTo>
                      <a:pt x="178" y="168"/>
                      <a:pt x="168" y="168"/>
                      <a:pt x="158" y="158"/>
                    </a:cubicBezTo>
                    <a:cubicBezTo>
                      <a:pt x="158" y="158"/>
                      <a:pt x="148" y="148"/>
                      <a:pt x="139" y="148"/>
                    </a:cubicBezTo>
                    <a:lnTo>
                      <a:pt x="119" y="138"/>
                    </a:lnTo>
                    <a:lnTo>
                      <a:pt x="139" y="128"/>
                    </a:lnTo>
                    <a:cubicBezTo>
                      <a:pt x="148" y="128"/>
                      <a:pt x="158" y="118"/>
                      <a:pt x="158" y="118"/>
                    </a:cubicBezTo>
                    <a:cubicBezTo>
                      <a:pt x="168" y="118"/>
                      <a:pt x="178" y="108"/>
                      <a:pt x="188" y="108"/>
                    </a:cubicBezTo>
                    <a:lnTo>
                      <a:pt x="247" y="108"/>
                    </a:lnTo>
                    <a:cubicBezTo>
                      <a:pt x="267" y="108"/>
                      <a:pt x="276" y="99"/>
                      <a:pt x="296" y="99"/>
                    </a:cubicBezTo>
                    <a:lnTo>
                      <a:pt x="345" y="99"/>
                    </a:lnTo>
                    <a:cubicBezTo>
                      <a:pt x="365" y="89"/>
                      <a:pt x="375" y="69"/>
                      <a:pt x="375" y="49"/>
                    </a:cubicBezTo>
                    <a:cubicBezTo>
                      <a:pt x="385" y="30"/>
                      <a:pt x="375" y="20"/>
                      <a:pt x="355" y="10"/>
                    </a:cubicBezTo>
                    <a:cubicBezTo>
                      <a:pt x="345" y="10"/>
                      <a:pt x="336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9"/>
              <p:cNvSpPr/>
              <p:nvPr/>
            </p:nvSpPr>
            <p:spPr>
              <a:xfrm>
                <a:off x="1429026" y="829364"/>
                <a:ext cx="13051" cy="11392"/>
              </a:xfrm>
              <a:custGeom>
                <a:avLst/>
                <a:gdLst/>
                <a:ahLst/>
                <a:cxnLst/>
                <a:rect l="l" t="t" r="r" b="b"/>
                <a:pathLst>
                  <a:path w="385" h="336" extrusionOk="0">
                    <a:moveTo>
                      <a:pt x="79" y="1"/>
                    </a:moveTo>
                    <a:cubicBezTo>
                      <a:pt x="79" y="1"/>
                      <a:pt x="70" y="1"/>
                      <a:pt x="70" y="11"/>
                    </a:cubicBezTo>
                    <a:cubicBezTo>
                      <a:pt x="50" y="11"/>
                      <a:pt x="30" y="20"/>
                      <a:pt x="20" y="30"/>
                    </a:cubicBezTo>
                    <a:cubicBezTo>
                      <a:pt x="1" y="50"/>
                      <a:pt x="1" y="70"/>
                      <a:pt x="1" y="99"/>
                    </a:cubicBezTo>
                    <a:cubicBezTo>
                      <a:pt x="1" y="119"/>
                      <a:pt x="11" y="139"/>
                      <a:pt x="20" y="158"/>
                    </a:cubicBezTo>
                    <a:cubicBezTo>
                      <a:pt x="40" y="198"/>
                      <a:pt x="70" y="227"/>
                      <a:pt x="89" y="267"/>
                    </a:cubicBezTo>
                    <a:lnTo>
                      <a:pt x="99" y="286"/>
                    </a:lnTo>
                    <a:cubicBezTo>
                      <a:pt x="109" y="296"/>
                      <a:pt x="119" y="306"/>
                      <a:pt x="129" y="306"/>
                    </a:cubicBezTo>
                    <a:cubicBezTo>
                      <a:pt x="129" y="316"/>
                      <a:pt x="139" y="316"/>
                      <a:pt x="148" y="316"/>
                    </a:cubicBezTo>
                    <a:cubicBezTo>
                      <a:pt x="168" y="316"/>
                      <a:pt x="188" y="306"/>
                      <a:pt x="198" y="286"/>
                    </a:cubicBezTo>
                    <a:cubicBezTo>
                      <a:pt x="198" y="277"/>
                      <a:pt x="198" y="267"/>
                      <a:pt x="208" y="257"/>
                    </a:cubicBezTo>
                    <a:cubicBezTo>
                      <a:pt x="208" y="257"/>
                      <a:pt x="208" y="247"/>
                      <a:pt x="208" y="237"/>
                    </a:cubicBezTo>
                    <a:lnTo>
                      <a:pt x="217" y="217"/>
                    </a:lnTo>
                    <a:lnTo>
                      <a:pt x="286" y="296"/>
                    </a:lnTo>
                    <a:cubicBezTo>
                      <a:pt x="286" y="306"/>
                      <a:pt x="286" y="306"/>
                      <a:pt x="286" y="306"/>
                    </a:cubicBezTo>
                    <a:cubicBezTo>
                      <a:pt x="296" y="316"/>
                      <a:pt x="296" y="326"/>
                      <a:pt x="306" y="326"/>
                    </a:cubicBezTo>
                    <a:cubicBezTo>
                      <a:pt x="316" y="336"/>
                      <a:pt x="316" y="336"/>
                      <a:pt x="326" y="336"/>
                    </a:cubicBezTo>
                    <a:cubicBezTo>
                      <a:pt x="336" y="336"/>
                      <a:pt x="345" y="336"/>
                      <a:pt x="355" y="326"/>
                    </a:cubicBezTo>
                    <a:cubicBezTo>
                      <a:pt x="375" y="316"/>
                      <a:pt x="385" y="296"/>
                      <a:pt x="375" y="277"/>
                    </a:cubicBezTo>
                    <a:cubicBezTo>
                      <a:pt x="375" y="257"/>
                      <a:pt x="365" y="247"/>
                      <a:pt x="355" y="237"/>
                    </a:cubicBezTo>
                    <a:cubicBezTo>
                      <a:pt x="306" y="158"/>
                      <a:pt x="247" y="99"/>
                      <a:pt x="188" y="50"/>
                    </a:cubicBezTo>
                    <a:cubicBezTo>
                      <a:pt x="168" y="40"/>
                      <a:pt x="148" y="20"/>
                      <a:pt x="119" y="11"/>
                    </a:cubicBezTo>
                    <a:cubicBezTo>
                      <a:pt x="109" y="11"/>
                      <a:pt x="89" y="1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9"/>
              <p:cNvSpPr/>
              <p:nvPr/>
            </p:nvSpPr>
            <p:spPr>
              <a:xfrm>
                <a:off x="1420347" y="882455"/>
                <a:ext cx="12713" cy="11392"/>
              </a:xfrm>
              <a:custGeom>
                <a:avLst/>
                <a:gdLst/>
                <a:ahLst/>
                <a:cxnLst/>
                <a:rect l="l" t="t" r="r" b="b"/>
                <a:pathLst>
                  <a:path w="375" h="336" extrusionOk="0">
                    <a:moveTo>
                      <a:pt x="306" y="1"/>
                    </a:moveTo>
                    <a:cubicBezTo>
                      <a:pt x="227" y="40"/>
                      <a:pt x="148" y="80"/>
                      <a:pt x="89" y="129"/>
                    </a:cubicBezTo>
                    <a:cubicBezTo>
                      <a:pt x="60" y="149"/>
                      <a:pt x="50" y="159"/>
                      <a:pt x="30" y="178"/>
                    </a:cubicBezTo>
                    <a:cubicBezTo>
                      <a:pt x="10" y="218"/>
                      <a:pt x="1" y="257"/>
                      <a:pt x="10" y="287"/>
                    </a:cubicBezTo>
                    <a:cubicBezTo>
                      <a:pt x="30" y="306"/>
                      <a:pt x="50" y="326"/>
                      <a:pt x="79" y="326"/>
                    </a:cubicBezTo>
                    <a:cubicBezTo>
                      <a:pt x="89" y="336"/>
                      <a:pt x="99" y="336"/>
                      <a:pt x="119" y="336"/>
                    </a:cubicBezTo>
                    <a:cubicBezTo>
                      <a:pt x="148" y="336"/>
                      <a:pt x="188" y="326"/>
                      <a:pt x="227" y="306"/>
                    </a:cubicBezTo>
                    <a:cubicBezTo>
                      <a:pt x="237" y="306"/>
                      <a:pt x="237" y="306"/>
                      <a:pt x="247" y="297"/>
                    </a:cubicBezTo>
                    <a:cubicBezTo>
                      <a:pt x="267" y="287"/>
                      <a:pt x="276" y="257"/>
                      <a:pt x="267" y="237"/>
                    </a:cubicBezTo>
                    <a:cubicBezTo>
                      <a:pt x="267" y="228"/>
                      <a:pt x="247" y="218"/>
                      <a:pt x="237" y="218"/>
                    </a:cubicBezTo>
                    <a:lnTo>
                      <a:pt x="168" y="218"/>
                    </a:lnTo>
                    <a:lnTo>
                      <a:pt x="138" y="228"/>
                    </a:lnTo>
                    <a:lnTo>
                      <a:pt x="158" y="198"/>
                    </a:lnTo>
                    <a:cubicBezTo>
                      <a:pt x="158" y="198"/>
                      <a:pt x="168" y="198"/>
                      <a:pt x="168" y="188"/>
                    </a:cubicBezTo>
                    <a:cubicBezTo>
                      <a:pt x="178" y="178"/>
                      <a:pt x="178" y="178"/>
                      <a:pt x="188" y="178"/>
                    </a:cubicBezTo>
                    <a:cubicBezTo>
                      <a:pt x="207" y="159"/>
                      <a:pt x="227" y="149"/>
                      <a:pt x="247" y="139"/>
                    </a:cubicBezTo>
                    <a:cubicBezTo>
                      <a:pt x="267" y="129"/>
                      <a:pt x="296" y="119"/>
                      <a:pt x="316" y="99"/>
                    </a:cubicBezTo>
                    <a:cubicBezTo>
                      <a:pt x="326" y="90"/>
                      <a:pt x="345" y="80"/>
                      <a:pt x="365" y="70"/>
                    </a:cubicBezTo>
                    <a:cubicBezTo>
                      <a:pt x="375" y="50"/>
                      <a:pt x="375" y="31"/>
                      <a:pt x="365" y="21"/>
                    </a:cubicBezTo>
                    <a:cubicBezTo>
                      <a:pt x="365" y="11"/>
                      <a:pt x="355" y="1"/>
                      <a:pt x="3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9"/>
              <p:cNvSpPr/>
              <p:nvPr/>
            </p:nvSpPr>
            <p:spPr>
              <a:xfrm>
                <a:off x="1458759" y="818684"/>
                <a:ext cx="8373" cy="12070"/>
              </a:xfrm>
              <a:custGeom>
                <a:avLst/>
                <a:gdLst/>
                <a:ahLst/>
                <a:cxnLst/>
                <a:rect l="l" t="t" r="r" b="b"/>
                <a:pathLst>
                  <a:path w="247" h="356" extrusionOk="0">
                    <a:moveTo>
                      <a:pt x="138" y="0"/>
                    </a:moveTo>
                    <a:cubicBezTo>
                      <a:pt x="119" y="0"/>
                      <a:pt x="89" y="10"/>
                      <a:pt x="79" y="30"/>
                    </a:cubicBezTo>
                    <a:cubicBezTo>
                      <a:pt x="69" y="40"/>
                      <a:pt x="59" y="50"/>
                      <a:pt x="59" y="60"/>
                    </a:cubicBezTo>
                    <a:cubicBezTo>
                      <a:pt x="20" y="129"/>
                      <a:pt x="0" y="207"/>
                      <a:pt x="10" y="306"/>
                    </a:cubicBezTo>
                    <a:cubicBezTo>
                      <a:pt x="10" y="316"/>
                      <a:pt x="10" y="326"/>
                      <a:pt x="20" y="335"/>
                    </a:cubicBezTo>
                    <a:cubicBezTo>
                      <a:pt x="30" y="345"/>
                      <a:pt x="40" y="355"/>
                      <a:pt x="59" y="355"/>
                    </a:cubicBezTo>
                    <a:lnTo>
                      <a:pt x="69" y="355"/>
                    </a:lnTo>
                    <a:cubicBezTo>
                      <a:pt x="89" y="345"/>
                      <a:pt x="109" y="326"/>
                      <a:pt x="109" y="306"/>
                    </a:cubicBezTo>
                    <a:cubicBezTo>
                      <a:pt x="109" y="296"/>
                      <a:pt x="109" y="286"/>
                      <a:pt x="109" y="276"/>
                    </a:cubicBezTo>
                    <a:cubicBezTo>
                      <a:pt x="109" y="266"/>
                      <a:pt x="109" y="257"/>
                      <a:pt x="109" y="247"/>
                    </a:cubicBezTo>
                    <a:cubicBezTo>
                      <a:pt x="99" y="237"/>
                      <a:pt x="99" y="217"/>
                      <a:pt x="119" y="207"/>
                    </a:cubicBezTo>
                    <a:lnTo>
                      <a:pt x="128" y="207"/>
                    </a:lnTo>
                    <a:lnTo>
                      <a:pt x="138" y="217"/>
                    </a:lnTo>
                    <a:cubicBezTo>
                      <a:pt x="138" y="227"/>
                      <a:pt x="138" y="227"/>
                      <a:pt x="148" y="237"/>
                    </a:cubicBezTo>
                    <a:cubicBezTo>
                      <a:pt x="148" y="247"/>
                      <a:pt x="158" y="257"/>
                      <a:pt x="158" y="276"/>
                    </a:cubicBezTo>
                    <a:cubicBezTo>
                      <a:pt x="168" y="296"/>
                      <a:pt x="188" y="296"/>
                      <a:pt x="188" y="296"/>
                    </a:cubicBezTo>
                    <a:lnTo>
                      <a:pt x="207" y="296"/>
                    </a:lnTo>
                    <a:cubicBezTo>
                      <a:pt x="227" y="286"/>
                      <a:pt x="247" y="266"/>
                      <a:pt x="247" y="237"/>
                    </a:cubicBezTo>
                    <a:cubicBezTo>
                      <a:pt x="247" y="227"/>
                      <a:pt x="247" y="217"/>
                      <a:pt x="237" y="207"/>
                    </a:cubicBezTo>
                    <a:cubicBezTo>
                      <a:pt x="227" y="158"/>
                      <a:pt x="217" y="109"/>
                      <a:pt x="207" y="69"/>
                    </a:cubicBezTo>
                    <a:cubicBezTo>
                      <a:pt x="207" y="50"/>
                      <a:pt x="197" y="40"/>
                      <a:pt x="188" y="30"/>
                    </a:cubicBezTo>
                    <a:cubicBezTo>
                      <a:pt x="178" y="10"/>
                      <a:pt x="158" y="0"/>
                      <a:pt x="1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9"/>
              <p:cNvSpPr/>
              <p:nvPr/>
            </p:nvSpPr>
            <p:spPr>
              <a:xfrm>
                <a:off x="1492492" y="845061"/>
                <a:ext cx="10712" cy="10714"/>
              </a:xfrm>
              <a:custGeom>
                <a:avLst/>
                <a:gdLst/>
                <a:ahLst/>
                <a:cxnLst/>
                <a:rect l="l" t="t" r="r" b="b"/>
                <a:pathLst>
                  <a:path w="316" h="316" extrusionOk="0">
                    <a:moveTo>
                      <a:pt x="178" y="1"/>
                    </a:moveTo>
                    <a:cubicBezTo>
                      <a:pt x="138" y="1"/>
                      <a:pt x="89" y="11"/>
                      <a:pt x="50" y="30"/>
                    </a:cubicBezTo>
                    <a:cubicBezTo>
                      <a:pt x="40" y="30"/>
                      <a:pt x="30" y="40"/>
                      <a:pt x="20" y="50"/>
                    </a:cubicBezTo>
                    <a:cubicBezTo>
                      <a:pt x="0" y="70"/>
                      <a:pt x="0" y="80"/>
                      <a:pt x="0" y="99"/>
                    </a:cubicBezTo>
                    <a:cubicBezTo>
                      <a:pt x="10" y="119"/>
                      <a:pt x="20" y="129"/>
                      <a:pt x="40" y="129"/>
                    </a:cubicBezTo>
                    <a:cubicBezTo>
                      <a:pt x="50" y="129"/>
                      <a:pt x="59" y="119"/>
                      <a:pt x="79" y="119"/>
                    </a:cubicBezTo>
                    <a:cubicBezTo>
                      <a:pt x="79" y="119"/>
                      <a:pt x="89" y="119"/>
                      <a:pt x="89" y="109"/>
                    </a:cubicBezTo>
                    <a:cubicBezTo>
                      <a:pt x="119" y="109"/>
                      <a:pt x="138" y="99"/>
                      <a:pt x="158" y="99"/>
                    </a:cubicBezTo>
                    <a:cubicBezTo>
                      <a:pt x="168" y="99"/>
                      <a:pt x="178" y="99"/>
                      <a:pt x="197" y="109"/>
                    </a:cubicBezTo>
                    <a:lnTo>
                      <a:pt x="207" y="109"/>
                    </a:lnTo>
                    <a:lnTo>
                      <a:pt x="197" y="119"/>
                    </a:lnTo>
                    <a:cubicBezTo>
                      <a:pt x="197" y="129"/>
                      <a:pt x="197" y="129"/>
                      <a:pt x="197" y="129"/>
                    </a:cubicBezTo>
                    <a:cubicBezTo>
                      <a:pt x="187" y="139"/>
                      <a:pt x="187" y="148"/>
                      <a:pt x="178" y="148"/>
                    </a:cubicBezTo>
                    <a:cubicBezTo>
                      <a:pt x="158" y="168"/>
                      <a:pt x="138" y="188"/>
                      <a:pt x="109" y="208"/>
                    </a:cubicBezTo>
                    <a:cubicBezTo>
                      <a:pt x="99" y="208"/>
                      <a:pt x="99" y="217"/>
                      <a:pt x="89" y="217"/>
                    </a:cubicBezTo>
                    <a:cubicBezTo>
                      <a:pt x="79" y="227"/>
                      <a:pt x="69" y="227"/>
                      <a:pt x="59" y="237"/>
                    </a:cubicBezTo>
                    <a:cubicBezTo>
                      <a:pt x="50" y="237"/>
                      <a:pt x="40" y="257"/>
                      <a:pt x="50" y="277"/>
                    </a:cubicBezTo>
                    <a:cubicBezTo>
                      <a:pt x="50" y="296"/>
                      <a:pt x="59" y="306"/>
                      <a:pt x="79" y="316"/>
                    </a:cubicBezTo>
                    <a:lnTo>
                      <a:pt x="89" y="316"/>
                    </a:lnTo>
                    <a:cubicBezTo>
                      <a:pt x="99" y="316"/>
                      <a:pt x="109" y="306"/>
                      <a:pt x="109" y="306"/>
                    </a:cubicBezTo>
                    <a:cubicBezTo>
                      <a:pt x="178" y="277"/>
                      <a:pt x="237" y="227"/>
                      <a:pt x="286" y="178"/>
                    </a:cubicBezTo>
                    <a:cubicBezTo>
                      <a:pt x="306" y="148"/>
                      <a:pt x="316" y="109"/>
                      <a:pt x="306" y="80"/>
                    </a:cubicBezTo>
                    <a:cubicBezTo>
                      <a:pt x="306" y="60"/>
                      <a:pt x="286" y="30"/>
                      <a:pt x="266" y="20"/>
                    </a:cubicBezTo>
                    <a:cubicBezTo>
                      <a:pt x="247" y="11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9"/>
              <p:cNvSpPr/>
              <p:nvPr/>
            </p:nvSpPr>
            <p:spPr>
              <a:xfrm>
                <a:off x="1470794" y="850078"/>
                <a:ext cx="10034" cy="9731"/>
              </a:xfrm>
              <a:custGeom>
                <a:avLst/>
                <a:gdLst/>
                <a:ahLst/>
                <a:cxnLst/>
                <a:rect l="l" t="t" r="r" b="b"/>
                <a:pathLst>
                  <a:path w="296" h="287" extrusionOk="0">
                    <a:moveTo>
                      <a:pt x="217" y="0"/>
                    </a:moveTo>
                    <a:cubicBezTo>
                      <a:pt x="217" y="0"/>
                      <a:pt x="217" y="0"/>
                      <a:pt x="207" y="10"/>
                    </a:cubicBezTo>
                    <a:lnTo>
                      <a:pt x="177" y="10"/>
                    </a:lnTo>
                    <a:cubicBezTo>
                      <a:pt x="118" y="30"/>
                      <a:pt x="79" y="69"/>
                      <a:pt x="30" y="119"/>
                    </a:cubicBezTo>
                    <a:cubicBezTo>
                      <a:pt x="20" y="129"/>
                      <a:pt x="10" y="138"/>
                      <a:pt x="10" y="158"/>
                    </a:cubicBezTo>
                    <a:cubicBezTo>
                      <a:pt x="0" y="178"/>
                      <a:pt x="0" y="197"/>
                      <a:pt x="10" y="207"/>
                    </a:cubicBezTo>
                    <a:cubicBezTo>
                      <a:pt x="10" y="217"/>
                      <a:pt x="30" y="227"/>
                      <a:pt x="39" y="227"/>
                    </a:cubicBezTo>
                    <a:cubicBezTo>
                      <a:pt x="49" y="227"/>
                      <a:pt x="49" y="217"/>
                      <a:pt x="59" y="217"/>
                    </a:cubicBezTo>
                    <a:lnTo>
                      <a:pt x="89" y="217"/>
                    </a:lnTo>
                    <a:lnTo>
                      <a:pt x="89" y="227"/>
                    </a:lnTo>
                    <a:cubicBezTo>
                      <a:pt x="89" y="227"/>
                      <a:pt x="89" y="247"/>
                      <a:pt x="89" y="247"/>
                    </a:cubicBezTo>
                    <a:cubicBezTo>
                      <a:pt x="89" y="276"/>
                      <a:pt x="108" y="286"/>
                      <a:pt x="128" y="286"/>
                    </a:cubicBezTo>
                    <a:cubicBezTo>
                      <a:pt x="138" y="286"/>
                      <a:pt x="158" y="286"/>
                      <a:pt x="167" y="276"/>
                    </a:cubicBezTo>
                    <a:cubicBezTo>
                      <a:pt x="217" y="237"/>
                      <a:pt x="246" y="197"/>
                      <a:pt x="276" y="148"/>
                    </a:cubicBezTo>
                    <a:cubicBezTo>
                      <a:pt x="276" y="148"/>
                      <a:pt x="286" y="138"/>
                      <a:pt x="286" y="129"/>
                    </a:cubicBezTo>
                    <a:cubicBezTo>
                      <a:pt x="296" y="89"/>
                      <a:pt x="296" y="60"/>
                      <a:pt x="286" y="40"/>
                    </a:cubicBezTo>
                    <a:cubicBezTo>
                      <a:pt x="266" y="20"/>
                      <a:pt x="246" y="0"/>
                      <a:pt x="2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33" name="Google Shape;533;p29"/>
          <p:cNvGrpSpPr/>
          <p:nvPr/>
        </p:nvGrpSpPr>
        <p:grpSpPr>
          <a:xfrm>
            <a:off x="8074503" y="496451"/>
            <a:ext cx="909687" cy="2001230"/>
            <a:chOff x="8191703" y="616697"/>
            <a:chExt cx="792203" cy="1742928"/>
          </a:xfrm>
        </p:grpSpPr>
        <p:sp>
          <p:nvSpPr>
            <p:cNvPr id="534" name="Google Shape;534;p29"/>
            <p:cNvSpPr/>
            <p:nvPr/>
          </p:nvSpPr>
          <p:spPr>
            <a:xfrm>
              <a:off x="8322051" y="1346273"/>
              <a:ext cx="661330" cy="567410"/>
            </a:xfrm>
            <a:custGeom>
              <a:avLst/>
              <a:gdLst/>
              <a:ahLst/>
              <a:cxnLst/>
              <a:rect l="l" t="t" r="r" b="b"/>
              <a:pathLst>
                <a:path w="12994" h="11147" extrusionOk="0">
                  <a:moveTo>
                    <a:pt x="12994" y="0"/>
                  </a:moveTo>
                  <a:cubicBezTo>
                    <a:pt x="12925" y="20"/>
                    <a:pt x="12856" y="40"/>
                    <a:pt x="12797" y="69"/>
                  </a:cubicBezTo>
                  <a:cubicBezTo>
                    <a:pt x="12452" y="227"/>
                    <a:pt x="12117" y="414"/>
                    <a:pt x="11762" y="552"/>
                  </a:cubicBezTo>
                  <a:cubicBezTo>
                    <a:pt x="10679" y="946"/>
                    <a:pt x="9605" y="1340"/>
                    <a:pt x="8512" y="1695"/>
                  </a:cubicBezTo>
                  <a:cubicBezTo>
                    <a:pt x="7152" y="2138"/>
                    <a:pt x="5793" y="2591"/>
                    <a:pt x="4522" y="3290"/>
                  </a:cubicBezTo>
                  <a:cubicBezTo>
                    <a:pt x="2907" y="4187"/>
                    <a:pt x="1567" y="5369"/>
                    <a:pt x="661" y="7004"/>
                  </a:cubicBezTo>
                  <a:cubicBezTo>
                    <a:pt x="296" y="7664"/>
                    <a:pt x="1" y="8363"/>
                    <a:pt x="40" y="9142"/>
                  </a:cubicBezTo>
                  <a:cubicBezTo>
                    <a:pt x="70" y="9802"/>
                    <a:pt x="385" y="10294"/>
                    <a:pt x="1074" y="10472"/>
                  </a:cubicBezTo>
                  <a:cubicBezTo>
                    <a:pt x="1217" y="10509"/>
                    <a:pt x="1357" y="10525"/>
                    <a:pt x="1494" y="10525"/>
                  </a:cubicBezTo>
                  <a:cubicBezTo>
                    <a:pt x="1753" y="10525"/>
                    <a:pt x="2005" y="10467"/>
                    <a:pt x="2256" y="10383"/>
                  </a:cubicBezTo>
                  <a:cubicBezTo>
                    <a:pt x="3251" y="10068"/>
                    <a:pt x="4079" y="9467"/>
                    <a:pt x="4867" y="8807"/>
                  </a:cubicBezTo>
                  <a:cubicBezTo>
                    <a:pt x="5547" y="8245"/>
                    <a:pt x="6177" y="7605"/>
                    <a:pt x="6867" y="7034"/>
                  </a:cubicBezTo>
                  <a:cubicBezTo>
                    <a:pt x="7182" y="6768"/>
                    <a:pt x="7546" y="6521"/>
                    <a:pt x="7930" y="6344"/>
                  </a:cubicBezTo>
                  <a:cubicBezTo>
                    <a:pt x="8047" y="6292"/>
                    <a:pt x="8158" y="6267"/>
                    <a:pt x="8261" y="6267"/>
                  </a:cubicBezTo>
                  <a:cubicBezTo>
                    <a:pt x="8582" y="6267"/>
                    <a:pt x="8821" y="6510"/>
                    <a:pt x="8896" y="6906"/>
                  </a:cubicBezTo>
                  <a:cubicBezTo>
                    <a:pt x="8984" y="7339"/>
                    <a:pt x="8935" y="7772"/>
                    <a:pt x="8837" y="8206"/>
                  </a:cubicBezTo>
                  <a:cubicBezTo>
                    <a:pt x="8709" y="8787"/>
                    <a:pt x="8551" y="9368"/>
                    <a:pt x="8453" y="9949"/>
                  </a:cubicBezTo>
                  <a:cubicBezTo>
                    <a:pt x="8364" y="10432"/>
                    <a:pt x="8630" y="10935"/>
                    <a:pt x="9162" y="11082"/>
                  </a:cubicBezTo>
                  <a:cubicBezTo>
                    <a:pt x="9319" y="11127"/>
                    <a:pt x="9472" y="11146"/>
                    <a:pt x="9624" y="11146"/>
                  </a:cubicBezTo>
                  <a:cubicBezTo>
                    <a:pt x="9775" y="11146"/>
                    <a:pt x="9925" y="11127"/>
                    <a:pt x="10078" y="11092"/>
                  </a:cubicBezTo>
                  <a:cubicBezTo>
                    <a:pt x="11250" y="10806"/>
                    <a:pt x="12196" y="10146"/>
                    <a:pt x="12994" y="9260"/>
                  </a:cubicBezTo>
                  <a:lnTo>
                    <a:pt x="12994" y="8117"/>
                  </a:lnTo>
                  <a:cubicBezTo>
                    <a:pt x="12954" y="8157"/>
                    <a:pt x="12905" y="8196"/>
                    <a:pt x="12875" y="8245"/>
                  </a:cubicBezTo>
                  <a:cubicBezTo>
                    <a:pt x="12255" y="9033"/>
                    <a:pt x="11536" y="9703"/>
                    <a:pt x="10600" y="10107"/>
                  </a:cubicBezTo>
                  <a:cubicBezTo>
                    <a:pt x="10278" y="10241"/>
                    <a:pt x="9956" y="10367"/>
                    <a:pt x="9612" y="10367"/>
                  </a:cubicBezTo>
                  <a:cubicBezTo>
                    <a:pt x="9577" y="10367"/>
                    <a:pt x="9542" y="10366"/>
                    <a:pt x="9507" y="10363"/>
                  </a:cubicBezTo>
                  <a:cubicBezTo>
                    <a:pt x="9290" y="10353"/>
                    <a:pt x="9201" y="10275"/>
                    <a:pt x="9221" y="10078"/>
                  </a:cubicBezTo>
                  <a:cubicBezTo>
                    <a:pt x="9231" y="9861"/>
                    <a:pt x="9270" y="9654"/>
                    <a:pt x="9319" y="9437"/>
                  </a:cubicBezTo>
                  <a:cubicBezTo>
                    <a:pt x="9526" y="8659"/>
                    <a:pt x="9753" y="7871"/>
                    <a:pt x="9684" y="7044"/>
                  </a:cubicBezTo>
                  <a:cubicBezTo>
                    <a:pt x="9644" y="6512"/>
                    <a:pt x="9477" y="6049"/>
                    <a:pt x="9024" y="5753"/>
                  </a:cubicBezTo>
                  <a:cubicBezTo>
                    <a:pt x="8758" y="5576"/>
                    <a:pt x="8492" y="5500"/>
                    <a:pt x="8228" y="5500"/>
                  </a:cubicBezTo>
                  <a:cubicBezTo>
                    <a:pt x="7905" y="5500"/>
                    <a:pt x="7585" y="5614"/>
                    <a:pt x="7270" y="5792"/>
                  </a:cubicBezTo>
                  <a:cubicBezTo>
                    <a:pt x="6581" y="6177"/>
                    <a:pt x="6039" y="6738"/>
                    <a:pt x="5468" y="7270"/>
                  </a:cubicBezTo>
                  <a:cubicBezTo>
                    <a:pt x="4670" y="8019"/>
                    <a:pt x="3842" y="8718"/>
                    <a:pt x="2887" y="9260"/>
                  </a:cubicBezTo>
                  <a:cubicBezTo>
                    <a:pt x="2451" y="9506"/>
                    <a:pt x="2016" y="9734"/>
                    <a:pt x="1493" y="9734"/>
                  </a:cubicBezTo>
                  <a:cubicBezTo>
                    <a:pt x="1472" y="9734"/>
                    <a:pt x="1451" y="9734"/>
                    <a:pt x="1429" y="9733"/>
                  </a:cubicBezTo>
                  <a:cubicBezTo>
                    <a:pt x="1035" y="9723"/>
                    <a:pt x="838" y="9526"/>
                    <a:pt x="818" y="9132"/>
                  </a:cubicBezTo>
                  <a:cubicBezTo>
                    <a:pt x="789" y="8659"/>
                    <a:pt x="927" y="8226"/>
                    <a:pt x="1124" y="7802"/>
                  </a:cubicBezTo>
                  <a:cubicBezTo>
                    <a:pt x="1754" y="6443"/>
                    <a:pt x="2739" y="5379"/>
                    <a:pt x="3961" y="4532"/>
                  </a:cubicBezTo>
                  <a:cubicBezTo>
                    <a:pt x="5379" y="3566"/>
                    <a:pt x="6955" y="2975"/>
                    <a:pt x="8581" y="2483"/>
                  </a:cubicBezTo>
                  <a:cubicBezTo>
                    <a:pt x="10088" y="2020"/>
                    <a:pt x="11585" y="1547"/>
                    <a:pt x="12994" y="828"/>
                  </a:cubicBezTo>
                  <a:lnTo>
                    <a:pt x="129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9"/>
            <p:cNvSpPr/>
            <p:nvPr/>
          </p:nvSpPr>
          <p:spPr>
            <a:xfrm>
              <a:off x="8658992" y="949164"/>
              <a:ext cx="324405" cy="311218"/>
            </a:xfrm>
            <a:custGeom>
              <a:avLst/>
              <a:gdLst/>
              <a:ahLst/>
              <a:cxnLst/>
              <a:rect l="l" t="t" r="r" b="b"/>
              <a:pathLst>
                <a:path w="6374" h="6114" extrusionOk="0">
                  <a:moveTo>
                    <a:pt x="6374" y="0"/>
                  </a:moveTo>
                  <a:cubicBezTo>
                    <a:pt x="6177" y="69"/>
                    <a:pt x="5980" y="129"/>
                    <a:pt x="5783" y="207"/>
                  </a:cubicBezTo>
                  <a:cubicBezTo>
                    <a:pt x="4729" y="621"/>
                    <a:pt x="3655" y="986"/>
                    <a:pt x="2670" y="1567"/>
                  </a:cubicBezTo>
                  <a:cubicBezTo>
                    <a:pt x="1764" y="2099"/>
                    <a:pt x="966" y="2739"/>
                    <a:pt x="394" y="3635"/>
                  </a:cubicBezTo>
                  <a:cubicBezTo>
                    <a:pt x="187" y="3970"/>
                    <a:pt x="40" y="4335"/>
                    <a:pt x="30" y="4739"/>
                  </a:cubicBezTo>
                  <a:cubicBezTo>
                    <a:pt x="0" y="5665"/>
                    <a:pt x="621" y="6059"/>
                    <a:pt x="1370" y="6108"/>
                  </a:cubicBezTo>
                  <a:cubicBezTo>
                    <a:pt x="1428" y="6111"/>
                    <a:pt x="1486" y="6113"/>
                    <a:pt x="1544" y="6113"/>
                  </a:cubicBezTo>
                  <a:cubicBezTo>
                    <a:pt x="1988" y="6113"/>
                    <a:pt x="2426" y="6014"/>
                    <a:pt x="2818" y="5822"/>
                  </a:cubicBezTo>
                  <a:cubicBezTo>
                    <a:pt x="3675" y="5428"/>
                    <a:pt x="4502" y="4995"/>
                    <a:pt x="5339" y="4571"/>
                  </a:cubicBezTo>
                  <a:cubicBezTo>
                    <a:pt x="5684" y="4394"/>
                    <a:pt x="6029" y="4207"/>
                    <a:pt x="6374" y="4020"/>
                  </a:cubicBezTo>
                  <a:lnTo>
                    <a:pt x="6374" y="3153"/>
                  </a:lnTo>
                  <a:cubicBezTo>
                    <a:pt x="6187" y="3241"/>
                    <a:pt x="5999" y="3330"/>
                    <a:pt x="5812" y="3429"/>
                  </a:cubicBezTo>
                  <a:cubicBezTo>
                    <a:pt x="4827" y="3951"/>
                    <a:pt x="3852" y="4483"/>
                    <a:pt x="2857" y="4985"/>
                  </a:cubicBezTo>
                  <a:cubicBezTo>
                    <a:pt x="2445" y="5191"/>
                    <a:pt x="2004" y="5329"/>
                    <a:pt x="1533" y="5329"/>
                  </a:cubicBezTo>
                  <a:cubicBezTo>
                    <a:pt x="1463" y="5329"/>
                    <a:pt x="1392" y="5326"/>
                    <a:pt x="1320" y="5320"/>
                  </a:cubicBezTo>
                  <a:cubicBezTo>
                    <a:pt x="916" y="5290"/>
                    <a:pt x="690" y="5024"/>
                    <a:pt x="808" y="4650"/>
                  </a:cubicBezTo>
                  <a:cubicBezTo>
                    <a:pt x="897" y="4364"/>
                    <a:pt x="1025" y="4079"/>
                    <a:pt x="1192" y="3832"/>
                  </a:cubicBezTo>
                  <a:cubicBezTo>
                    <a:pt x="1606" y="3222"/>
                    <a:pt x="2197" y="2769"/>
                    <a:pt x="2818" y="2375"/>
                  </a:cubicBezTo>
                  <a:cubicBezTo>
                    <a:pt x="3606" y="1862"/>
                    <a:pt x="4492" y="1527"/>
                    <a:pt x="5359" y="1192"/>
                  </a:cubicBezTo>
                  <a:cubicBezTo>
                    <a:pt x="5694" y="1055"/>
                    <a:pt x="6039" y="946"/>
                    <a:pt x="6374" y="828"/>
                  </a:cubicBezTo>
                  <a:lnTo>
                    <a:pt x="6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9"/>
            <p:cNvSpPr/>
            <p:nvPr/>
          </p:nvSpPr>
          <p:spPr>
            <a:xfrm>
              <a:off x="8876069" y="616697"/>
              <a:ext cx="107338" cy="194804"/>
            </a:xfrm>
            <a:custGeom>
              <a:avLst/>
              <a:gdLst/>
              <a:ahLst/>
              <a:cxnLst/>
              <a:rect l="l" t="t" r="r" b="b"/>
              <a:pathLst>
                <a:path w="2109" h="3827" extrusionOk="0">
                  <a:moveTo>
                    <a:pt x="1679" y="0"/>
                  </a:moveTo>
                  <a:cubicBezTo>
                    <a:pt x="1608" y="0"/>
                    <a:pt x="1541" y="8"/>
                    <a:pt x="1478" y="31"/>
                  </a:cubicBezTo>
                  <a:cubicBezTo>
                    <a:pt x="897" y="248"/>
                    <a:pt x="414" y="593"/>
                    <a:pt x="208" y="1223"/>
                  </a:cubicBezTo>
                  <a:cubicBezTo>
                    <a:pt x="60" y="1686"/>
                    <a:pt x="1" y="2139"/>
                    <a:pt x="139" y="2612"/>
                  </a:cubicBezTo>
                  <a:cubicBezTo>
                    <a:pt x="336" y="3262"/>
                    <a:pt x="749" y="3686"/>
                    <a:pt x="1429" y="3814"/>
                  </a:cubicBezTo>
                  <a:cubicBezTo>
                    <a:pt x="1481" y="3823"/>
                    <a:pt x="1534" y="3827"/>
                    <a:pt x="1588" y="3827"/>
                  </a:cubicBezTo>
                  <a:cubicBezTo>
                    <a:pt x="1759" y="3827"/>
                    <a:pt x="1937" y="3789"/>
                    <a:pt x="2109" y="3774"/>
                  </a:cubicBezTo>
                  <a:lnTo>
                    <a:pt x="2109" y="31"/>
                  </a:lnTo>
                  <a:cubicBezTo>
                    <a:pt x="1971" y="31"/>
                    <a:pt x="1820" y="0"/>
                    <a:pt x="1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9"/>
            <p:cNvSpPr/>
            <p:nvPr/>
          </p:nvSpPr>
          <p:spPr>
            <a:xfrm>
              <a:off x="8373712" y="2041545"/>
              <a:ext cx="210604" cy="192819"/>
            </a:xfrm>
            <a:custGeom>
              <a:avLst/>
              <a:gdLst/>
              <a:ahLst/>
              <a:cxnLst/>
              <a:rect l="l" t="t" r="r" b="b"/>
              <a:pathLst>
                <a:path w="4138" h="3788" extrusionOk="0">
                  <a:moveTo>
                    <a:pt x="2277" y="0"/>
                  </a:moveTo>
                  <a:cubicBezTo>
                    <a:pt x="1308" y="0"/>
                    <a:pt x="454" y="648"/>
                    <a:pt x="187" y="1609"/>
                  </a:cubicBezTo>
                  <a:cubicBezTo>
                    <a:pt x="0" y="2269"/>
                    <a:pt x="197" y="2820"/>
                    <a:pt x="690" y="3254"/>
                  </a:cubicBezTo>
                  <a:cubicBezTo>
                    <a:pt x="1106" y="3606"/>
                    <a:pt x="1556" y="3788"/>
                    <a:pt x="2038" y="3788"/>
                  </a:cubicBezTo>
                  <a:cubicBezTo>
                    <a:pt x="2298" y="3788"/>
                    <a:pt x="2568" y="3735"/>
                    <a:pt x="2847" y="3628"/>
                  </a:cubicBezTo>
                  <a:cubicBezTo>
                    <a:pt x="3438" y="3402"/>
                    <a:pt x="4138" y="2732"/>
                    <a:pt x="4069" y="1845"/>
                  </a:cubicBezTo>
                  <a:cubicBezTo>
                    <a:pt x="4069" y="890"/>
                    <a:pt x="3468" y="141"/>
                    <a:pt x="2591" y="23"/>
                  </a:cubicBezTo>
                  <a:cubicBezTo>
                    <a:pt x="2485" y="8"/>
                    <a:pt x="2380" y="0"/>
                    <a:pt x="22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9"/>
            <p:cNvSpPr/>
            <p:nvPr/>
          </p:nvSpPr>
          <p:spPr>
            <a:xfrm>
              <a:off x="8524114" y="905036"/>
              <a:ext cx="91815" cy="90352"/>
            </a:xfrm>
            <a:custGeom>
              <a:avLst/>
              <a:gdLst/>
              <a:ahLst/>
              <a:cxnLst/>
              <a:rect l="l" t="t" r="r" b="b"/>
              <a:pathLst>
                <a:path w="1804" h="1775" extrusionOk="0">
                  <a:moveTo>
                    <a:pt x="907" y="1"/>
                  </a:moveTo>
                  <a:cubicBezTo>
                    <a:pt x="375" y="10"/>
                    <a:pt x="0" y="385"/>
                    <a:pt x="0" y="887"/>
                  </a:cubicBezTo>
                  <a:cubicBezTo>
                    <a:pt x="0" y="1302"/>
                    <a:pt x="426" y="1774"/>
                    <a:pt x="796" y="1774"/>
                  </a:cubicBezTo>
                  <a:cubicBezTo>
                    <a:pt x="803" y="1774"/>
                    <a:pt x="811" y="1774"/>
                    <a:pt x="818" y="1774"/>
                  </a:cubicBezTo>
                  <a:cubicBezTo>
                    <a:pt x="1458" y="1734"/>
                    <a:pt x="1803" y="1360"/>
                    <a:pt x="1774" y="799"/>
                  </a:cubicBezTo>
                  <a:cubicBezTo>
                    <a:pt x="1754" y="355"/>
                    <a:pt x="1380" y="1"/>
                    <a:pt x="9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9"/>
            <p:cNvSpPr/>
            <p:nvPr/>
          </p:nvSpPr>
          <p:spPr>
            <a:xfrm>
              <a:off x="8245858" y="915063"/>
              <a:ext cx="738028" cy="1205931"/>
            </a:xfrm>
            <a:custGeom>
              <a:avLst/>
              <a:gdLst/>
              <a:ahLst/>
              <a:cxnLst/>
              <a:rect l="l" t="t" r="r" b="b"/>
              <a:pathLst>
                <a:path w="14501" h="23691" extrusionOk="0">
                  <a:moveTo>
                    <a:pt x="6526" y="10541"/>
                  </a:moveTo>
                  <a:lnTo>
                    <a:pt x="6526" y="10541"/>
                  </a:lnTo>
                  <a:cubicBezTo>
                    <a:pt x="6521" y="10548"/>
                    <a:pt x="6517" y="10556"/>
                    <a:pt x="6512" y="10561"/>
                  </a:cubicBezTo>
                  <a:cubicBezTo>
                    <a:pt x="6502" y="10570"/>
                    <a:pt x="6492" y="10580"/>
                    <a:pt x="6482" y="10590"/>
                  </a:cubicBezTo>
                  <a:cubicBezTo>
                    <a:pt x="6482" y="10590"/>
                    <a:pt x="6472" y="10590"/>
                    <a:pt x="6472" y="10580"/>
                  </a:cubicBezTo>
                  <a:cubicBezTo>
                    <a:pt x="6482" y="10580"/>
                    <a:pt x="6492" y="10570"/>
                    <a:pt x="6502" y="10561"/>
                  </a:cubicBezTo>
                  <a:cubicBezTo>
                    <a:pt x="6512" y="10556"/>
                    <a:pt x="6519" y="10548"/>
                    <a:pt x="6526" y="10541"/>
                  </a:cubicBezTo>
                  <a:close/>
                  <a:moveTo>
                    <a:pt x="9575" y="5763"/>
                  </a:moveTo>
                  <a:cubicBezTo>
                    <a:pt x="9851" y="6315"/>
                    <a:pt x="10344" y="6542"/>
                    <a:pt x="10885" y="6699"/>
                  </a:cubicBezTo>
                  <a:cubicBezTo>
                    <a:pt x="11092" y="6758"/>
                    <a:pt x="11309" y="6778"/>
                    <a:pt x="11516" y="6817"/>
                  </a:cubicBezTo>
                  <a:cubicBezTo>
                    <a:pt x="12383" y="6975"/>
                    <a:pt x="12658" y="7743"/>
                    <a:pt x="12383" y="8482"/>
                  </a:cubicBezTo>
                  <a:cubicBezTo>
                    <a:pt x="12264" y="8778"/>
                    <a:pt x="12176" y="9083"/>
                    <a:pt x="12097" y="9379"/>
                  </a:cubicBezTo>
                  <a:cubicBezTo>
                    <a:pt x="11979" y="9832"/>
                    <a:pt x="12077" y="10216"/>
                    <a:pt x="12471" y="10492"/>
                  </a:cubicBezTo>
                  <a:cubicBezTo>
                    <a:pt x="12501" y="10501"/>
                    <a:pt x="12511" y="10521"/>
                    <a:pt x="12530" y="10541"/>
                  </a:cubicBezTo>
                  <a:cubicBezTo>
                    <a:pt x="12540" y="10551"/>
                    <a:pt x="12540" y="10551"/>
                    <a:pt x="12550" y="10580"/>
                  </a:cubicBezTo>
                  <a:cubicBezTo>
                    <a:pt x="12461" y="10639"/>
                    <a:pt x="12373" y="10699"/>
                    <a:pt x="12264" y="10767"/>
                  </a:cubicBezTo>
                  <a:cubicBezTo>
                    <a:pt x="12127" y="10561"/>
                    <a:pt x="11979" y="10383"/>
                    <a:pt x="11851" y="10186"/>
                  </a:cubicBezTo>
                  <a:cubicBezTo>
                    <a:pt x="11634" y="9851"/>
                    <a:pt x="11614" y="9507"/>
                    <a:pt x="11772" y="9132"/>
                  </a:cubicBezTo>
                  <a:cubicBezTo>
                    <a:pt x="11900" y="8797"/>
                    <a:pt x="12028" y="8462"/>
                    <a:pt x="12107" y="8108"/>
                  </a:cubicBezTo>
                  <a:cubicBezTo>
                    <a:pt x="12225" y="7615"/>
                    <a:pt x="11998" y="7211"/>
                    <a:pt x="11516" y="7064"/>
                  </a:cubicBezTo>
                  <a:cubicBezTo>
                    <a:pt x="11151" y="6955"/>
                    <a:pt x="10757" y="6916"/>
                    <a:pt x="10383" y="6807"/>
                  </a:cubicBezTo>
                  <a:cubicBezTo>
                    <a:pt x="10117" y="6729"/>
                    <a:pt x="9851" y="6620"/>
                    <a:pt x="9624" y="6463"/>
                  </a:cubicBezTo>
                  <a:cubicBezTo>
                    <a:pt x="9467" y="6335"/>
                    <a:pt x="9378" y="6108"/>
                    <a:pt x="9250" y="5911"/>
                  </a:cubicBezTo>
                  <a:cubicBezTo>
                    <a:pt x="9398" y="5842"/>
                    <a:pt x="9496" y="5803"/>
                    <a:pt x="9575" y="5763"/>
                  </a:cubicBezTo>
                  <a:close/>
                  <a:moveTo>
                    <a:pt x="9053" y="6010"/>
                  </a:moveTo>
                  <a:cubicBezTo>
                    <a:pt x="9230" y="6709"/>
                    <a:pt x="9772" y="6955"/>
                    <a:pt x="10393" y="7093"/>
                  </a:cubicBezTo>
                  <a:cubicBezTo>
                    <a:pt x="10718" y="7162"/>
                    <a:pt x="11053" y="7211"/>
                    <a:pt x="11368" y="7300"/>
                  </a:cubicBezTo>
                  <a:cubicBezTo>
                    <a:pt x="11801" y="7428"/>
                    <a:pt x="11949" y="7694"/>
                    <a:pt x="11841" y="8127"/>
                  </a:cubicBezTo>
                  <a:cubicBezTo>
                    <a:pt x="11772" y="8393"/>
                    <a:pt x="11683" y="8659"/>
                    <a:pt x="11565" y="8906"/>
                  </a:cubicBezTo>
                  <a:cubicBezTo>
                    <a:pt x="11279" y="9526"/>
                    <a:pt x="11388" y="10078"/>
                    <a:pt x="11811" y="10590"/>
                  </a:cubicBezTo>
                  <a:cubicBezTo>
                    <a:pt x="11880" y="10679"/>
                    <a:pt x="11959" y="10777"/>
                    <a:pt x="12048" y="10896"/>
                  </a:cubicBezTo>
                  <a:cubicBezTo>
                    <a:pt x="11644" y="11093"/>
                    <a:pt x="11250" y="11290"/>
                    <a:pt x="10895" y="11467"/>
                  </a:cubicBezTo>
                  <a:cubicBezTo>
                    <a:pt x="9962" y="10832"/>
                    <a:pt x="8998" y="10365"/>
                    <a:pt x="7913" y="10365"/>
                  </a:cubicBezTo>
                  <a:cubicBezTo>
                    <a:pt x="7635" y="10365"/>
                    <a:pt x="7349" y="10396"/>
                    <a:pt x="7053" y="10462"/>
                  </a:cubicBezTo>
                  <a:cubicBezTo>
                    <a:pt x="7034" y="10433"/>
                    <a:pt x="7014" y="10413"/>
                    <a:pt x="6994" y="10383"/>
                  </a:cubicBezTo>
                  <a:cubicBezTo>
                    <a:pt x="7044" y="10364"/>
                    <a:pt x="7103" y="10364"/>
                    <a:pt x="7142" y="10324"/>
                  </a:cubicBezTo>
                  <a:cubicBezTo>
                    <a:pt x="7438" y="10048"/>
                    <a:pt x="7743" y="9763"/>
                    <a:pt x="8038" y="9477"/>
                  </a:cubicBezTo>
                  <a:cubicBezTo>
                    <a:pt x="8235" y="9280"/>
                    <a:pt x="8373" y="9063"/>
                    <a:pt x="8295" y="8768"/>
                  </a:cubicBezTo>
                  <a:cubicBezTo>
                    <a:pt x="8216" y="8462"/>
                    <a:pt x="7979" y="8305"/>
                    <a:pt x="7694" y="8246"/>
                  </a:cubicBezTo>
                  <a:cubicBezTo>
                    <a:pt x="7408" y="8187"/>
                    <a:pt x="7112" y="8157"/>
                    <a:pt x="6817" y="8118"/>
                  </a:cubicBezTo>
                  <a:cubicBezTo>
                    <a:pt x="6758" y="8108"/>
                    <a:pt x="6689" y="8088"/>
                    <a:pt x="6571" y="8049"/>
                  </a:cubicBezTo>
                  <a:cubicBezTo>
                    <a:pt x="6728" y="7832"/>
                    <a:pt x="6847" y="7605"/>
                    <a:pt x="7024" y="7438"/>
                  </a:cubicBezTo>
                  <a:cubicBezTo>
                    <a:pt x="7605" y="6886"/>
                    <a:pt x="8265" y="6433"/>
                    <a:pt x="8964" y="6039"/>
                  </a:cubicBezTo>
                  <a:cubicBezTo>
                    <a:pt x="8984" y="6029"/>
                    <a:pt x="9014" y="6029"/>
                    <a:pt x="9053" y="6010"/>
                  </a:cubicBezTo>
                  <a:close/>
                  <a:moveTo>
                    <a:pt x="5261" y="11920"/>
                  </a:moveTo>
                  <a:lnTo>
                    <a:pt x="5270" y="11940"/>
                  </a:lnTo>
                  <a:cubicBezTo>
                    <a:pt x="5262" y="11940"/>
                    <a:pt x="5254" y="11940"/>
                    <a:pt x="5246" y="11934"/>
                  </a:cubicBezTo>
                  <a:lnTo>
                    <a:pt x="5246" y="11934"/>
                  </a:lnTo>
                  <a:cubicBezTo>
                    <a:pt x="5254" y="11927"/>
                    <a:pt x="5261" y="11920"/>
                    <a:pt x="5261" y="11920"/>
                  </a:cubicBezTo>
                  <a:close/>
                  <a:moveTo>
                    <a:pt x="8698" y="12304"/>
                  </a:moveTo>
                  <a:cubicBezTo>
                    <a:pt x="8698" y="12314"/>
                    <a:pt x="8708" y="12324"/>
                    <a:pt x="8708" y="12334"/>
                  </a:cubicBezTo>
                  <a:cubicBezTo>
                    <a:pt x="8698" y="12344"/>
                    <a:pt x="8698" y="12353"/>
                    <a:pt x="8689" y="12353"/>
                  </a:cubicBezTo>
                  <a:cubicBezTo>
                    <a:pt x="8679" y="12344"/>
                    <a:pt x="8679" y="12334"/>
                    <a:pt x="8679" y="12324"/>
                  </a:cubicBezTo>
                  <a:cubicBezTo>
                    <a:pt x="8679" y="12314"/>
                    <a:pt x="8689" y="12314"/>
                    <a:pt x="8698" y="12304"/>
                  </a:cubicBezTo>
                  <a:close/>
                  <a:moveTo>
                    <a:pt x="12521" y="11453"/>
                  </a:moveTo>
                  <a:cubicBezTo>
                    <a:pt x="12528" y="11453"/>
                    <a:pt x="12534" y="11454"/>
                    <a:pt x="12540" y="11457"/>
                  </a:cubicBezTo>
                  <a:cubicBezTo>
                    <a:pt x="12879" y="11640"/>
                    <a:pt x="13223" y="11726"/>
                    <a:pt x="13572" y="11726"/>
                  </a:cubicBezTo>
                  <a:cubicBezTo>
                    <a:pt x="13843" y="11726"/>
                    <a:pt x="14117" y="11674"/>
                    <a:pt x="14392" y="11575"/>
                  </a:cubicBezTo>
                  <a:cubicBezTo>
                    <a:pt x="14402" y="11575"/>
                    <a:pt x="14402" y="11585"/>
                    <a:pt x="14441" y="11605"/>
                  </a:cubicBezTo>
                  <a:cubicBezTo>
                    <a:pt x="13801" y="12521"/>
                    <a:pt x="12905" y="13112"/>
                    <a:pt x="11959" y="13693"/>
                  </a:cubicBezTo>
                  <a:cubicBezTo>
                    <a:pt x="11900" y="13082"/>
                    <a:pt x="11782" y="12511"/>
                    <a:pt x="11417" y="12019"/>
                  </a:cubicBezTo>
                  <a:cubicBezTo>
                    <a:pt x="11772" y="11831"/>
                    <a:pt x="12117" y="11644"/>
                    <a:pt x="12471" y="11467"/>
                  </a:cubicBezTo>
                  <a:cubicBezTo>
                    <a:pt x="12485" y="11460"/>
                    <a:pt x="12504" y="11453"/>
                    <a:pt x="12521" y="11453"/>
                  </a:cubicBezTo>
                  <a:close/>
                  <a:moveTo>
                    <a:pt x="8069" y="11037"/>
                  </a:moveTo>
                  <a:cubicBezTo>
                    <a:pt x="8672" y="11037"/>
                    <a:pt x="9264" y="11197"/>
                    <a:pt x="9841" y="11565"/>
                  </a:cubicBezTo>
                  <a:cubicBezTo>
                    <a:pt x="9920" y="11615"/>
                    <a:pt x="9989" y="11674"/>
                    <a:pt x="10068" y="11723"/>
                  </a:cubicBezTo>
                  <a:cubicBezTo>
                    <a:pt x="10087" y="11733"/>
                    <a:pt x="10117" y="11743"/>
                    <a:pt x="10176" y="11762"/>
                  </a:cubicBezTo>
                  <a:cubicBezTo>
                    <a:pt x="9752" y="11959"/>
                    <a:pt x="9388" y="12127"/>
                    <a:pt x="9014" y="12304"/>
                  </a:cubicBezTo>
                  <a:cubicBezTo>
                    <a:pt x="8866" y="11950"/>
                    <a:pt x="8689" y="11634"/>
                    <a:pt x="8255" y="11624"/>
                  </a:cubicBezTo>
                  <a:cubicBezTo>
                    <a:pt x="8204" y="11622"/>
                    <a:pt x="8153" y="11620"/>
                    <a:pt x="8102" y="11620"/>
                  </a:cubicBezTo>
                  <a:cubicBezTo>
                    <a:pt x="7770" y="11620"/>
                    <a:pt x="7442" y="11680"/>
                    <a:pt x="7152" y="11851"/>
                  </a:cubicBezTo>
                  <a:cubicBezTo>
                    <a:pt x="6837" y="12048"/>
                    <a:pt x="6521" y="12265"/>
                    <a:pt x="6246" y="12501"/>
                  </a:cubicBezTo>
                  <a:cubicBezTo>
                    <a:pt x="5783" y="12895"/>
                    <a:pt x="5359" y="13319"/>
                    <a:pt x="4916" y="13733"/>
                  </a:cubicBezTo>
                  <a:cubicBezTo>
                    <a:pt x="4896" y="13742"/>
                    <a:pt x="4886" y="13762"/>
                    <a:pt x="4876" y="13772"/>
                  </a:cubicBezTo>
                  <a:lnTo>
                    <a:pt x="4857" y="13772"/>
                  </a:lnTo>
                  <a:cubicBezTo>
                    <a:pt x="4867" y="13752"/>
                    <a:pt x="4876" y="13733"/>
                    <a:pt x="4886" y="13713"/>
                  </a:cubicBezTo>
                  <a:cubicBezTo>
                    <a:pt x="5231" y="13191"/>
                    <a:pt x="5566" y="12669"/>
                    <a:pt x="5911" y="12147"/>
                  </a:cubicBezTo>
                  <a:cubicBezTo>
                    <a:pt x="6068" y="11910"/>
                    <a:pt x="6236" y="11684"/>
                    <a:pt x="6413" y="11447"/>
                  </a:cubicBezTo>
                  <a:cubicBezTo>
                    <a:pt x="6433" y="11408"/>
                    <a:pt x="6482" y="11368"/>
                    <a:pt x="6521" y="11349"/>
                  </a:cubicBezTo>
                  <a:cubicBezTo>
                    <a:pt x="7044" y="11150"/>
                    <a:pt x="7561" y="11037"/>
                    <a:pt x="8069" y="11037"/>
                  </a:cubicBezTo>
                  <a:close/>
                  <a:moveTo>
                    <a:pt x="10610" y="12334"/>
                  </a:moveTo>
                  <a:cubicBezTo>
                    <a:pt x="10994" y="12905"/>
                    <a:pt x="11161" y="13516"/>
                    <a:pt x="11161" y="14176"/>
                  </a:cubicBezTo>
                  <a:cubicBezTo>
                    <a:pt x="11071" y="14205"/>
                    <a:pt x="10978" y="14220"/>
                    <a:pt x="10883" y="14220"/>
                  </a:cubicBezTo>
                  <a:cubicBezTo>
                    <a:pt x="10316" y="14220"/>
                    <a:pt x="9693" y="13707"/>
                    <a:pt x="9339" y="12905"/>
                  </a:cubicBezTo>
                  <a:cubicBezTo>
                    <a:pt x="9762" y="12708"/>
                    <a:pt x="10186" y="12531"/>
                    <a:pt x="10610" y="12334"/>
                  </a:cubicBezTo>
                  <a:close/>
                  <a:moveTo>
                    <a:pt x="9033" y="13043"/>
                  </a:moveTo>
                  <a:cubicBezTo>
                    <a:pt x="9063" y="13053"/>
                    <a:pt x="9083" y="13053"/>
                    <a:pt x="9102" y="13053"/>
                  </a:cubicBezTo>
                  <a:cubicBezTo>
                    <a:pt x="9497" y="13899"/>
                    <a:pt x="10069" y="14492"/>
                    <a:pt x="11059" y="14492"/>
                  </a:cubicBezTo>
                  <a:cubicBezTo>
                    <a:pt x="11083" y="14492"/>
                    <a:pt x="11107" y="14492"/>
                    <a:pt x="11132" y="14491"/>
                  </a:cubicBezTo>
                  <a:lnTo>
                    <a:pt x="11132" y="14491"/>
                  </a:lnTo>
                  <a:cubicBezTo>
                    <a:pt x="10977" y="14559"/>
                    <a:pt x="10818" y="14588"/>
                    <a:pt x="10658" y="14588"/>
                  </a:cubicBezTo>
                  <a:cubicBezTo>
                    <a:pt x="10563" y="14588"/>
                    <a:pt x="10468" y="14578"/>
                    <a:pt x="10373" y="14560"/>
                  </a:cubicBezTo>
                  <a:cubicBezTo>
                    <a:pt x="9634" y="14402"/>
                    <a:pt x="9201" y="13930"/>
                    <a:pt x="8994" y="13230"/>
                  </a:cubicBezTo>
                  <a:cubicBezTo>
                    <a:pt x="8974" y="13181"/>
                    <a:pt x="9024" y="13112"/>
                    <a:pt x="9033" y="13043"/>
                  </a:cubicBezTo>
                  <a:close/>
                  <a:moveTo>
                    <a:pt x="5930" y="11585"/>
                  </a:moveTo>
                  <a:lnTo>
                    <a:pt x="5970" y="11615"/>
                  </a:lnTo>
                  <a:cubicBezTo>
                    <a:pt x="5881" y="11723"/>
                    <a:pt x="5802" y="11841"/>
                    <a:pt x="5724" y="11959"/>
                  </a:cubicBezTo>
                  <a:cubicBezTo>
                    <a:pt x="5310" y="12590"/>
                    <a:pt x="4896" y="13230"/>
                    <a:pt x="4482" y="13870"/>
                  </a:cubicBezTo>
                  <a:cubicBezTo>
                    <a:pt x="4423" y="13959"/>
                    <a:pt x="4384" y="14067"/>
                    <a:pt x="4364" y="14176"/>
                  </a:cubicBezTo>
                  <a:cubicBezTo>
                    <a:pt x="4350" y="14298"/>
                    <a:pt x="4409" y="14378"/>
                    <a:pt x="4499" y="14378"/>
                  </a:cubicBezTo>
                  <a:cubicBezTo>
                    <a:pt x="4533" y="14378"/>
                    <a:pt x="4570" y="14367"/>
                    <a:pt x="4610" y="14343"/>
                  </a:cubicBezTo>
                  <a:cubicBezTo>
                    <a:pt x="4709" y="14294"/>
                    <a:pt x="4788" y="14225"/>
                    <a:pt x="4867" y="14156"/>
                  </a:cubicBezTo>
                  <a:cubicBezTo>
                    <a:pt x="5418" y="13634"/>
                    <a:pt x="5960" y="13102"/>
                    <a:pt x="6541" y="12610"/>
                  </a:cubicBezTo>
                  <a:cubicBezTo>
                    <a:pt x="6817" y="12363"/>
                    <a:pt x="7142" y="12166"/>
                    <a:pt x="7487" y="12019"/>
                  </a:cubicBezTo>
                  <a:cubicBezTo>
                    <a:pt x="7713" y="11910"/>
                    <a:pt x="8009" y="11910"/>
                    <a:pt x="8275" y="11900"/>
                  </a:cubicBezTo>
                  <a:cubicBezTo>
                    <a:pt x="8281" y="11900"/>
                    <a:pt x="8287" y="11900"/>
                    <a:pt x="8293" y="11900"/>
                  </a:cubicBezTo>
                  <a:cubicBezTo>
                    <a:pt x="8507" y="11900"/>
                    <a:pt x="8602" y="12073"/>
                    <a:pt x="8669" y="12275"/>
                  </a:cubicBezTo>
                  <a:cubicBezTo>
                    <a:pt x="8475" y="12110"/>
                    <a:pt x="8278" y="12047"/>
                    <a:pt x="8078" y="12047"/>
                  </a:cubicBezTo>
                  <a:cubicBezTo>
                    <a:pt x="7882" y="12047"/>
                    <a:pt x="7682" y="12108"/>
                    <a:pt x="7477" y="12196"/>
                  </a:cubicBezTo>
                  <a:cubicBezTo>
                    <a:pt x="6994" y="12413"/>
                    <a:pt x="6600" y="12747"/>
                    <a:pt x="6236" y="13112"/>
                  </a:cubicBezTo>
                  <a:cubicBezTo>
                    <a:pt x="5812" y="13526"/>
                    <a:pt x="5398" y="13949"/>
                    <a:pt x="4965" y="14353"/>
                  </a:cubicBezTo>
                  <a:cubicBezTo>
                    <a:pt x="4788" y="14521"/>
                    <a:pt x="4571" y="14649"/>
                    <a:pt x="4364" y="14777"/>
                  </a:cubicBezTo>
                  <a:cubicBezTo>
                    <a:pt x="4322" y="14801"/>
                    <a:pt x="4260" y="14818"/>
                    <a:pt x="4208" y="14818"/>
                  </a:cubicBezTo>
                  <a:cubicBezTo>
                    <a:pt x="4175" y="14818"/>
                    <a:pt x="4147" y="14811"/>
                    <a:pt x="4128" y="14796"/>
                  </a:cubicBezTo>
                  <a:cubicBezTo>
                    <a:pt x="4078" y="14767"/>
                    <a:pt x="4069" y="14639"/>
                    <a:pt x="4088" y="14570"/>
                  </a:cubicBezTo>
                  <a:cubicBezTo>
                    <a:pt x="4216" y="14225"/>
                    <a:pt x="4305" y="13870"/>
                    <a:pt x="4492" y="13575"/>
                  </a:cubicBezTo>
                  <a:cubicBezTo>
                    <a:pt x="4906" y="12925"/>
                    <a:pt x="5369" y="12314"/>
                    <a:pt x="5812" y="11693"/>
                  </a:cubicBezTo>
                  <a:cubicBezTo>
                    <a:pt x="5842" y="11644"/>
                    <a:pt x="5891" y="11615"/>
                    <a:pt x="5930" y="11585"/>
                  </a:cubicBezTo>
                  <a:close/>
                  <a:moveTo>
                    <a:pt x="8718" y="13250"/>
                  </a:moveTo>
                  <a:cubicBezTo>
                    <a:pt x="8895" y="13762"/>
                    <a:pt x="9122" y="14225"/>
                    <a:pt x="9585" y="14521"/>
                  </a:cubicBezTo>
                  <a:cubicBezTo>
                    <a:pt x="9928" y="14737"/>
                    <a:pt x="10289" y="14852"/>
                    <a:pt x="10670" y="14852"/>
                  </a:cubicBezTo>
                  <a:cubicBezTo>
                    <a:pt x="10792" y="14852"/>
                    <a:pt x="10916" y="14840"/>
                    <a:pt x="11043" y="14816"/>
                  </a:cubicBezTo>
                  <a:lnTo>
                    <a:pt x="11043" y="14816"/>
                  </a:lnTo>
                  <a:cubicBezTo>
                    <a:pt x="10944" y="15584"/>
                    <a:pt x="10018" y="16668"/>
                    <a:pt x="9240" y="16904"/>
                  </a:cubicBezTo>
                  <a:cubicBezTo>
                    <a:pt x="9004" y="15624"/>
                    <a:pt x="8186" y="14993"/>
                    <a:pt x="6886" y="14885"/>
                  </a:cubicBezTo>
                  <a:cubicBezTo>
                    <a:pt x="7310" y="14097"/>
                    <a:pt x="8019" y="13693"/>
                    <a:pt x="8718" y="13250"/>
                  </a:cubicBezTo>
                  <a:close/>
                  <a:moveTo>
                    <a:pt x="6797" y="15082"/>
                  </a:moveTo>
                  <a:cubicBezTo>
                    <a:pt x="7221" y="15210"/>
                    <a:pt x="7644" y="15279"/>
                    <a:pt x="8019" y="15466"/>
                  </a:cubicBezTo>
                  <a:cubicBezTo>
                    <a:pt x="8590" y="15762"/>
                    <a:pt x="8856" y="16304"/>
                    <a:pt x="8974" y="16924"/>
                  </a:cubicBezTo>
                  <a:cubicBezTo>
                    <a:pt x="8984" y="16973"/>
                    <a:pt x="8925" y="17033"/>
                    <a:pt x="8895" y="17092"/>
                  </a:cubicBezTo>
                  <a:cubicBezTo>
                    <a:pt x="8876" y="17082"/>
                    <a:pt x="8856" y="17072"/>
                    <a:pt x="8827" y="17062"/>
                  </a:cubicBezTo>
                  <a:cubicBezTo>
                    <a:pt x="8787" y="16520"/>
                    <a:pt x="8482" y="16126"/>
                    <a:pt x="8098" y="15781"/>
                  </a:cubicBezTo>
                  <a:cubicBezTo>
                    <a:pt x="7788" y="15503"/>
                    <a:pt x="7448" y="15340"/>
                    <a:pt x="7050" y="15340"/>
                  </a:cubicBezTo>
                  <a:cubicBezTo>
                    <a:pt x="6941" y="15340"/>
                    <a:pt x="6827" y="15352"/>
                    <a:pt x="6709" y="15378"/>
                  </a:cubicBezTo>
                  <a:cubicBezTo>
                    <a:pt x="6738" y="15279"/>
                    <a:pt x="6758" y="15210"/>
                    <a:pt x="6797" y="15082"/>
                  </a:cubicBezTo>
                  <a:close/>
                  <a:moveTo>
                    <a:pt x="6954" y="15643"/>
                  </a:moveTo>
                  <a:cubicBezTo>
                    <a:pt x="7766" y="15643"/>
                    <a:pt x="8595" y="16380"/>
                    <a:pt x="8551" y="17141"/>
                  </a:cubicBezTo>
                  <a:cubicBezTo>
                    <a:pt x="8384" y="17195"/>
                    <a:pt x="8218" y="17221"/>
                    <a:pt x="8058" y="17221"/>
                  </a:cubicBezTo>
                  <a:cubicBezTo>
                    <a:pt x="7238" y="17221"/>
                    <a:pt x="6572" y="16547"/>
                    <a:pt x="6679" y="15673"/>
                  </a:cubicBezTo>
                  <a:cubicBezTo>
                    <a:pt x="6770" y="15653"/>
                    <a:pt x="6862" y="15643"/>
                    <a:pt x="6954" y="15643"/>
                  </a:cubicBezTo>
                  <a:close/>
                  <a:moveTo>
                    <a:pt x="10300" y="12042"/>
                  </a:moveTo>
                  <a:cubicBezTo>
                    <a:pt x="10340" y="12042"/>
                    <a:pt x="10383" y="12048"/>
                    <a:pt x="10422" y="12048"/>
                  </a:cubicBezTo>
                  <a:cubicBezTo>
                    <a:pt x="10422" y="12068"/>
                    <a:pt x="10422" y="12087"/>
                    <a:pt x="10422" y="12107"/>
                  </a:cubicBezTo>
                  <a:cubicBezTo>
                    <a:pt x="9881" y="12363"/>
                    <a:pt x="9329" y="12600"/>
                    <a:pt x="8817" y="12895"/>
                  </a:cubicBezTo>
                  <a:cubicBezTo>
                    <a:pt x="8334" y="13171"/>
                    <a:pt x="7861" y="13486"/>
                    <a:pt x="7418" y="13831"/>
                  </a:cubicBezTo>
                  <a:cubicBezTo>
                    <a:pt x="6768" y="14333"/>
                    <a:pt x="6393" y="14993"/>
                    <a:pt x="6393" y="15831"/>
                  </a:cubicBezTo>
                  <a:cubicBezTo>
                    <a:pt x="6393" y="16767"/>
                    <a:pt x="7122" y="17436"/>
                    <a:pt x="7851" y="17476"/>
                  </a:cubicBezTo>
                  <a:cubicBezTo>
                    <a:pt x="7909" y="17479"/>
                    <a:pt x="7966" y="17481"/>
                    <a:pt x="8022" y="17481"/>
                  </a:cubicBezTo>
                  <a:cubicBezTo>
                    <a:pt x="8489" y="17481"/>
                    <a:pt x="8926" y="17373"/>
                    <a:pt x="9339" y="17170"/>
                  </a:cubicBezTo>
                  <a:cubicBezTo>
                    <a:pt x="10590" y="16579"/>
                    <a:pt x="11329" y="15604"/>
                    <a:pt x="11427" y="14215"/>
                  </a:cubicBezTo>
                  <a:cubicBezTo>
                    <a:pt x="11476" y="13555"/>
                    <a:pt x="11289" y="12944"/>
                    <a:pt x="10954" y="12373"/>
                  </a:cubicBezTo>
                  <a:cubicBezTo>
                    <a:pt x="10935" y="12324"/>
                    <a:pt x="10905" y="12284"/>
                    <a:pt x="10875" y="12235"/>
                  </a:cubicBezTo>
                  <a:cubicBezTo>
                    <a:pt x="10985" y="12180"/>
                    <a:pt x="11059" y="12149"/>
                    <a:pt x="11117" y="12149"/>
                  </a:cubicBezTo>
                  <a:cubicBezTo>
                    <a:pt x="11205" y="12149"/>
                    <a:pt x="11255" y="12221"/>
                    <a:pt x="11338" y="12393"/>
                  </a:cubicBezTo>
                  <a:cubicBezTo>
                    <a:pt x="11555" y="12807"/>
                    <a:pt x="11664" y="13250"/>
                    <a:pt x="11673" y="13723"/>
                  </a:cubicBezTo>
                  <a:cubicBezTo>
                    <a:pt x="11693" y="14668"/>
                    <a:pt x="11526" y="15565"/>
                    <a:pt x="10925" y="16333"/>
                  </a:cubicBezTo>
                  <a:cubicBezTo>
                    <a:pt x="10353" y="17062"/>
                    <a:pt x="9644" y="17584"/>
                    <a:pt x="8728" y="17791"/>
                  </a:cubicBezTo>
                  <a:cubicBezTo>
                    <a:pt x="8528" y="17834"/>
                    <a:pt x="8328" y="17854"/>
                    <a:pt x="8128" y="17854"/>
                  </a:cubicBezTo>
                  <a:cubicBezTo>
                    <a:pt x="7827" y="17854"/>
                    <a:pt x="7527" y="17809"/>
                    <a:pt x="7231" y="17732"/>
                  </a:cubicBezTo>
                  <a:cubicBezTo>
                    <a:pt x="7034" y="17683"/>
                    <a:pt x="6837" y="17574"/>
                    <a:pt x="6689" y="17436"/>
                  </a:cubicBezTo>
                  <a:cubicBezTo>
                    <a:pt x="6147" y="16924"/>
                    <a:pt x="6039" y="16274"/>
                    <a:pt x="6167" y="15555"/>
                  </a:cubicBezTo>
                  <a:cubicBezTo>
                    <a:pt x="6265" y="14984"/>
                    <a:pt x="6531" y="14521"/>
                    <a:pt x="6896" y="14077"/>
                  </a:cubicBezTo>
                  <a:cubicBezTo>
                    <a:pt x="7398" y="13467"/>
                    <a:pt x="8038" y="13073"/>
                    <a:pt x="8748" y="12747"/>
                  </a:cubicBezTo>
                  <a:cubicBezTo>
                    <a:pt x="9240" y="12531"/>
                    <a:pt x="9723" y="12284"/>
                    <a:pt x="10215" y="12058"/>
                  </a:cubicBezTo>
                  <a:cubicBezTo>
                    <a:pt x="10241" y="12045"/>
                    <a:pt x="10270" y="12042"/>
                    <a:pt x="10300" y="12042"/>
                  </a:cubicBezTo>
                  <a:close/>
                  <a:moveTo>
                    <a:pt x="9024" y="18018"/>
                  </a:moveTo>
                  <a:cubicBezTo>
                    <a:pt x="9024" y="18116"/>
                    <a:pt x="9024" y="18215"/>
                    <a:pt x="9024" y="18303"/>
                  </a:cubicBezTo>
                  <a:cubicBezTo>
                    <a:pt x="9024" y="18845"/>
                    <a:pt x="9033" y="19377"/>
                    <a:pt x="9024" y="19919"/>
                  </a:cubicBezTo>
                  <a:cubicBezTo>
                    <a:pt x="9024" y="19978"/>
                    <a:pt x="8974" y="20047"/>
                    <a:pt x="8945" y="20106"/>
                  </a:cubicBezTo>
                  <a:cubicBezTo>
                    <a:pt x="8925" y="20096"/>
                    <a:pt x="8905" y="20096"/>
                    <a:pt x="8886" y="20086"/>
                  </a:cubicBezTo>
                  <a:cubicBezTo>
                    <a:pt x="8787" y="19387"/>
                    <a:pt x="8836" y="18707"/>
                    <a:pt x="8955" y="18018"/>
                  </a:cubicBezTo>
                  <a:close/>
                  <a:moveTo>
                    <a:pt x="5852" y="16116"/>
                  </a:moveTo>
                  <a:lnTo>
                    <a:pt x="5852" y="16116"/>
                  </a:lnTo>
                  <a:cubicBezTo>
                    <a:pt x="5832" y="16619"/>
                    <a:pt x="6019" y="16993"/>
                    <a:pt x="6265" y="17367"/>
                  </a:cubicBezTo>
                  <a:cubicBezTo>
                    <a:pt x="6640" y="17919"/>
                    <a:pt x="7181" y="18067"/>
                    <a:pt x="7792" y="18087"/>
                  </a:cubicBezTo>
                  <a:cubicBezTo>
                    <a:pt x="7935" y="18096"/>
                    <a:pt x="8075" y="18099"/>
                    <a:pt x="8219" y="18099"/>
                  </a:cubicBezTo>
                  <a:cubicBezTo>
                    <a:pt x="8364" y="18099"/>
                    <a:pt x="8511" y="18096"/>
                    <a:pt x="8669" y="18096"/>
                  </a:cubicBezTo>
                  <a:cubicBezTo>
                    <a:pt x="8649" y="18224"/>
                    <a:pt x="8630" y="18362"/>
                    <a:pt x="8630" y="18500"/>
                  </a:cubicBezTo>
                  <a:cubicBezTo>
                    <a:pt x="8620" y="19032"/>
                    <a:pt x="8610" y="19554"/>
                    <a:pt x="8610" y="20086"/>
                  </a:cubicBezTo>
                  <a:cubicBezTo>
                    <a:pt x="8600" y="20145"/>
                    <a:pt x="8580" y="20234"/>
                    <a:pt x="8551" y="20244"/>
                  </a:cubicBezTo>
                  <a:cubicBezTo>
                    <a:pt x="7812" y="20579"/>
                    <a:pt x="7142" y="21091"/>
                    <a:pt x="6315" y="21180"/>
                  </a:cubicBezTo>
                  <a:cubicBezTo>
                    <a:pt x="6164" y="21196"/>
                    <a:pt x="6013" y="21207"/>
                    <a:pt x="5865" y="21207"/>
                  </a:cubicBezTo>
                  <a:cubicBezTo>
                    <a:pt x="5481" y="21207"/>
                    <a:pt x="5109" y="21133"/>
                    <a:pt x="4768" y="20884"/>
                  </a:cubicBezTo>
                  <a:cubicBezTo>
                    <a:pt x="4374" y="20589"/>
                    <a:pt x="4177" y="20175"/>
                    <a:pt x="4157" y="19702"/>
                  </a:cubicBezTo>
                  <a:cubicBezTo>
                    <a:pt x="4088" y="18293"/>
                    <a:pt x="4640" y="17151"/>
                    <a:pt x="5684" y="16235"/>
                  </a:cubicBezTo>
                  <a:cubicBezTo>
                    <a:pt x="5724" y="16205"/>
                    <a:pt x="5763" y="16176"/>
                    <a:pt x="5852" y="16116"/>
                  </a:cubicBezTo>
                  <a:close/>
                  <a:moveTo>
                    <a:pt x="9024" y="20313"/>
                  </a:moveTo>
                  <a:cubicBezTo>
                    <a:pt x="9033" y="20313"/>
                    <a:pt x="9053" y="20323"/>
                    <a:pt x="9073" y="20323"/>
                  </a:cubicBezTo>
                  <a:cubicBezTo>
                    <a:pt x="9132" y="20598"/>
                    <a:pt x="9201" y="20864"/>
                    <a:pt x="9250" y="21140"/>
                  </a:cubicBezTo>
                  <a:cubicBezTo>
                    <a:pt x="9250" y="21199"/>
                    <a:pt x="9152" y="21268"/>
                    <a:pt x="9102" y="21337"/>
                  </a:cubicBezTo>
                  <a:cubicBezTo>
                    <a:pt x="9083" y="21327"/>
                    <a:pt x="9063" y="21318"/>
                    <a:pt x="9043" y="21318"/>
                  </a:cubicBezTo>
                  <a:cubicBezTo>
                    <a:pt x="8994" y="21032"/>
                    <a:pt x="8945" y="20756"/>
                    <a:pt x="8915" y="20470"/>
                  </a:cubicBezTo>
                  <a:cubicBezTo>
                    <a:pt x="8905" y="20421"/>
                    <a:pt x="8984" y="20362"/>
                    <a:pt x="9024" y="20313"/>
                  </a:cubicBezTo>
                  <a:close/>
                  <a:moveTo>
                    <a:pt x="5921" y="15348"/>
                  </a:moveTo>
                  <a:lnTo>
                    <a:pt x="5921" y="15348"/>
                  </a:lnTo>
                  <a:cubicBezTo>
                    <a:pt x="5901" y="15565"/>
                    <a:pt x="5881" y="15713"/>
                    <a:pt x="5861" y="15860"/>
                  </a:cubicBezTo>
                  <a:cubicBezTo>
                    <a:pt x="5527" y="15949"/>
                    <a:pt x="5300" y="16195"/>
                    <a:pt x="5083" y="16441"/>
                  </a:cubicBezTo>
                  <a:cubicBezTo>
                    <a:pt x="4354" y="17239"/>
                    <a:pt x="3921" y="18185"/>
                    <a:pt x="3872" y="19269"/>
                  </a:cubicBezTo>
                  <a:cubicBezTo>
                    <a:pt x="3842" y="20076"/>
                    <a:pt x="4049" y="20786"/>
                    <a:pt x="4798" y="21219"/>
                  </a:cubicBezTo>
                  <a:cubicBezTo>
                    <a:pt x="5137" y="21417"/>
                    <a:pt x="5503" y="21475"/>
                    <a:pt x="5878" y="21475"/>
                  </a:cubicBezTo>
                  <a:cubicBezTo>
                    <a:pt x="5970" y="21475"/>
                    <a:pt x="6063" y="21471"/>
                    <a:pt x="6157" y="21465"/>
                  </a:cubicBezTo>
                  <a:cubicBezTo>
                    <a:pt x="6758" y="21426"/>
                    <a:pt x="7300" y="21219"/>
                    <a:pt x="7822" y="20914"/>
                  </a:cubicBezTo>
                  <a:cubicBezTo>
                    <a:pt x="8078" y="20766"/>
                    <a:pt x="8364" y="20658"/>
                    <a:pt x="8639" y="20530"/>
                  </a:cubicBezTo>
                  <a:lnTo>
                    <a:pt x="8639" y="20530"/>
                  </a:lnTo>
                  <a:cubicBezTo>
                    <a:pt x="8708" y="20727"/>
                    <a:pt x="8679" y="20864"/>
                    <a:pt x="8492" y="20973"/>
                  </a:cubicBezTo>
                  <a:cubicBezTo>
                    <a:pt x="7851" y="21357"/>
                    <a:pt x="7172" y="21613"/>
                    <a:pt x="6433" y="21712"/>
                  </a:cubicBezTo>
                  <a:cubicBezTo>
                    <a:pt x="6235" y="21737"/>
                    <a:pt x="6039" y="21752"/>
                    <a:pt x="5844" y="21752"/>
                  </a:cubicBezTo>
                  <a:cubicBezTo>
                    <a:pt x="5593" y="21752"/>
                    <a:pt x="5343" y="21728"/>
                    <a:pt x="5093" y="21672"/>
                  </a:cubicBezTo>
                  <a:cubicBezTo>
                    <a:pt x="4197" y="21475"/>
                    <a:pt x="3615" y="20756"/>
                    <a:pt x="3547" y="19840"/>
                  </a:cubicBezTo>
                  <a:cubicBezTo>
                    <a:pt x="3478" y="18786"/>
                    <a:pt x="3724" y="17811"/>
                    <a:pt x="4226" y="16895"/>
                  </a:cubicBezTo>
                  <a:cubicBezTo>
                    <a:pt x="4492" y="16412"/>
                    <a:pt x="4896" y="16047"/>
                    <a:pt x="5349" y="15732"/>
                  </a:cubicBezTo>
                  <a:cubicBezTo>
                    <a:pt x="5527" y="15604"/>
                    <a:pt x="5704" y="15496"/>
                    <a:pt x="5921" y="15348"/>
                  </a:cubicBezTo>
                  <a:close/>
                  <a:moveTo>
                    <a:pt x="5235" y="11940"/>
                  </a:moveTo>
                  <a:cubicBezTo>
                    <a:pt x="5189" y="12025"/>
                    <a:pt x="5150" y="12110"/>
                    <a:pt x="5093" y="12186"/>
                  </a:cubicBezTo>
                  <a:cubicBezTo>
                    <a:pt x="4650" y="12767"/>
                    <a:pt x="4226" y="13348"/>
                    <a:pt x="3970" y="14038"/>
                  </a:cubicBezTo>
                  <a:cubicBezTo>
                    <a:pt x="3891" y="14245"/>
                    <a:pt x="3842" y="14471"/>
                    <a:pt x="3822" y="14688"/>
                  </a:cubicBezTo>
                  <a:cubicBezTo>
                    <a:pt x="3807" y="14940"/>
                    <a:pt x="3955" y="15104"/>
                    <a:pt x="4166" y="15104"/>
                  </a:cubicBezTo>
                  <a:cubicBezTo>
                    <a:pt x="4219" y="15104"/>
                    <a:pt x="4275" y="15094"/>
                    <a:pt x="4335" y="15072"/>
                  </a:cubicBezTo>
                  <a:cubicBezTo>
                    <a:pt x="4561" y="14993"/>
                    <a:pt x="4788" y="14865"/>
                    <a:pt x="4965" y="14708"/>
                  </a:cubicBezTo>
                  <a:cubicBezTo>
                    <a:pt x="5458" y="14255"/>
                    <a:pt x="5940" y="13782"/>
                    <a:pt x="6423" y="13299"/>
                  </a:cubicBezTo>
                  <a:cubicBezTo>
                    <a:pt x="6807" y="12925"/>
                    <a:pt x="7221" y="12580"/>
                    <a:pt x="7733" y="12383"/>
                  </a:cubicBezTo>
                  <a:cubicBezTo>
                    <a:pt x="7866" y="12333"/>
                    <a:pt x="7975" y="12307"/>
                    <a:pt x="8071" y="12307"/>
                  </a:cubicBezTo>
                  <a:cubicBezTo>
                    <a:pt x="8237" y="12307"/>
                    <a:pt x="8360" y="12384"/>
                    <a:pt x="8492" y="12541"/>
                  </a:cubicBezTo>
                  <a:cubicBezTo>
                    <a:pt x="8157" y="12738"/>
                    <a:pt x="7812" y="12905"/>
                    <a:pt x="7507" y="13132"/>
                  </a:cubicBezTo>
                  <a:cubicBezTo>
                    <a:pt x="6856" y="13614"/>
                    <a:pt x="6334" y="14215"/>
                    <a:pt x="6029" y="14984"/>
                  </a:cubicBezTo>
                  <a:cubicBezTo>
                    <a:pt x="6009" y="15033"/>
                    <a:pt x="5970" y="15092"/>
                    <a:pt x="5930" y="15112"/>
                  </a:cubicBezTo>
                  <a:cubicBezTo>
                    <a:pt x="5339" y="15328"/>
                    <a:pt x="4857" y="15713"/>
                    <a:pt x="4443" y="16176"/>
                  </a:cubicBezTo>
                  <a:cubicBezTo>
                    <a:pt x="3763" y="16924"/>
                    <a:pt x="3418" y="17830"/>
                    <a:pt x="3320" y="18825"/>
                  </a:cubicBezTo>
                  <a:cubicBezTo>
                    <a:pt x="3271" y="19278"/>
                    <a:pt x="3281" y="19741"/>
                    <a:pt x="3350" y="20195"/>
                  </a:cubicBezTo>
                  <a:cubicBezTo>
                    <a:pt x="3487" y="21170"/>
                    <a:pt x="4236" y="21800"/>
                    <a:pt x="5132" y="21958"/>
                  </a:cubicBezTo>
                  <a:cubicBezTo>
                    <a:pt x="5388" y="22001"/>
                    <a:pt x="5641" y="22022"/>
                    <a:pt x="5891" y="22022"/>
                  </a:cubicBezTo>
                  <a:cubicBezTo>
                    <a:pt x="6549" y="22022"/>
                    <a:pt x="7191" y="21877"/>
                    <a:pt x="7812" y="21613"/>
                  </a:cubicBezTo>
                  <a:cubicBezTo>
                    <a:pt x="8117" y="21475"/>
                    <a:pt x="8423" y="21327"/>
                    <a:pt x="8748" y="21170"/>
                  </a:cubicBezTo>
                  <a:cubicBezTo>
                    <a:pt x="8767" y="21249"/>
                    <a:pt x="8797" y="21347"/>
                    <a:pt x="8827" y="21465"/>
                  </a:cubicBezTo>
                  <a:cubicBezTo>
                    <a:pt x="7910" y="21968"/>
                    <a:pt x="6955" y="22372"/>
                    <a:pt x="5911" y="22539"/>
                  </a:cubicBezTo>
                  <a:cubicBezTo>
                    <a:pt x="5617" y="22586"/>
                    <a:pt x="5324" y="22613"/>
                    <a:pt x="5033" y="22613"/>
                  </a:cubicBezTo>
                  <a:cubicBezTo>
                    <a:pt x="4523" y="22613"/>
                    <a:pt x="4020" y="22529"/>
                    <a:pt x="3537" y="22322"/>
                  </a:cubicBezTo>
                  <a:cubicBezTo>
                    <a:pt x="2295" y="21781"/>
                    <a:pt x="1507" y="20825"/>
                    <a:pt x="1153" y="19535"/>
                  </a:cubicBezTo>
                  <a:cubicBezTo>
                    <a:pt x="700" y="17890"/>
                    <a:pt x="1015" y="16353"/>
                    <a:pt x="1901" y="14924"/>
                  </a:cubicBezTo>
                  <a:cubicBezTo>
                    <a:pt x="2709" y="13614"/>
                    <a:pt x="3832" y="12649"/>
                    <a:pt x="5192" y="11950"/>
                  </a:cubicBezTo>
                  <a:cubicBezTo>
                    <a:pt x="5201" y="11941"/>
                    <a:pt x="5218" y="11940"/>
                    <a:pt x="5235" y="11940"/>
                  </a:cubicBezTo>
                  <a:close/>
                  <a:moveTo>
                    <a:pt x="14501" y="1"/>
                  </a:moveTo>
                  <a:cubicBezTo>
                    <a:pt x="14422" y="10"/>
                    <a:pt x="14333" y="20"/>
                    <a:pt x="14254" y="30"/>
                  </a:cubicBezTo>
                  <a:cubicBezTo>
                    <a:pt x="13949" y="70"/>
                    <a:pt x="13634" y="79"/>
                    <a:pt x="13338" y="139"/>
                  </a:cubicBezTo>
                  <a:cubicBezTo>
                    <a:pt x="11713" y="444"/>
                    <a:pt x="10541" y="1370"/>
                    <a:pt x="9713" y="2769"/>
                  </a:cubicBezTo>
                  <a:cubicBezTo>
                    <a:pt x="9319" y="3419"/>
                    <a:pt x="9083" y="4138"/>
                    <a:pt x="9073" y="4906"/>
                  </a:cubicBezTo>
                  <a:cubicBezTo>
                    <a:pt x="9073" y="5044"/>
                    <a:pt x="9043" y="5103"/>
                    <a:pt x="8925" y="5162"/>
                  </a:cubicBezTo>
                  <a:cubicBezTo>
                    <a:pt x="8275" y="5468"/>
                    <a:pt x="7684" y="5852"/>
                    <a:pt x="7132" y="6315"/>
                  </a:cubicBezTo>
                  <a:cubicBezTo>
                    <a:pt x="6531" y="6817"/>
                    <a:pt x="6049" y="7408"/>
                    <a:pt x="5792" y="8157"/>
                  </a:cubicBezTo>
                  <a:cubicBezTo>
                    <a:pt x="5625" y="8650"/>
                    <a:pt x="5852" y="8935"/>
                    <a:pt x="6364" y="8955"/>
                  </a:cubicBezTo>
                  <a:cubicBezTo>
                    <a:pt x="6600" y="8955"/>
                    <a:pt x="6837" y="8945"/>
                    <a:pt x="7073" y="8945"/>
                  </a:cubicBezTo>
                  <a:cubicBezTo>
                    <a:pt x="7201" y="8945"/>
                    <a:pt x="7329" y="8965"/>
                    <a:pt x="7447" y="8975"/>
                  </a:cubicBezTo>
                  <a:cubicBezTo>
                    <a:pt x="7457" y="8994"/>
                    <a:pt x="7467" y="9014"/>
                    <a:pt x="7477" y="9034"/>
                  </a:cubicBezTo>
                  <a:cubicBezTo>
                    <a:pt x="7408" y="9103"/>
                    <a:pt x="7359" y="9201"/>
                    <a:pt x="7280" y="9260"/>
                  </a:cubicBezTo>
                  <a:cubicBezTo>
                    <a:pt x="6738" y="9625"/>
                    <a:pt x="6423" y="10186"/>
                    <a:pt x="6029" y="10679"/>
                  </a:cubicBezTo>
                  <a:cubicBezTo>
                    <a:pt x="5980" y="10748"/>
                    <a:pt x="5901" y="10797"/>
                    <a:pt x="5832" y="10827"/>
                  </a:cubicBezTo>
                  <a:cubicBezTo>
                    <a:pt x="5497" y="10964"/>
                    <a:pt x="5152" y="11063"/>
                    <a:pt x="4827" y="11211"/>
                  </a:cubicBezTo>
                  <a:cubicBezTo>
                    <a:pt x="3901" y="11644"/>
                    <a:pt x="3123" y="12294"/>
                    <a:pt x="2404" y="13004"/>
                  </a:cubicBezTo>
                  <a:cubicBezTo>
                    <a:pt x="1517" y="13890"/>
                    <a:pt x="838" y="14915"/>
                    <a:pt x="414" y="16087"/>
                  </a:cubicBezTo>
                  <a:cubicBezTo>
                    <a:pt x="50" y="17082"/>
                    <a:pt x="0" y="18116"/>
                    <a:pt x="148" y="19170"/>
                  </a:cubicBezTo>
                  <a:cubicBezTo>
                    <a:pt x="434" y="21239"/>
                    <a:pt x="1655" y="22529"/>
                    <a:pt x="3527" y="23278"/>
                  </a:cubicBezTo>
                  <a:cubicBezTo>
                    <a:pt x="4088" y="23504"/>
                    <a:pt x="4699" y="23455"/>
                    <a:pt x="5300" y="23485"/>
                  </a:cubicBezTo>
                  <a:cubicBezTo>
                    <a:pt x="5422" y="23492"/>
                    <a:pt x="5543" y="23496"/>
                    <a:pt x="5663" y="23496"/>
                  </a:cubicBezTo>
                  <a:cubicBezTo>
                    <a:pt x="6341" y="23496"/>
                    <a:pt x="6999" y="23374"/>
                    <a:pt x="7635" y="23081"/>
                  </a:cubicBezTo>
                  <a:cubicBezTo>
                    <a:pt x="8117" y="22854"/>
                    <a:pt x="8610" y="22657"/>
                    <a:pt x="9122" y="22441"/>
                  </a:cubicBezTo>
                  <a:cubicBezTo>
                    <a:pt x="9250" y="23071"/>
                    <a:pt x="9644" y="23465"/>
                    <a:pt x="10255" y="23613"/>
                  </a:cubicBezTo>
                  <a:cubicBezTo>
                    <a:pt x="10466" y="23661"/>
                    <a:pt x="10696" y="23691"/>
                    <a:pt x="10923" y="23691"/>
                  </a:cubicBezTo>
                  <a:cubicBezTo>
                    <a:pt x="11068" y="23691"/>
                    <a:pt x="11211" y="23679"/>
                    <a:pt x="11348" y="23652"/>
                  </a:cubicBezTo>
                  <a:cubicBezTo>
                    <a:pt x="12067" y="23524"/>
                    <a:pt x="12787" y="23337"/>
                    <a:pt x="13506" y="23150"/>
                  </a:cubicBezTo>
                  <a:cubicBezTo>
                    <a:pt x="13841" y="23061"/>
                    <a:pt x="14175" y="22923"/>
                    <a:pt x="14501" y="22815"/>
                  </a:cubicBezTo>
                  <a:lnTo>
                    <a:pt x="14501" y="22539"/>
                  </a:lnTo>
                  <a:cubicBezTo>
                    <a:pt x="14461" y="22539"/>
                    <a:pt x="14412" y="22539"/>
                    <a:pt x="14372" y="22559"/>
                  </a:cubicBezTo>
                  <a:cubicBezTo>
                    <a:pt x="13427" y="22943"/>
                    <a:pt x="12452" y="23209"/>
                    <a:pt x="11447" y="23386"/>
                  </a:cubicBezTo>
                  <a:cubicBezTo>
                    <a:pt x="11261" y="23415"/>
                    <a:pt x="11074" y="23435"/>
                    <a:pt x="10887" y="23435"/>
                  </a:cubicBezTo>
                  <a:cubicBezTo>
                    <a:pt x="10627" y="23435"/>
                    <a:pt x="10369" y="23396"/>
                    <a:pt x="10117" y="23288"/>
                  </a:cubicBezTo>
                  <a:cubicBezTo>
                    <a:pt x="9713" y="23101"/>
                    <a:pt x="9467" y="22805"/>
                    <a:pt x="9378" y="22372"/>
                  </a:cubicBezTo>
                  <a:cubicBezTo>
                    <a:pt x="9368" y="22322"/>
                    <a:pt x="9418" y="22263"/>
                    <a:pt x="9437" y="22204"/>
                  </a:cubicBezTo>
                  <a:cubicBezTo>
                    <a:pt x="9457" y="22214"/>
                    <a:pt x="9477" y="22214"/>
                    <a:pt x="9496" y="22214"/>
                  </a:cubicBezTo>
                  <a:cubicBezTo>
                    <a:pt x="9536" y="22283"/>
                    <a:pt x="9585" y="22342"/>
                    <a:pt x="9615" y="22421"/>
                  </a:cubicBezTo>
                  <a:cubicBezTo>
                    <a:pt x="9812" y="22894"/>
                    <a:pt x="10186" y="23071"/>
                    <a:pt x="10678" y="23101"/>
                  </a:cubicBezTo>
                  <a:cubicBezTo>
                    <a:pt x="10818" y="23110"/>
                    <a:pt x="10957" y="23114"/>
                    <a:pt x="11096" y="23114"/>
                  </a:cubicBezTo>
                  <a:cubicBezTo>
                    <a:pt x="12134" y="23114"/>
                    <a:pt x="13122" y="22860"/>
                    <a:pt x="14087" y="22460"/>
                  </a:cubicBezTo>
                  <a:cubicBezTo>
                    <a:pt x="14225" y="22401"/>
                    <a:pt x="14363" y="22352"/>
                    <a:pt x="14501" y="22303"/>
                  </a:cubicBezTo>
                  <a:lnTo>
                    <a:pt x="14501" y="22027"/>
                  </a:lnTo>
                  <a:cubicBezTo>
                    <a:pt x="14136" y="22165"/>
                    <a:pt x="13781" y="22312"/>
                    <a:pt x="13407" y="22441"/>
                  </a:cubicBezTo>
                  <a:cubicBezTo>
                    <a:pt x="12655" y="22694"/>
                    <a:pt x="11886" y="22848"/>
                    <a:pt x="11093" y="22848"/>
                  </a:cubicBezTo>
                  <a:cubicBezTo>
                    <a:pt x="11024" y="22848"/>
                    <a:pt x="10955" y="22847"/>
                    <a:pt x="10885" y="22844"/>
                  </a:cubicBezTo>
                  <a:cubicBezTo>
                    <a:pt x="10738" y="22844"/>
                    <a:pt x="10580" y="22815"/>
                    <a:pt x="10432" y="22795"/>
                  </a:cubicBezTo>
                  <a:cubicBezTo>
                    <a:pt x="10206" y="22766"/>
                    <a:pt x="10048" y="22647"/>
                    <a:pt x="9940" y="22450"/>
                  </a:cubicBezTo>
                  <a:cubicBezTo>
                    <a:pt x="9881" y="22332"/>
                    <a:pt x="9802" y="22214"/>
                    <a:pt x="9723" y="22066"/>
                  </a:cubicBezTo>
                  <a:cubicBezTo>
                    <a:pt x="9989" y="21879"/>
                    <a:pt x="10265" y="21702"/>
                    <a:pt x="10531" y="21524"/>
                  </a:cubicBezTo>
                  <a:cubicBezTo>
                    <a:pt x="11260" y="21032"/>
                    <a:pt x="11969" y="20520"/>
                    <a:pt x="12718" y="20057"/>
                  </a:cubicBezTo>
                  <a:cubicBezTo>
                    <a:pt x="13225" y="19743"/>
                    <a:pt x="13776" y="19542"/>
                    <a:pt x="14378" y="19542"/>
                  </a:cubicBezTo>
                  <a:cubicBezTo>
                    <a:pt x="14418" y="19542"/>
                    <a:pt x="14459" y="19543"/>
                    <a:pt x="14501" y="19544"/>
                  </a:cubicBezTo>
                  <a:lnTo>
                    <a:pt x="14501" y="19269"/>
                  </a:lnTo>
                  <a:cubicBezTo>
                    <a:pt x="14488" y="19268"/>
                    <a:pt x="14476" y="19268"/>
                    <a:pt x="14463" y="19268"/>
                  </a:cubicBezTo>
                  <a:cubicBezTo>
                    <a:pt x="13612" y="19268"/>
                    <a:pt x="12865" y="19600"/>
                    <a:pt x="12176" y="20057"/>
                  </a:cubicBezTo>
                  <a:cubicBezTo>
                    <a:pt x="11427" y="20569"/>
                    <a:pt x="10678" y="21081"/>
                    <a:pt x="9940" y="21593"/>
                  </a:cubicBezTo>
                  <a:cubicBezTo>
                    <a:pt x="9309" y="22027"/>
                    <a:pt x="8649" y="22391"/>
                    <a:pt x="7940" y="22647"/>
                  </a:cubicBezTo>
                  <a:cubicBezTo>
                    <a:pt x="7457" y="22835"/>
                    <a:pt x="6984" y="23071"/>
                    <a:pt x="6482" y="23150"/>
                  </a:cubicBezTo>
                  <a:cubicBezTo>
                    <a:pt x="6155" y="23196"/>
                    <a:pt x="5822" y="23213"/>
                    <a:pt x="5488" y="23213"/>
                  </a:cubicBezTo>
                  <a:cubicBezTo>
                    <a:pt x="5179" y="23213"/>
                    <a:pt x="4869" y="23198"/>
                    <a:pt x="4561" y="23179"/>
                  </a:cubicBezTo>
                  <a:cubicBezTo>
                    <a:pt x="4147" y="23160"/>
                    <a:pt x="3724" y="23081"/>
                    <a:pt x="3359" y="22923"/>
                  </a:cubicBezTo>
                  <a:cubicBezTo>
                    <a:pt x="2325" y="22500"/>
                    <a:pt x="1517" y="21790"/>
                    <a:pt x="946" y="20825"/>
                  </a:cubicBezTo>
                  <a:cubicBezTo>
                    <a:pt x="650" y="20323"/>
                    <a:pt x="513" y="19751"/>
                    <a:pt x="414" y="19170"/>
                  </a:cubicBezTo>
                  <a:cubicBezTo>
                    <a:pt x="237" y="18136"/>
                    <a:pt x="325" y="17121"/>
                    <a:pt x="680" y="16146"/>
                  </a:cubicBezTo>
                  <a:cubicBezTo>
                    <a:pt x="1074" y="15062"/>
                    <a:pt x="1704" y="14097"/>
                    <a:pt x="2522" y="13270"/>
                  </a:cubicBezTo>
                  <a:cubicBezTo>
                    <a:pt x="3202" y="12580"/>
                    <a:pt x="3931" y="11950"/>
                    <a:pt x="4807" y="11526"/>
                  </a:cubicBezTo>
                  <a:cubicBezTo>
                    <a:pt x="5674" y="11112"/>
                    <a:pt x="6581" y="10787"/>
                    <a:pt x="7536" y="10659"/>
                  </a:cubicBezTo>
                  <a:cubicBezTo>
                    <a:pt x="7696" y="10639"/>
                    <a:pt x="7855" y="10627"/>
                    <a:pt x="8014" y="10627"/>
                  </a:cubicBezTo>
                  <a:cubicBezTo>
                    <a:pt x="8464" y="10627"/>
                    <a:pt x="8909" y="10717"/>
                    <a:pt x="9339" y="10935"/>
                  </a:cubicBezTo>
                  <a:cubicBezTo>
                    <a:pt x="9634" y="11083"/>
                    <a:pt x="9959" y="11211"/>
                    <a:pt x="10265" y="11359"/>
                  </a:cubicBezTo>
                  <a:cubicBezTo>
                    <a:pt x="10383" y="11408"/>
                    <a:pt x="10481" y="11496"/>
                    <a:pt x="10590" y="11565"/>
                  </a:cubicBezTo>
                  <a:cubicBezTo>
                    <a:pt x="10580" y="11595"/>
                    <a:pt x="10570" y="11615"/>
                    <a:pt x="10570" y="11644"/>
                  </a:cubicBezTo>
                  <a:cubicBezTo>
                    <a:pt x="10501" y="11624"/>
                    <a:pt x="10403" y="11644"/>
                    <a:pt x="10353" y="11605"/>
                  </a:cubicBezTo>
                  <a:cubicBezTo>
                    <a:pt x="9646" y="11044"/>
                    <a:pt x="8880" y="10760"/>
                    <a:pt x="8068" y="10760"/>
                  </a:cubicBezTo>
                  <a:cubicBezTo>
                    <a:pt x="7681" y="10760"/>
                    <a:pt x="7283" y="10824"/>
                    <a:pt x="6876" y="10955"/>
                  </a:cubicBezTo>
                  <a:cubicBezTo>
                    <a:pt x="4660" y="11664"/>
                    <a:pt x="2798" y="12876"/>
                    <a:pt x="1586" y="14924"/>
                  </a:cubicBezTo>
                  <a:cubicBezTo>
                    <a:pt x="611" y="16570"/>
                    <a:pt x="355" y="18333"/>
                    <a:pt x="1084" y="20135"/>
                  </a:cubicBezTo>
                  <a:cubicBezTo>
                    <a:pt x="1695" y="21672"/>
                    <a:pt x="2837" y="22628"/>
                    <a:pt x="4512" y="22844"/>
                  </a:cubicBezTo>
                  <a:cubicBezTo>
                    <a:pt x="4711" y="22868"/>
                    <a:pt x="4910" y="22879"/>
                    <a:pt x="5107" y="22879"/>
                  </a:cubicBezTo>
                  <a:cubicBezTo>
                    <a:pt x="5913" y="22879"/>
                    <a:pt x="6699" y="22694"/>
                    <a:pt x="7467" y="22401"/>
                  </a:cubicBezTo>
                  <a:cubicBezTo>
                    <a:pt x="8728" y="21918"/>
                    <a:pt x="9861" y="21190"/>
                    <a:pt x="10964" y="20411"/>
                  </a:cubicBezTo>
                  <a:cubicBezTo>
                    <a:pt x="11595" y="19978"/>
                    <a:pt x="12235" y="19544"/>
                    <a:pt x="12895" y="19170"/>
                  </a:cubicBezTo>
                  <a:cubicBezTo>
                    <a:pt x="13240" y="18983"/>
                    <a:pt x="13644" y="18894"/>
                    <a:pt x="14028" y="18796"/>
                  </a:cubicBezTo>
                  <a:cubicBezTo>
                    <a:pt x="14061" y="18786"/>
                    <a:pt x="14096" y="18783"/>
                    <a:pt x="14133" y="18783"/>
                  </a:cubicBezTo>
                  <a:cubicBezTo>
                    <a:pt x="14250" y="18783"/>
                    <a:pt x="14381" y="18820"/>
                    <a:pt x="14501" y="18835"/>
                  </a:cubicBezTo>
                  <a:lnTo>
                    <a:pt x="14501" y="18520"/>
                  </a:lnTo>
                  <a:cubicBezTo>
                    <a:pt x="14417" y="18512"/>
                    <a:pt x="14334" y="18508"/>
                    <a:pt x="14253" y="18508"/>
                  </a:cubicBezTo>
                  <a:cubicBezTo>
                    <a:pt x="13528" y="18508"/>
                    <a:pt x="12886" y="18811"/>
                    <a:pt x="12284" y="19210"/>
                  </a:cubicBezTo>
                  <a:cubicBezTo>
                    <a:pt x="11417" y="19781"/>
                    <a:pt x="10560" y="20362"/>
                    <a:pt x="9693" y="20943"/>
                  </a:cubicBezTo>
                  <a:cubicBezTo>
                    <a:pt x="9634" y="20983"/>
                    <a:pt x="9585" y="21012"/>
                    <a:pt x="9506" y="21061"/>
                  </a:cubicBezTo>
                  <a:cubicBezTo>
                    <a:pt x="9477" y="20904"/>
                    <a:pt x="9437" y="20776"/>
                    <a:pt x="9418" y="20667"/>
                  </a:cubicBezTo>
                  <a:cubicBezTo>
                    <a:pt x="9940" y="20273"/>
                    <a:pt x="10452" y="19909"/>
                    <a:pt x="10935" y="19505"/>
                  </a:cubicBezTo>
                  <a:cubicBezTo>
                    <a:pt x="11585" y="18963"/>
                    <a:pt x="12038" y="18244"/>
                    <a:pt x="12461" y="17505"/>
                  </a:cubicBezTo>
                  <a:cubicBezTo>
                    <a:pt x="12875" y="16776"/>
                    <a:pt x="13210" y="15988"/>
                    <a:pt x="13752" y="15328"/>
                  </a:cubicBezTo>
                  <a:cubicBezTo>
                    <a:pt x="13959" y="15082"/>
                    <a:pt x="14175" y="14836"/>
                    <a:pt x="14501" y="14737"/>
                  </a:cubicBezTo>
                  <a:lnTo>
                    <a:pt x="14501" y="14422"/>
                  </a:lnTo>
                  <a:cubicBezTo>
                    <a:pt x="14126" y="14560"/>
                    <a:pt x="13811" y="14787"/>
                    <a:pt x="13594" y="15112"/>
                  </a:cubicBezTo>
                  <a:cubicBezTo>
                    <a:pt x="13279" y="15565"/>
                    <a:pt x="12984" y="16038"/>
                    <a:pt x="12698" y="16520"/>
                  </a:cubicBezTo>
                  <a:cubicBezTo>
                    <a:pt x="12255" y="17289"/>
                    <a:pt x="11870" y="18096"/>
                    <a:pt x="11289" y="18776"/>
                  </a:cubicBezTo>
                  <a:cubicBezTo>
                    <a:pt x="11023" y="19091"/>
                    <a:pt x="10718" y="19367"/>
                    <a:pt x="10403" y="19623"/>
                  </a:cubicBezTo>
                  <a:cubicBezTo>
                    <a:pt x="10078" y="19879"/>
                    <a:pt x="9723" y="20106"/>
                    <a:pt x="9378" y="20352"/>
                  </a:cubicBezTo>
                  <a:cubicBezTo>
                    <a:pt x="9299" y="20244"/>
                    <a:pt x="9299" y="20175"/>
                    <a:pt x="9427" y="20106"/>
                  </a:cubicBezTo>
                  <a:cubicBezTo>
                    <a:pt x="10649" y="19347"/>
                    <a:pt x="11575" y="18343"/>
                    <a:pt x="12195" y="17042"/>
                  </a:cubicBezTo>
                  <a:cubicBezTo>
                    <a:pt x="12530" y="16363"/>
                    <a:pt x="12905" y="15693"/>
                    <a:pt x="13289" y="15043"/>
                  </a:cubicBezTo>
                  <a:cubicBezTo>
                    <a:pt x="13575" y="14570"/>
                    <a:pt x="13988" y="14215"/>
                    <a:pt x="14501" y="13989"/>
                  </a:cubicBezTo>
                  <a:lnTo>
                    <a:pt x="14501" y="13713"/>
                  </a:lnTo>
                  <a:cubicBezTo>
                    <a:pt x="14057" y="13841"/>
                    <a:pt x="13683" y="14117"/>
                    <a:pt x="13407" y="14471"/>
                  </a:cubicBezTo>
                  <a:cubicBezTo>
                    <a:pt x="13072" y="14905"/>
                    <a:pt x="12767" y="15368"/>
                    <a:pt x="12501" y="15841"/>
                  </a:cubicBezTo>
                  <a:cubicBezTo>
                    <a:pt x="12156" y="16432"/>
                    <a:pt x="11880" y="17062"/>
                    <a:pt x="11545" y="17653"/>
                  </a:cubicBezTo>
                  <a:cubicBezTo>
                    <a:pt x="11004" y="18589"/>
                    <a:pt x="10215" y="19278"/>
                    <a:pt x="9299" y="19879"/>
                  </a:cubicBezTo>
                  <a:cubicBezTo>
                    <a:pt x="9290" y="19810"/>
                    <a:pt x="9270" y="19761"/>
                    <a:pt x="9270" y="19712"/>
                  </a:cubicBezTo>
                  <a:cubicBezTo>
                    <a:pt x="9270" y="19190"/>
                    <a:pt x="9280" y="18678"/>
                    <a:pt x="9270" y="18155"/>
                  </a:cubicBezTo>
                  <a:cubicBezTo>
                    <a:pt x="9270" y="17968"/>
                    <a:pt x="9329" y="17880"/>
                    <a:pt x="9496" y="17801"/>
                  </a:cubicBezTo>
                  <a:cubicBezTo>
                    <a:pt x="10324" y="17446"/>
                    <a:pt x="10954" y="16855"/>
                    <a:pt x="11417" y="16087"/>
                  </a:cubicBezTo>
                  <a:cubicBezTo>
                    <a:pt x="11703" y="15594"/>
                    <a:pt x="11851" y="15062"/>
                    <a:pt x="11910" y="14501"/>
                  </a:cubicBezTo>
                  <a:cubicBezTo>
                    <a:pt x="11920" y="14432"/>
                    <a:pt x="11979" y="14314"/>
                    <a:pt x="12038" y="14294"/>
                  </a:cubicBezTo>
                  <a:cubicBezTo>
                    <a:pt x="12974" y="13979"/>
                    <a:pt x="13732" y="13398"/>
                    <a:pt x="14441" y="12738"/>
                  </a:cubicBezTo>
                  <a:cubicBezTo>
                    <a:pt x="14461" y="12718"/>
                    <a:pt x="14481" y="12698"/>
                    <a:pt x="14501" y="12688"/>
                  </a:cubicBezTo>
                  <a:lnTo>
                    <a:pt x="14501" y="12373"/>
                  </a:lnTo>
                  <a:cubicBezTo>
                    <a:pt x="14451" y="12393"/>
                    <a:pt x="14402" y="12413"/>
                    <a:pt x="14363" y="12442"/>
                  </a:cubicBezTo>
                  <a:cubicBezTo>
                    <a:pt x="13988" y="12757"/>
                    <a:pt x="13634" y="13102"/>
                    <a:pt x="13240" y="13368"/>
                  </a:cubicBezTo>
                  <a:cubicBezTo>
                    <a:pt x="12865" y="13624"/>
                    <a:pt x="12442" y="13801"/>
                    <a:pt x="12038" y="14018"/>
                  </a:cubicBezTo>
                  <a:cubicBezTo>
                    <a:pt x="12032" y="14021"/>
                    <a:pt x="12025" y="14022"/>
                    <a:pt x="12018" y="14022"/>
                  </a:cubicBezTo>
                  <a:cubicBezTo>
                    <a:pt x="12001" y="14022"/>
                    <a:pt x="11980" y="14015"/>
                    <a:pt x="11959" y="14008"/>
                  </a:cubicBezTo>
                  <a:cubicBezTo>
                    <a:pt x="12895" y="13437"/>
                    <a:pt x="13811" y="12856"/>
                    <a:pt x="14501" y="11979"/>
                  </a:cubicBezTo>
                  <a:lnTo>
                    <a:pt x="14501" y="11270"/>
                  </a:lnTo>
                  <a:cubicBezTo>
                    <a:pt x="14402" y="11299"/>
                    <a:pt x="14304" y="11319"/>
                    <a:pt x="14205" y="11359"/>
                  </a:cubicBezTo>
                  <a:cubicBezTo>
                    <a:pt x="14009" y="11432"/>
                    <a:pt x="13815" y="11465"/>
                    <a:pt x="13621" y="11465"/>
                  </a:cubicBezTo>
                  <a:cubicBezTo>
                    <a:pt x="13347" y="11465"/>
                    <a:pt x="13073" y="11399"/>
                    <a:pt x="12796" y="11290"/>
                  </a:cubicBezTo>
                  <a:cubicBezTo>
                    <a:pt x="12996" y="11168"/>
                    <a:pt x="13165" y="11046"/>
                    <a:pt x="13419" y="11046"/>
                  </a:cubicBezTo>
                  <a:cubicBezTo>
                    <a:pt x="13453" y="11046"/>
                    <a:pt x="13488" y="11048"/>
                    <a:pt x="13525" y="11053"/>
                  </a:cubicBezTo>
                  <a:cubicBezTo>
                    <a:pt x="13582" y="11062"/>
                    <a:pt x="13639" y="11066"/>
                    <a:pt x="13697" y="11066"/>
                  </a:cubicBezTo>
                  <a:cubicBezTo>
                    <a:pt x="13960" y="11066"/>
                    <a:pt x="14234" y="10987"/>
                    <a:pt x="14501" y="10955"/>
                  </a:cubicBezTo>
                  <a:lnTo>
                    <a:pt x="14501" y="10679"/>
                  </a:lnTo>
                  <a:cubicBezTo>
                    <a:pt x="14215" y="10738"/>
                    <a:pt x="13919" y="10807"/>
                    <a:pt x="13634" y="10866"/>
                  </a:cubicBezTo>
                  <a:cubicBezTo>
                    <a:pt x="13624" y="10846"/>
                    <a:pt x="13614" y="10817"/>
                    <a:pt x="13614" y="10797"/>
                  </a:cubicBezTo>
                  <a:cubicBezTo>
                    <a:pt x="13909" y="10570"/>
                    <a:pt x="14205" y="10354"/>
                    <a:pt x="14501" y="10127"/>
                  </a:cubicBezTo>
                  <a:lnTo>
                    <a:pt x="14501" y="9773"/>
                  </a:lnTo>
                  <a:cubicBezTo>
                    <a:pt x="14363" y="9881"/>
                    <a:pt x="14215" y="9989"/>
                    <a:pt x="14077" y="10107"/>
                  </a:cubicBezTo>
                  <a:cubicBezTo>
                    <a:pt x="13082" y="10886"/>
                    <a:pt x="11969" y="11477"/>
                    <a:pt x="10807" y="11959"/>
                  </a:cubicBezTo>
                  <a:cubicBezTo>
                    <a:pt x="10797" y="11964"/>
                    <a:pt x="10785" y="11966"/>
                    <a:pt x="10772" y="11966"/>
                  </a:cubicBezTo>
                  <a:cubicBezTo>
                    <a:pt x="10733" y="11966"/>
                    <a:pt x="10683" y="11950"/>
                    <a:pt x="10639" y="11950"/>
                  </a:cubicBezTo>
                  <a:cubicBezTo>
                    <a:pt x="10639" y="11930"/>
                    <a:pt x="10639" y="11910"/>
                    <a:pt x="10639" y="11890"/>
                  </a:cubicBezTo>
                  <a:cubicBezTo>
                    <a:pt x="11033" y="11703"/>
                    <a:pt x="11427" y="11516"/>
                    <a:pt x="11821" y="11309"/>
                  </a:cubicBezTo>
                  <a:cubicBezTo>
                    <a:pt x="12747" y="10836"/>
                    <a:pt x="13584" y="10245"/>
                    <a:pt x="14353" y="9536"/>
                  </a:cubicBezTo>
                  <a:cubicBezTo>
                    <a:pt x="14402" y="9497"/>
                    <a:pt x="14451" y="9457"/>
                    <a:pt x="14501" y="9418"/>
                  </a:cubicBezTo>
                  <a:lnTo>
                    <a:pt x="14501" y="9063"/>
                  </a:lnTo>
                  <a:cubicBezTo>
                    <a:pt x="14205" y="9319"/>
                    <a:pt x="13909" y="9585"/>
                    <a:pt x="13594" y="9832"/>
                  </a:cubicBezTo>
                  <a:cubicBezTo>
                    <a:pt x="13348" y="10039"/>
                    <a:pt x="13082" y="10226"/>
                    <a:pt x="12816" y="10433"/>
                  </a:cubicBezTo>
                  <a:cubicBezTo>
                    <a:pt x="12757" y="10373"/>
                    <a:pt x="12727" y="10334"/>
                    <a:pt x="12678" y="10314"/>
                  </a:cubicBezTo>
                  <a:cubicBezTo>
                    <a:pt x="12294" y="10068"/>
                    <a:pt x="12264" y="9713"/>
                    <a:pt x="12383" y="9329"/>
                  </a:cubicBezTo>
                  <a:cubicBezTo>
                    <a:pt x="12452" y="9073"/>
                    <a:pt x="12550" y="8817"/>
                    <a:pt x="12639" y="8561"/>
                  </a:cubicBezTo>
                  <a:cubicBezTo>
                    <a:pt x="12816" y="8029"/>
                    <a:pt x="12816" y="7507"/>
                    <a:pt x="12452" y="7034"/>
                  </a:cubicBezTo>
                  <a:cubicBezTo>
                    <a:pt x="12146" y="6660"/>
                    <a:pt x="11703" y="6551"/>
                    <a:pt x="11260" y="6502"/>
                  </a:cubicBezTo>
                  <a:cubicBezTo>
                    <a:pt x="10777" y="6443"/>
                    <a:pt x="10363" y="6256"/>
                    <a:pt x="10009" y="5941"/>
                  </a:cubicBezTo>
                  <a:cubicBezTo>
                    <a:pt x="9802" y="5763"/>
                    <a:pt x="9821" y="5635"/>
                    <a:pt x="10058" y="5547"/>
                  </a:cubicBezTo>
                  <a:cubicBezTo>
                    <a:pt x="10590" y="5369"/>
                    <a:pt x="11141" y="5231"/>
                    <a:pt x="11664" y="5025"/>
                  </a:cubicBezTo>
                  <a:cubicBezTo>
                    <a:pt x="12560" y="4690"/>
                    <a:pt x="13486" y="4512"/>
                    <a:pt x="14422" y="4335"/>
                  </a:cubicBezTo>
                  <a:lnTo>
                    <a:pt x="14501" y="4335"/>
                  </a:lnTo>
                  <a:lnTo>
                    <a:pt x="14501" y="4059"/>
                  </a:lnTo>
                  <a:cubicBezTo>
                    <a:pt x="13121" y="4236"/>
                    <a:pt x="11801" y="4660"/>
                    <a:pt x="10491" y="5093"/>
                  </a:cubicBezTo>
                  <a:cubicBezTo>
                    <a:pt x="9290" y="5497"/>
                    <a:pt x="8147" y="6069"/>
                    <a:pt x="7191" y="6945"/>
                  </a:cubicBezTo>
                  <a:cubicBezTo>
                    <a:pt x="6965" y="7152"/>
                    <a:pt x="6748" y="7379"/>
                    <a:pt x="6541" y="7605"/>
                  </a:cubicBezTo>
                  <a:cubicBezTo>
                    <a:pt x="6472" y="7684"/>
                    <a:pt x="6423" y="7793"/>
                    <a:pt x="6384" y="7891"/>
                  </a:cubicBezTo>
                  <a:cubicBezTo>
                    <a:pt x="6295" y="8127"/>
                    <a:pt x="6384" y="8305"/>
                    <a:pt x="6630" y="8354"/>
                  </a:cubicBezTo>
                  <a:cubicBezTo>
                    <a:pt x="6906" y="8403"/>
                    <a:pt x="7181" y="8433"/>
                    <a:pt x="7447" y="8472"/>
                  </a:cubicBezTo>
                  <a:cubicBezTo>
                    <a:pt x="7487" y="8472"/>
                    <a:pt x="7516" y="8472"/>
                    <a:pt x="7546" y="8482"/>
                  </a:cubicBezTo>
                  <a:cubicBezTo>
                    <a:pt x="7753" y="8531"/>
                    <a:pt x="7970" y="8600"/>
                    <a:pt x="8029" y="8837"/>
                  </a:cubicBezTo>
                  <a:cubicBezTo>
                    <a:pt x="8088" y="9053"/>
                    <a:pt x="7930" y="9201"/>
                    <a:pt x="7792" y="9339"/>
                  </a:cubicBezTo>
                  <a:cubicBezTo>
                    <a:pt x="7398" y="9713"/>
                    <a:pt x="7004" y="10088"/>
                    <a:pt x="6610" y="10462"/>
                  </a:cubicBezTo>
                  <a:cubicBezTo>
                    <a:pt x="6588" y="10477"/>
                    <a:pt x="6571" y="10492"/>
                    <a:pt x="6556" y="10507"/>
                  </a:cubicBezTo>
                  <a:lnTo>
                    <a:pt x="6556" y="10507"/>
                  </a:lnTo>
                  <a:cubicBezTo>
                    <a:pt x="6564" y="10482"/>
                    <a:pt x="6572" y="10457"/>
                    <a:pt x="6581" y="10433"/>
                  </a:cubicBezTo>
                  <a:cubicBezTo>
                    <a:pt x="6797" y="10176"/>
                    <a:pt x="7004" y="9910"/>
                    <a:pt x="7221" y="9654"/>
                  </a:cubicBezTo>
                  <a:cubicBezTo>
                    <a:pt x="7349" y="9516"/>
                    <a:pt x="7516" y="9418"/>
                    <a:pt x="7635" y="9270"/>
                  </a:cubicBezTo>
                  <a:cubicBezTo>
                    <a:pt x="7832" y="9014"/>
                    <a:pt x="7733" y="8748"/>
                    <a:pt x="7418" y="8699"/>
                  </a:cubicBezTo>
                  <a:cubicBezTo>
                    <a:pt x="7317" y="8686"/>
                    <a:pt x="7213" y="8683"/>
                    <a:pt x="7110" y="8683"/>
                  </a:cubicBezTo>
                  <a:cubicBezTo>
                    <a:pt x="6972" y="8683"/>
                    <a:pt x="6834" y="8689"/>
                    <a:pt x="6699" y="8689"/>
                  </a:cubicBezTo>
                  <a:cubicBezTo>
                    <a:pt x="6541" y="8679"/>
                    <a:pt x="6384" y="8679"/>
                    <a:pt x="6226" y="8659"/>
                  </a:cubicBezTo>
                  <a:cubicBezTo>
                    <a:pt x="6058" y="8640"/>
                    <a:pt x="5970" y="8541"/>
                    <a:pt x="6019" y="8374"/>
                  </a:cubicBezTo>
                  <a:cubicBezTo>
                    <a:pt x="6068" y="8196"/>
                    <a:pt x="6127" y="8019"/>
                    <a:pt x="6216" y="7862"/>
                  </a:cubicBezTo>
                  <a:cubicBezTo>
                    <a:pt x="6610" y="7103"/>
                    <a:pt x="7211" y="6542"/>
                    <a:pt x="7910" y="6059"/>
                  </a:cubicBezTo>
                  <a:cubicBezTo>
                    <a:pt x="9092" y="5251"/>
                    <a:pt x="10403" y="4729"/>
                    <a:pt x="11801" y="4424"/>
                  </a:cubicBezTo>
                  <a:cubicBezTo>
                    <a:pt x="12658" y="4227"/>
                    <a:pt x="13525" y="4099"/>
                    <a:pt x="14382" y="3941"/>
                  </a:cubicBezTo>
                  <a:cubicBezTo>
                    <a:pt x="14395" y="3938"/>
                    <a:pt x="14409" y="3937"/>
                    <a:pt x="14422" y="3937"/>
                  </a:cubicBezTo>
                  <a:cubicBezTo>
                    <a:pt x="14448" y="3937"/>
                    <a:pt x="14474" y="3941"/>
                    <a:pt x="14501" y="3941"/>
                  </a:cubicBezTo>
                  <a:lnTo>
                    <a:pt x="14501" y="3665"/>
                  </a:lnTo>
                  <a:cubicBezTo>
                    <a:pt x="12974" y="3823"/>
                    <a:pt x="11486" y="4158"/>
                    <a:pt x="10028" y="4660"/>
                  </a:cubicBezTo>
                  <a:cubicBezTo>
                    <a:pt x="9989" y="4670"/>
                    <a:pt x="9950" y="4680"/>
                    <a:pt x="9871" y="4699"/>
                  </a:cubicBezTo>
                  <a:cubicBezTo>
                    <a:pt x="9950" y="4256"/>
                    <a:pt x="10087" y="3862"/>
                    <a:pt x="10265" y="3478"/>
                  </a:cubicBezTo>
                  <a:cubicBezTo>
                    <a:pt x="10541" y="2897"/>
                    <a:pt x="10944" y="2424"/>
                    <a:pt x="11417" y="2020"/>
                  </a:cubicBezTo>
                  <a:cubicBezTo>
                    <a:pt x="11742" y="1744"/>
                    <a:pt x="12156" y="1547"/>
                    <a:pt x="12540" y="1360"/>
                  </a:cubicBezTo>
                  <a:cubicBezTo>
                    <a:pt x="13161" y="1055"/>
                    <a:pt x="13831" y="946"/>
                    <a:pt x="14501" y="907"/>
                  </a:cubicBezTo>
                  <a:lnTo>
                    <a:pt x="14501" y="631"/>
                  </a:lnTo>
                  <a:cubicBezTo>
                    <a:pt x="14028" y="710"/>
                    <a:pt x="13545" y="739"/>
                    <a:pt x="13092" y="877"/>
                  </a:cubicBezTo>
                  <a:cubicBezTo>
                    <a:pt x="11260" y="1419"/>
                    <a:pt x="10078" y="2611"/>
                    <a:pt x="9634" y="4483"/>
                  </a:cubicBezTo>
                  <a:cubicBezTo>
                    <a:pt x="9624" y="4542"/>
                    <a:pt x="9615" y="4591"/>
                    <a:pt x="9615" y="4640"/>
                  </a:cubicBezTo>
                  <a:cubicBezTo>
                    <a:pt x="9615" y="4818"/>
                    <a:pt x="9536" y="4906"/>
                    <a:pt x="9339" y="4926"/>
                  </a:cubicBezTo>
                  <a:cubicBezTo>
                    <a:pt x="9319" y="4552"/>
                    <a:pt x="9388" y="4177"/>
                    <a:pt x="9516" y="3833"/>
                  </a:cubicBezTo>
                  <a:cubicBezTo>
                    <a:pt x="10225" y="1971"/>
                    <a:pt x="11506" y="749"/>
                    <a:pt x="13506" y="375"/>
                  </a:cubicBezTo>
                  <a:cubicBezTo>
                    <a:pt x="13831" y="316"/>
                    <a:pt x="14175" y="306"/>
                    <a:pt x="14501" y="276"/>
                  </a:cubicBezTo>
                  <a:lnTo>
                    <a:pt x="145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9"/>
            <p:cNvSpPr/>
            <p:nvPr/>
          </p:nvSpPr>
          <p:spPr>
            <a:xfrm>
              <a:off x="8673498" y="2161817"/>
              <a:ext cx="310409" cy="197807"/>
            </a:xfrm>
            <a:custGeom>
              <a:avLst/>
              <a:gdLst/>
              <a:ahLst/>
              <a:cxnLst/>
              <a:rect l="l" t="t" r="r" b="b"/>
              <a:pathLst>
                <a:path w="6099" h="3886" extrusionOk="0">
                  <a:moveTo>
                    <a:pt x="568" y="1894"/>
                  </a:moveTo>
                  <a:cubicBezTo>
                    <a:pt x="613" y="1894"/>
                    <a:pt x="668" y="1911"/>
                    <a:pt x="730" y="1945"/>
                  </a:cubicBezTo>
                  <a:cubicBezTo>
                    <a:pt x="848" y="2004"/>
                    <a:pt x="947" y="2093"/>
                    <a:pt x="1035" y="2191"/>
                  </a:cubicBezTo>
                  <a:cubicBezTo>
                    <a:pt x="1341" y="2506"/>
                    <a:pt x="1548" y="2891"/>
                    <a:pt x="1616" y="3324"/>
                  </a:cubicBezTo>
                  <a:cubicBezTo>
                    <a:pt x="1636" y="3413"/>
                    <a:pt x="1616" y="3531"/>
                    <a:pt x="1557" y="3590"/>
                  </a:cubicBezTo>
                  <a:cubicBezTo>
                    <a:pt x="1552" y="3598"/>
                    <a:pt x="1535" y="3602"/>
                    <a:pt x="1513" y="3602"/>
                  </a:cubicBezTo>
                  <a:cubicBezTo>
                    <a:pt x="1456" y="3602"/>
                    <a:pt x="1363" y="3579"/>
                    <a:pt x="1321" y="3551"/>
                  </a:cubicBezTo>
                  <a:cubicBezTo>
                    <a:pt x="1183" y="3442"/>
                    <a:pt x="1035" y="3334"/>
                    <a:pt x="937" y="3196"/>
                  </a:cubicBezTo>
                  <a:cubicBezTo>
                    <a:pt x="750" y="2920"/>
                    <a:pt x="592" y="2634"/>
                    <a:pt x="434" y="2349"/>
                  </a:cubicBezTo>
                  <a:cubicBezTo>
                    <a:pt x="405" y="2290"/>
                    <a:pt x="405" y="2221"/>
                    <a:pt x="395" y="2201"/>
                  </a:cubicBezTo>
                  <a:cubicBezTo>
                    <a:pt x="395" y="1998"/>
                    <a:pt x="455" y="1894"/>
                    <a:pt x="568" y="1894"/>
                  </a:cubicBezTo>
                  <a:close/>
                  <a:moveTo>
                    <a:pt x="4041" y="1"/>
                  </a:moveTo>
                  <a:cubicBezTo>
                    <a:pt x="2631" y="1"/>
                    <a:pt x="1411" y="487"/>
                    <a:pt x="415" y="1512"/>
                  </a:cubicBezTo>
                  <a:cubicBezTo>
                    <a:pt x="159" y="1777"/>
                    <a:pt x="1" y="2152"/>
                    <a:pt x="228" y="2526"/>
                  </a:cubicBezTo>
                  <a:cubicBezTo>
                    <a:pt x="375" y="2772"/>
                    <a:pt x="503" y="3029"/>
                    <a:pt x="661" y="3275"/>
                  </a:cubicBezTo>
                  <a:cubicBezTo>
                    <a:pt x="828" y="3521"/>
                    <a:pt x="1035" y="3738"/>
                    <a:pt x="1321" y="3846"/>
                  </a:cubicBezTo>
                  <a:cubicBezTo>
                    <a:pt x="1388" y="3872"/>
                    <a:pt x="1455" y="3886"/>
                    <a:pt x="1519" y="3886"/>
                  </a:cubicBezTo>
                  <a:cubicBezTo>
                    <a:pt x="1623" y="3886"/>
                    <a:pt x="1722" y="3850"/>
                    <a:pt x="1813" y="3777"/>
                  </a:cubicBezTo>
                  <a:cubicBezTo>
                    <a:pt x="1991" y="3649"/>
                    <a:pt x="2148" y="3501"/>
                    <a:pt x="2336" y="3383"/>
                  </a:cubicBezTo>
                  <a:cubicBezTo>
                    <a:pt x="2908" y="3030"/>
                    <a:pt x="3517" y="2742"/>
                    <a:pt x="4217" y="2742"/>
                  </a:cubicBezTo>
                  <a:cubicBezTo>
                    <a:pt x="4240" y="2742"/>
                    <a:pt x="4263" y="2742"/>
                    <a:pt x="4286" y="2743"/>
                  </a:cubicBezTo>
                  <a:cubicBezTo>
                    <a:pt x="4907" y="2763"/>
                    <a:pt x="5527" y="2841"/>
                    <a:pt x="6099" y="3127"/>
                  </a:cubicBezTo>
                  <a:lnTo>
                    <a:pt x="6099" y="2812"/>
                  </a:lnTo>
                  <a:cubicBezTo>
                    <a:pt x="5596" y="2615"/>
                    <a:pt x="5074" y="2526"/>
                    <a:pt x="4532" y="2487"/>
                  </a:cubicBezTo>
                  <a:cubicBezTo>
                    <a:pt x="4451" y="2481"/>
                    <a:pt x="4371" y="2478"/>
                    <a:pt x="4292" y="2478"/>
                  </a:cubicBezTo>
                  <a:cubicBezTo>
                    <a:pt x="3468" y="2478"/>
                    <a:pt x="2752" y="2796"/>
                    <a:pt x="2060" y="3245"/>
                  </a:cubicBezTo>
                  <a:cubicBezTo>
                    <a:pt x="2020" y="3275"/>
                    <a:pt x="1971" y="3304"/>
                    <a:pt x="1912" y="3344"/>
                  </a:cubicBezTo>
                  <a:cubicBezTo>
                    <a:pt x="1882" y="3226"/>
                    <a:pt x="1873" y="3107"/>
                    <a:pt x="1833" y="3019"/>
                  </a:cubicBezTo>
                  <a:cubicBezTo>
                    <a:pt x="1754" y="2851"/>
                    <a:pt x="1823" y="2772"/>
                    <a:pt x="1951" y="2703"/>
                  </a:cubicBezTo>
                  <a:cubicBezTo>
                    <a:pt x="2651" y="2339"/>
                    <a:pt x="3399" y="2122"/>
                    <a:pt x="4178" y="2034"/>
                  </a:cubicBezTo>
                  <a:cubicBezTo>
                    <a:pt x="4353" y="2010"/>
                    <a:pt x="4527" y="1999"/>
                    <a:pt x="4700" y="1999"/>
                  </a:cubicBezTo>
                  <a:cubicBezTo>
                    <a:pt x="5176" y="1999"/>
                    <a:pt x="5643" y="2083"/>
                    <a:pt x="6099" y="2221"/>
                  </a:cubicBezTo>
                  <a:lnTo>
                    <a:pt x="6099" y="1906"/>
                  </a:lnTo>
                  <a:cubicBezTo>
                    <a:pt x="5852" y="1866"/>
                    <a:pt x="5606" y="1817"/>
                    <a:pt x="5360" y="1777"/>
                  </a:cubicBezTo>
                  <a:cubicBezTo>
                    <a:pt x="5134" y="1746"/>
                    <a:pt x="4911" y="1732"/>
                    <a:pt x="4690" y="1732"/>
                  </a:cubicBezTo>
                  <a:cubicBezTo>
                    <a:pt x="4070" y="1732"/>
                    <a:pt x="3465" y="1847"/>
                    <a:pt x="2877" y="2043"/>
                  </a:cubicBezTo>
                  <a:cubicBezTo>
                    <a:pt x="2454" y="2181"/>
                    <a:pt x="2050" y="2378"/>
                    <a:pt x="1626" y="2546"/>
                  </a:cubicBezTo>
                  <a:cubicBezTo>
                    <a:pt x="1548" y="2418"/>
                    <a:pt x="1439" y="2250"/>
                    <a:pt x="1321" y="2063"/>
                  </a:cubicBezTo>
                  <a:cubicBezTo>
                    <a:pt x="1380" y="2024"/>
                    <a:pt x="1439" y="1974"/>
                    <a:pt x="1498" y="1945"/>
                  </a:cubicBezTo>
                  <a:cubicBezTo>
                    <a:pt x="2296" y="1472"/>
                    <a:pt x="3153" y="1196"/>
                    <a:pt x="4079" y="1117"/>
                  </a:cubicBezTo>
                  <a:cubicBezTo>
                    <a:pt x="4226" y="1104"/>
                    <a:pt x="4372" y="1098"/>
                    <a:pt x="4516" y="1098"/>
                  </a:cubicBezTo>
                  <a:cubicBezTo>
                    <a:pt x="5029" y="1098"/>
                    <a:pt x="5526" y="1184"/>
                    <a:pt x="6010" y="1383"/>
                  </a:cubicBezTo>
                  <a:cubicBezTo>
                    <a:pt x="6039" y="1393"/>
                    <a:pt x="6069" y="1393"/>
                    <a:pt x="6099" y="1393"/>
                  </a:cubicBezTo>
                  <a:lnTo>
                    <a:pt x="6099" y="1117"/>
                  </a:lnTo>
                  <a:cubicBezTo>
                    <a:pt x="5608" y="936"/>
                    <a:pt x="5092" y="830"/>
                    <a:pt x="4567" y="830"/>
                  </a:cubicBezTo>
                  <a:cubicBezTo>
                    <a:pt x="4523" y="830"/>
                    <a:pt x="4478" y="830"/>
                    <a:pt x="4434" y="832"/>
                  </a:cubicBezTo>
                  <a:cubicBezTo>
                    <a:pt x="3262" y="871"/>
                    <a:pt x="2188" y="1186"/>
                    <a:pt x="1213" y="1827"/>
                  </a:cubicBezTo>
                  <a:cubicBezTo>
                    <a:pt x="1183" y="1837"/>
                    <a:pt x="1153" y="1856"/>
                    <a:pt x="1134" y="1866"/>
                  </a:cubicBezTo>
                  <a:cubicBezTo>
                    <a:pt x="986" y="1777"/>
                    <a:pt x="838" y="1699"/>
                    <a:pt x="690" y="1620"/>
                  </a:cubicBezTo>
                  <a:cubicBezTo>
                    <a:pt x="1489" y="729"/>
                    <a:pt x="2819" y="262"/>
                    <a:pt x="4074" y="262"/>
                  </a:cubicBezTo>
                  <a:cubicBezTo>
                    <a:pt x="4817" y="262"/>
                    <a:pt x="5534" y="426"/>
                    <a:pt x="6099" y="763"/>
                  </a:cubicBezTo>
                  <a:lnTo>
                    <a:pt x="6099" y="448"/>
                  </a:lnTo>
                  <a:cubicBezTo>
                    <a:pt x="5517" y="132"/>
                    <a:pt x="4897" y="34"/>
                    <a:pt x="4247" y="4"/>
                  </a:cubicBezTo>
                  <a:cubicBezTo>
                    <a:pt x="4177" y="2"/>
                    <a:pt x="4109" y="1"/>
                    <a:pt x="40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9"/>
            <p:cNvSpPr/>
            <p:nvPr/>
          </p:nvSpPr>
          <p:spPr>
            <a:xfrm>
              <a:off x="8445885" y="686427"/>
              <a:ext cx="538011" cy="96817"/>
            </a:xfrm>
            <a:custGeom>
              <a:avLst/>
              <a:gdLst/>
              <a:ahLst/>
              <a:cxnLst/>
              <a:rect l="l" t="t" r="r" b="b"/>
              <a:pathLst>
                <a:path w="10571" h="1902" extrusionOk="0">
                  <a:moveTo>
                    <a:pt x="10571" y="1"/>
                  </a:moveTo>
                  <a:cubicBezTo>
                    <a:pt x="10442" y="11"/>
                    <a:pt x="10314" y="20"/>
                    <a:pt x="10186" y="30"/>
                  </a:cubicBezTo>
                  <a:cubicBezTo>
                    <a:pt x="9211" y="139"/>
                    <a:pt x="8246" y="247"/>
                    <a:pt x="7271" y="365"/>
                  </a:cubicBezTo>
                  <a:cubicBezTo>
                    <a:pt x="6108" y="493"/>
                    <a:pt x="4946" y="631"/>
                    <a:pt x="3783" y="779"/>
                  </a:cubicBezTo>
                  <a:cubicBezTo>
                    <a:pt x="2749" y="907"/>
                    <a:pt x="1715" y="1045"/>
                    <a:pt x="680" y="1183"/>
                  </a:cubicBezTo>
                  <a:cubicBezTo>
                    <a:pt x="434" y="1222"/>
                    <a:pt x="208" y="1321"/>
                    <a:pt x="80" y="1537"/>
                  </a:cubicBezTo>
                  <a:cubicBezTo>
                    <a:pt x="30" y="1616"/>
                    <a:pt x="1" y="1725"/>
                    <a:pt x="30" y="1794"/>
                  </a:cubicBezTo>
                  <a:cubicBezTo>
                    <a:pt x="60" y="1853"/>
                    <a:pt x="178" y="1902"/>
                    <a:pt x="257" y="1902"/>
                  </a:cubicBezTo>
                  <a:cubicBezTo>
                    <a:pt x="533" y="1892"/>
                    <a:pt x="818" y="1872"/>
                    <a:pt x="1094" y="1843"/>
                  </a:cubicBezTo>
                  <a:cubicBezTo>
                    <a:pt x="2660" y="1656"/>
                    <a:pt x="4217" y="1459"/>
                    <a:pt x="5783" y="1271"/>
                  </a:cubicBezTo>
                  <a:cubicBezTo>
                    <a:pt x="7024" y="1114"/>
                    <a:pt x="8265" y="956"/>
                    <a:pt x="9507" y="808"/>
                  </a:cubicBezTo>
                  <a:cubicBezTo>
                    <a:pt x="9861" y="769"/>
                    <a:pt x="10216" y="740"/>
                    <a:pt x="10571" y="710"/>
                  </a:cubicBezTo>
                  <a:lnTo>
                    <a:pt x="10571" y="434"/>
                  </a:lnTo>
                  <a:cubicBezTo>
                    <a:pt x="10048" y="493"/>
                    <a:pt x="9517" y="543"/>
                    <a:pt x="8994" y="611"/>
                  </a:cubicBezTo>
                  <a:cubicBezTo>
                    <a:pt x="8206" y="700"/>
                    <a:pt x="7418" y="808"/>
                    <a:pt x="6630" y="897"/>
                  </a:cubicBezTo>
                  <a:cubicBezTo>
                    <a:pt x="5635" y="1015"/>
                    <a:pt x="4631" y="1124"/>
                    <a:pt x="3626" y="1242"/>
                  </a:cubicBezTo>
                  <a:cubicBezTo>
                    <a:pt x="2542" y="1380"/>
                    <a:pt x="1459" y="1518"/>
                    <a:pt x="375" y="1656"/>
                  </a:cubicBezTo>
                  <a:cubicBezTo>
                    <a:pt x="365" y="1636"/>
                    <a:pt x="365" y="1616"/>
                    <a:pt x="355" y="1597"/>
                  </a:cubicBezTo>
                  <a:cubicBezTo>
                    <a:pt x="464" y="1547"/>
                    <a:pt x="572" y="1478"/>
                    <a:pt x="690" y="1459"/>
                  </a:cubicBezTo>
                  <a:cubicBezTo>
                    <a:pt x="1429" y="1350"/>
                    <a:pt x="2178" y="1242"/>
                    <a:pt x="2926" y="1153"/>
                  </a:cubicBezTo>
                  <a:cubicBezTo>
                    <a:pt x="3872" y="1025"/>
                    <a:pt x="4828" y="917"/>
                    <a:pt x="5773" y="808"/>
                  </a:cubicBezTo>
                  <a:cubicBezTo>
                    <a:pt x="6601" y="710"/>
                    <a:pt x="7428" y="611"/>
                    <a:pt x="8256" y="523"/>
                  </a:cubicBezTo>
                  <a:cubicBezTo>
                    <a:pt x="8985" y="434"/>
                    <a:pt x="9714" y="355"/>
                    <a:pt x="10442" y="277"/>
                  </a:cubicBezTo>
                  <a:cubicBezTo>
                    <a:pt x="10456" y="273"/>
                    <a:pt x="10470" y="272"/>
                    <a:pt x="10484" y="272"/>
                  </a:cubicBezTo>
                  <a:cubicBezTo>
                    <a:pt x="10514" y="272"/>
                    <a:pt x="10544" y="277"/>
                    <a:pt x="10571" y="277"/>
                  </a:cubicBezTo>
                  <a:lnTo>
                    <a:pt x="105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9"/>
            <p:cNvSpPr/>
            <p:nvPr/>
          </p:nvSpPr>
          <p:spPr>
            <a:xfrm>
              <a:off x="8542742" y="798760"/>
              <a:ext cx="441158" cy="245096"/>
            </a:xfrm>
            <a:custGeom>
              <a:avLst/>
              <a:gdLst/>
              <a:ahLst/>
              <a:cxnLst/>
              <a:rect l="l" t="t" r="r" b="b"/>
              <a:pathLst>
                <a:path w="8668" h="4815" extrusionOk="0">
                  <a:moveTo>
                    <a:pt x="8668" y="0"/>
                  </a:moveTo>
                  <a:cubicBezTo>
                    <a:pt x="8589" y="30"/>
                    <a:pt x="8500" y="59"/>
                    <a:pt x="8421" y="99"/>
                  </a:cubicBezTo>
                  <a:cubicBezTo>
                    <a:pt x="6323" y="1084"/>
                    <a:pt x="4235" y="2069"/>
                    <a:pt x="2146" y="3054"/>
                  </a:cubicBezTo>
                  <a:cubicBezTo>
                    <a:pt x="1624" y="3300"/>
                    <a:pt x="1112" y="3566"/>
                    <a:pt x="590" y="3822"/>
                  </a:cubicBezTo>
                  <a:cubicBezTo>
                    <a:pt x="294" y="3970"/>
                    <a:pt x="137" y="4236"/>
                    <a:pt x="48" y="4551"/>
                  </a:cubicBezTo>
                  <a:cubicBezTo>
                    <a:pt x="0" y="4718"/>
                    <a:pt x="62" y="4815"/>
                    <a:pt x="196" y="4815"/>
                  </a:cubicBezTo>
                  <a:cubicBezTo>
                    <a:pt x="228" y="4815"/>
                    <a:pt x="264" y="4809"/>
                    <a:pt x="304" y="4798"/>
                  </a:cubicBezTo>
                  <a:cubicBezTo>
                    <a:pt x="373" y="4768"/>
                    <a:pt x="442" y="4738"/>
                    <a:pt x="521" y="4699"/>
                  </a:cubicBezTo>
                  <a:cubicBezTo>
                    <a:pt x="1861" y="4088"/>
                    <a:pt x="3210" y="3487"/>
                    <a:pt x="4550" y="2857"/>
                  </a:cubicBezTo>
                  <a:cubicBezTo>
                    <a:pt x="5860" y="2236"/>
                    <a:pt x="7160" y="1596"/>
                    <a:pt x="8461" y="966"/>
                  </a:cubicBezTo>
                  <a:cubicBezTo>
                    <a:pt x="8530" y="936"/>
                    <a:pt x="8599" y="926"/>
                    <a:pt x="8668" y="907"/>
                  </a:cubicBezTo>
                  <a:lnTo>
                    <a:pt x="8668" y="591"/>
                  </a:lnTo>
                  <a:cubicBezTo>
                    <a:pt x="8283" y="769"/>
                    <a:pt x="7879" y="946"/>
                    <a:pt x="7505" y="1143"/>
                  </a:cubicBezTo>
                  <a:cubicBezTo>
                    <a:pt x="5771" y="2030"/>
                    <a:pt x="3988" y="2808"/>
                    <a:pt x="2205" y="3586"/>
                  </a:cubicBezTo>
                  <a:cubicBezTo>
                    <a:pt x="1644" y="3832"/>
                    <a:pt x="1102" y="4128"/>
                    <a:pt x="551" y="4394"/>
                  </a:cubicBezTo>
                  <a:cubicBezTo>
                    <a:pt x="501" y="4413"/>
                    <a:pt x="452" y="4433"/>
                    <a:pt x="383" y="4463"/>
                  </a:cubicBezTo>
                  <a:cubicBezTo>
                    <a:pt x="432" y="4246"/>
                    <a:pt x="570" y="4138"/>
                    <a:pt x="728" y="4059"/>
                  </a:cubicBezTo>
                  <a:cubicBezTo>
                    <a:pt x="1122" y="3852"/>
                    <a:pt x="1516" y="3655"/>
                    <a:pt x="1920" y="3458"/>
                  </a:cubicBezTo>
                  <a:cubicBezTo>
                    <a:pt x="4117" y="2424"/>
                    <a:pt x="6313" y="1389"/>
                    <a:pt x="8510" y="345"/>
                  </a:cubicBezTo>
                  <a:cubicBezTo>
                    <a:pt x="8559" y="325"/>
                    <a:pt x="8618" y="296"/>
                    <a:pt x="8668" y="276"/>
                  </a:cubicBezTo>
                  <a:lnTo>
                    <a:pt x="86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9"/>
            <p:cNvSpPr/>
            <p:nvPr/>
          </p:nvSpPr>
          <p:spPr>
            <a:xfrm>
              <a:off x="8191703" y="2086081"/>
              <a:ext cx="255747" cy="195873"/>
            </a:xfrm>
            <a:custGeom>
              <a:avLst/>
              <a:gdLst/>
              <a:ahLst/>
              <a:cxnLst/>
              <a:rect l="l" t="t" r="r" b="b"/>
              <a:pathLst>
                <a:path w="5025" h="3848" extrusionOk="0">
                  <a:moveTo>
                    <a:pt x="1921" y="261"/>
                  </a:moveTo>
                  <a:cubicBezTo>
                    <a:pt x="1971" y="379"/>
                    <a:pt x="2010" y="497"/>
                    <a:pt x="2059" y="606"/>
                  </a:cubicBezTo>
                  <a:cubicBezTo>
                    <a:pt x="2158" y="842"/>
                    <a:pt x="2237" y="1098"/>
                    <a:pt x="2365" y="1325"/>
                  </a:cubicBezTo>
                  <a:cubicBezTo>
                    <a:pt x="2427" y="1439"/>
                    <a:pt x="2486" y="1493"/>
                    <a:pt x="2553" y="1493"/>
                  </a:cubicBezTo>
                  <a:cubicBezTo>
                    <a:pt x="2613" y="1493"/>
                    <a:pt x="2679" y="1448"/>
                    <a:pt x="2759" y="1364"/>
                  </a:cubicBezTo>
                  <a:cubicBezTo>
                    <a:pt x="2867" y="1256"/>
                    <a:pt x="2985" y="1157"/>
                    <a:pt x="3123" y="1020"/>
                  </a:cubicBezTo>
                  <a:cubicBezTo>
                    <a:pt x="3310" y="1650"/>
                    <a:pt x="3202" y="2241"/>
                    <a:pt x="3172" y="2832"/>
                  </a:cubicBezTo>
                  <a:cubicBezTo>
                    <a:pt x="2887" y="2714"/>
                    <a:pt x="2847" y="2477"/>
                    <a:pt x="2808" y="2241"/>
                  </a:cubicBezTo>
                  <a:cubicBezTo>
                    <a:pt x="2788" y="2142"/>
                    <a:pt x="2788" y="2044"/>
                    <a:pt x="2749" y="1955"/>
                  </a:cubicBezTo>
                  <a:cubicBezTo>
                    <a:pt x="2729" y="1916"/>
                    <a:pt x="2650" y="1867"/>
                    <a:pt x="2601" y="1867"/>
                  </a:cubicBezTo>
                  <a:cubicBezTo>
                    <a:pt x="2571" y="1867"/>
                    <a:pt x="2522" y="1945"/>
                    <a:pt x="2512" y="1995"/>
                  </a:cubicBezTo>
                  <a:cubicBezTo>
                    <a:pt x="2502" y="2074"/>
                    <a:pt x="2522" y="2162"/>
                    <a:pt x="2532" y="2271"/>
                  </a:cubicBezTo>
                  <a:cubicBezTo>
                    <a:pt x="2374" y="2162"/>
                    <a:pt x="2237" y="2064"/>
                    <a:pt x="2207" y="1867"/>
                  </a:cubicBezTo>
                  <a:cubicBezTo>
                    <a:pt x="2187" y="1699"/>
                    <a:pt x="2148" y="1532"/>
                    <a:pt x="2089" y="1364"/>
                  </a:cubicBezTo>
                  <a:cubicBezTo>
                    <a:pt x="2079" y="1305"/>
                    <a:pt x="2000" y="1266"/>
                    <a:pt x="1951" y="1226"/>
                  </a:cubicBezTo>
                  <a:cubicBezTo>
                    <a:pt x="1911" y="1285"/>
                    <a:pt x="1872" y="1345"/>
                    <a:pt x="1852" y="1404"/>
                  </a:cubicBezTo>
                  <a:cubicBezTo>
                    <a:pt x="1842" y="1463"/>
                    <a:pt x="1862" y="1522"/>
                    <a:pt x="1872" y="1620"/>
                  </a:cubicBezTo>
                  <a:cubicBezTo>
                    <a:pt x="1793" y="1542"/>
                    <a:pt x="1754" y="1482"/>
                    <a:pt x="1695" y="1443"/>
                  </a:cubicBezTo>
                  <a:cubicBezTo>
                    <a:pt x="1626" y="1404"/>
                    <a:pt x="1547" y="1394"/>
                    <a:pt x="1468" y="1364"/>
                  </a:cubicBezTo>
                  <a:lnTo>
                    <a:pt x="1468" y="1364"/>
                  </a:lnTo>
                  <a:cubicBezTo>
                    <a:pt x="1478" y="1443"/>
                    <a:pt x="1458" y="1542"/>
                    <a:pt x="1498" y="1601"/>
                  </a:cubicBezTo>
                  <a:cubicBezTo>
                    <a:pt x="1577" y="1729"/>
                    <a:pt x="1695" y="1847"/>
                    <a:pt x="1813" y="1995"/>
                  </a:cubicBezTo>
                  <a:cubicBezTo>
                    <a:pt x="1586" y="2024"/>
                    <a:pt x="1389" y="2044"/>
                    <a:pt x="1192" y="2093"/>
                  </a:cubicBezTo>
                  <a:cubicBezTo>
                    <a:pt x="1133" y="2103"/>
                    <a:pt x="1084" y="2172"/>
                    <a:pt x="1035" y="2221"/>
                  </a:cubicBezTo>
                  <a:cubicBezTo>
                    <a:pt x="1094" y="2261"/>
                    <a:pt x="1163" y="2330"/>
                    <a:pt x="1222" y="2330"/>
                  </a:cubicBezTo>
                  <a:cubicBezTo>
                    <a:pt x="1448" y="2310"/>
                    <a:pt x="1675" y="2261"/>
                    <a:pt x="1902" y="2241"/>
                  </a:cubicBezTo>
                  <a:cubicBezTo>
                    <a:pt x="1912" y="2240"/>
                    <a:pt x="1922" y="2239"/>
                    <a:pt x="1933" y="2239"/>
                  </a:cubicBezTo>
                  <a:cubicBezTo>
                    <a:pt x="2005" y="2239"/>
                    <a:pt x="2088" y="2267"/>
                    <a:pt x="2148" y="2310"/>
                  </a:cubicBezTo>
                  <a:cubicBezTo>
                    <a:pt x="2266" y="2399"/>
                    <a:pt x="2374" y="2517"/>
                    <a:pt x="2512" y="2635"/>
                  </a:cubicBezTo>
                  <a:cubicBezTo>
                    <a:pt x="2365" y="2684"/>
                    <a:pt x="2237" y="2704"/>
                    <a:pt x="2118" y="2753"/>
                  </a:cubicBezTo>
                  <a:cubicBezTo>
                    <a:pt x="2049" y="2793"/>
                    <a:pt x="1961" y="2881"/>
                    <a:pt x="1971" y="2940"/>
                  </a:cubicBezTo>
                  <a:cubicBezTo>
                    <a:pt x="1976" y="3009"/>
                    <a:pt x="2009" y="3029"/>
                    <a:pt x="2054" y="3029"/>
                  </a:cubicBezTo>
                  <a:cubicBezTo>
                    <a:pt x="2093" y="3029"/>
                    <a:pt x="2141" y="3013"/>
                    <a:pt x="2187" y="3000"/>
                  </a:cubicBezTo>
                  <a:cubicBezTo>
                    <a:pt x="2237" y="2980"/>
                    <a:pt x="2305" y="2980"/>
                    <a:pt x="2355" y="2950"/>
                  </a:cubicBezTo>
                  <a:cubicBezTo>
                    <a:pt x="2449" y="2906"/>
                    <a:pt x="2538" y="2885"/>
                    <a:pt x="2621" y="2885"/>
                  </a:cubicBezTo>
                  <a:cubicBezTo>
                    <a:pt x="2814" y="2885"/>
                    <a:pt x="2978" y="3000"/>
                    <a:pt x="3123" y="3206"/>
                  </a:cubicBezTo>
                  <a:cubicBezTo>
                    <a:pt x="2804" y="3286"/>
                    <a:pt x="2488" y="3358"/>
                    <a:pt x="2164" y="3358"/>
                  </a:cubicBezTo>
                  <a:cubicBezTo>
                    <a:pt x="1969" y="3358"/>
                    <a:pt x="1770" y="3332"/>
                    <a:pt x="1567" y="3265"/>
                  </a:cubicBezTo>
                  <a:cubicBezTo>
                    <a:pt x="1833" y="2822"/>
                    <a:pt x="1803" y="2763"/>
                    <a:pt x="1330" y="2635"/>
                  </a:cubicBezTo>
                  <a:cubicBezTo>
                    <a:pt x="1054" y="2556"/>
                    <a:pt x="779" y="2487"/>
                    <a:pt x="503" y="2408"/>
                  </a:cubicBezTo>
                  <a:cubicBezTo>
                    <a:pt x="434" y="2389"/>
                    <a:pt x="365" y="2349"/>
                    <a:pt x="266" y="2300"/>
                  </a:cubicBezTo>
                  <a:cubicBezTo>
                    <a:pt x="414" y="2231"/>
                    <a:pt x="532" y="2182"/>
                    <a:pt x="641" y="2133"/>
                  </a:cubicBezTo>
                  <a:cubicBezTo>
                    <a:pt x="897" y="2014"/>
                    <a:pt x="946" y="1877"/>
                    <a:pt x="818" y="1630"/>
                  </a:cubicBezTo>
                  <a:cubicBezTo>
                    <a:pt x="690" y="1374"/>
                    <a:pt x="542" y="1138"/>
                    <a:pt x="414" y="882"/>
                  </a:cubicBezTo>
                  <a:cubicBezTo>
                    <a:pt x="375" y="793"/>
                    <a:pt x="365" y="685"/>
                    <a:pt x="385" y="557"/>
                  </a:cubicBezTo>
                  <a:lnTo>
                    <a:pt x="385" y="557"/>
                  </a:lnTo>
                  <a:cubicBezTo>
                    <a:pt x="493" y="635"/>
                    <a:pt x="611" y="724"/>
                    <a:pt x="719" y="813"/>
                  </a:cubicBezTo>
                  <a:cubicBezTo>
                    <a:pt x="788" y="862"/>
                    <a:pt x="857" y="921"/>
                    <a:pt x="936" y="980"/>
                  </a:cubicBezTo>
                  <a:cubicBezTo>
                    <a:pt x="1063" y="1079"/>
                    <a:pt x="1158" y="1129"/>
                    <a:pt x="1235" y="1129"/>
                  </a:cubicBezTo>
                  <a:cubicBezTo>
                    <a:pt x="1343" y="1129"/>
                    <a:pt x="1417" y="1030"/>
                    <a:pt x="1498" y="822"/>
                  </a:cubicBezTo>
                  <a:cubicBezTo>
                    <a:pt x="1586" y="616"/>
                    <a:pt x="1695" y="409"/>
                    <a:pt x="1921" y="261"/>
                  </a:cubicBezTo>
                  <a:close/>
                  <a:moveTo>
                    <a:pt x="1921" y="0"/>
                  </a:moveTo>
                  <a:cubicBezTo>
                    <a:pt x="1856" y="0"/>
                    <a:pt x="1786" y="25"/>
                    <a:pt x="1714" y="74"/>
                  </a:cubicBezTo>
                  <a:cubicBezTo>
                    <a:pt x="1626" y="133"/>
                    <a:pt x="1547" y="212"/>
                    <a:pt x="1488" y="291"/>
                  </a:cubicBezTo>
                  <a:cubicBezTo>
                    <a:pt x="1379" y="458"/>
                    <a:pt x="1291" y="645"/>
                    <a:pt x="1182" y="822"/>
                  </a:cubicBezTo>
                  <a:cubicBezTo>
                    <a:pt x="985" y="675"/>
                    <a:pt x="779" y="497"/>
                    <a:pt x="562" y="360"/>
                  </a:cubicBezTo>
                  <a:cubicBezTo>
                    <a:pt x="488" y="307"/>
                    <a:pt x="417" y="283"/>
                    <a:pt x="352" y="283"/>
                  </a:cubicBezTo>
                  <a:cubicBezTo>
                    <a:pt x="210" y="283"/>
                    <a:pt x="103" y="402"/>
                    <a:pt x="89" y="606"/>
                  </a:cubicBezTo>
                  <a:cubicBezTo>
                    <a:pt x="79" y="665"/>
                    <a:pt x="79" y="734"/>
                    <a:pt x="109" y="793"/>
                  </a:cubicBezTo>
                  <a:cubicBezTo>
                    <a:pt x="207" y="1020"/>
                    <a:pt x="306" y="1256"/>
                    <a:pt x="414" y="1473"/>
                  </a:cubicBezTo>
                  <a:cubicBezTo>
                    <a:pt x="473" y="1591"/>
                    <a:pt x="552" y="1709"/>
                    <a:pt x="631" y="1837"/>
                  </a:cubicBezTo>
                  <a:cubicBezTo>
                    <a:pt x="503" y="1896"/>
                    <a:pt x="394" y="1936"/>
                    <a:pt x="296" y="1985"/>
                  </a:cubicBezTo>
                  <a:cubicBezTo>
                    <a:pt x="168" y="2044"/>
                    <a:pt x="10" y="2103"/>
                    <a:pt x="0" y="2290"/>
                  </a:cubicBezTo>
                  <a:cubicBezTo>
                    <a:pt x="0" y="2477"/>
                    <a:pt x="148" y="2556"/>
                    <a:pt x="296" y="2615"/>
                  </a:cubicBezTo>
                  <a:cubicBezTo>
                    <a:pt x="434" y="2674"/>
                    <a:pt x="591" y="2724"/>
                    <a:pt x="739" y="2763"/>
                  </a:cubicBezTo>
                  <a:cubicBezTo>
                    <a:pt x="966" y="2822"/>
                    <a:pt x="1192" y="2881"/>
                    <a:pt x="1429" y="2931"/>
                  </a:cubicBezTo>
                  <a:cubicBezTo>
                    <a:pt x="1212" y="3334"/>
                    <a:pt x="1301" y="3512"/>
                    <a:pt x="1744" y="3591"/>
                  </a:cubicBezTo>
                  <a:lnTo>
                    <a:pt x="1803" y="3591"/>
                  </a:lnTo>
                  <a:cubicBezTo>
                    <a:pt x="1921" y="3607"/>
                    <a:pt x="2039" y="3615"/>
                    <a:pt x="2155" y="3615"/>
                  </a:cubicBezTo>
                  <a:cubicBezTo>
                    <a:pt x="2522" y="3615"/>
                    <a:pt x="2880" y="3540"/>
                    <a:pt x="3231" y="3443"/>
                  </a:cubicBezTo>
                  <a:cubicBezTo>
                    <a:pt x="3259" y="3432"/>
                    <a:pt x="3289" y="3428"/>
                    <a:pt x="3319" y="3428"/>
                  </a:cubicBezTo>
                  <a:cubicBezTo>
                    <a:pt x="3375" y="3428"/>
                    <a:pt x="3433" y="3443"/>
                    <a:pt x="3478" y="3462"/>
                  </a:cubicBezTo>
                  <a:cubicBezTo>
                    <a:pt x="3714" y="3571"/>
                    <a:pt x="3941" y="3728"/>
                    <a:pt x="4187" y="3797"/>
                  </a:cubicBezTo>
                  <a:cubicBezTo>
                    <a:pt x="4357" y="3842"/>
                    <a:pt x="4538" y="3847"/>
                    <a:pt x="4718" y="3847"/>
                  </a:cubicBezTo>
                  <a:cubicBezTo>
                    <a:pt x="4777" y="3847"/>
                    <a:pt x="4837" y="3847"/>
                    <a:pt x="4896" y="3847"/>
                  </a:cubicBezTo>
                  <a:cubicBezTo>
                    <a:pt x="4945" y="3847"/>
                    <a:pt x="4985" y="3748"/>
                    <a:pt x="5024" y="3699"/>
                  </a:cubicBezTo>
                  <a:cubicBezTo>
                    <a:pt x="4969" y="3662"/>
                    <a:pt x="4914" y="3599"/>
                    <a:pt x="4875" y="3599"/>
                  </a:cubicBezTo>
                  <a:cubicBezTo>
                    <a:pt x="4872" y="3599"/>
                    <a:pt x="4869" y="3600"/>
                    <a:pt x="4867" y="3600"/>
                  </a:cubicBezTo>
                  <a:cubicBezTo>
                    <a:pt x="4790" y="3615"/>
                    <a:pt x="4715" y="3622"/>
                    <a:pt x="4643" y="3622"/>
                  </a:cubicBezTo>
                  <a:cubicBezTo>
                    <a:pt x="4236" y="3622"/>
                    <a:pt x="3901" y="3406"/>
                    <a:pt x="3566" y="3197"/>
                  </a:cubicBezTo>
                  <a:cubicBezTo>
                    <a:pt x="3458" y="3128"/>
                    <a:pt x="3419" y="3029"/>
                    <a:pt x="3428" y="2901"/>
                  </a:cubicBezTo>
                  <a:cubicBezTo>
                    <a:pt x="3448" y="2448"/>
                    <a:pt x="3468" y="1995"/>
                    <a:pt x="3478" y="1542"/>
                  </a:cubicBezTo>
                  <a:cubicBezTo>
                    <a:pt x="3478" y="1364"/>
                    <a:pt x="3438" y="1177"/>
                    <a:pt x="3389" y="1000"/>
                  </a:cubicBezTo>
                  <a:cubicBezTo>
                    <a:pt x="3341" y="855"/>
                    <a:pt x="3252" y="781"/>
                    <a:pt x="3145" y="781"/>
                  </a:cubicBezTo>
                  <a:cubicBezTo>
                    <a:pt x="3078" y="781"/>
                    <a:pt x="3003" y="811"/>
                    <a:pt x="2926" y="872"/>
                  </a:cubicBezTo>
                  <a:cubicBezTo>
                    <a:pt x="2798" y="960"/>
                    <a:pt x="2699" y="1059"/>
                    <a:pt x="2562" y="1177"/>
                  </a:cubicBezTo>
                  <a:cubicBezTo>
                    <a:pt x="2493" y="1010"/>
                    <a:pt x="2424" y="852"/>
                    <a:pt x="2365" y="694"/>
                  </a:cubicBezTo>
                  <a:cubicBezTo>
                    <a:pt x="2305" y="527"/>
                    <a:pt x="2256" y="350"/>
                    <a:pt x="2187" y="192"/>
                  </a:cubicBezTo>
                  <a:cubicBezTo>
                    <a:pt x="2120" y="64"/>
                    <a:pt x="2027" y="0"/>
                    <a:pt x="1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9"/>
            <p:cNvSpPr/>
            <p:nvPr/>
          </p:nvSpPr>
          <p:spPr>
            <a:xfrm>
              <a:off x="8364652" y="1074018"/>
              <a:ext cx="158487" cy="354536"/>
            </a:xfrm>
            <a:custGeom>
              <a:avLst/>
              <a:gdLst/>
              <a:ahLst/>
              <a:cxnLst/>
              <a:rect l="l" t="t" r="r" b="b"/>
              <a:pathLst>
                <a:path w="3114" h="6965" extrusionOk="0">
                  <a:moveTo>
                    <a:pt x="1597" y="266"/>
                  </a:moveTo>
                  <a:cubicBezTo>
                    <a:pt x="1656" y="434"/>
                    <a:pt x="1725" y="601"/>
                    <a:pt x="1784" y="769"/>
                  </a:cubicBezTo>
                  <a:cubicBezTo>
                    <a:pt x="1823" y="897"/>
                    <a:pt x="1843" y="1025"/>
                    <a:pt x="1882" y="1153"/>
                  </a:cubicBezTo>
                  <a:cubicBezTo>
                    <a:pt x="1941" y="1336"/>
                    <a:pt x="2022" y="1416"/>
                    <a:pt x="2161" y="1416"/>
                  </a:cubicBezTo>
                  <a:cubicBezTo>
                    <a:pt x="2209" y="1416"/>
                    <a:pt x="2263" y="1407"/>
                    <a:pt x="2326" y="1389"/>
                  </a:cubicBezTo>
                  <a:cubicBezTo>
                    <a:pt x="2424" y="1360"/>
                    <a:pt x="2533" y="1360"/>
                    <a:pt x="2631" y="1350"/>
                  </a:cubicBezTo>
                  <a:lnTo>
                    <a:pt x="2631" y="1350"/>
                  </a:lnTo>
                  <a:cubicBezTo>
                    <a:pt x="2621" y="1458"/>
                    <a:pt x="2631" y="1567"/>
                    <a:pt x="2601" y="1665"/>
                  </a:cubicBezTo>
                  <a:cubicBezTo>
                    <a:pt x="2503" y="1961"/>
                    <a:pt x="2385" y="2256"/>
                    <a:pt x="2276" y="2552"/>
                  </a:cubicBezTo>
                  <a:cubicBezTo>
                    <a:pt x="2178" y="2867"/>
                    <a:pt x="2237" y="2985"/>
                    <a:pt x="2542" y="3093"/>
                  </a:cubicBezTo>
                  <a:cubicBezTo>
                    <a:pt x="2749" y="3172"/>
                    <a:pt x="2789" y="3241"/>
                    <a:pt x="2710" y="3428"/>
                  </a:cubicBezTo>
                  <a:cubicBezTo>
                    <a:pt x="2473" y="3960"/>
                    <a:pt x="2158" y="4423"/>
                    <a:pt x="1715" y="4876"/>
                  </a:cubicBezTo>
                  <a:cubicBezTo>
                    <a:pt x="1744" y="4541"/>
                    <a:pt x="1774" y="4266"/>
                    <a:pt x="1784" y="3980"/>
                  </a:cubicBezTo>
                  <a:cubicBezTo>
                    <a:pt x="1813" y="3300"/>
                    <a:pt x="1833" y="2621"/>
                    <a:pt x="1853" y="1931"/>
                  </a:cubicBezTo>
                  <a:cubicBezTo>
                    <a:pt x="1853" y="1842"/>
                    <a:pt x="1833" y="1744"/>
                    <a:pt x="1794" y="1665"/>
                  </a:cubicBezTo>
                  <a:cubicBezTo>
                    <a:pt x="1764" y="1616"/>
                    <a:pt x="1685" y="1586"/>
                    <a:pt x="1626" y="1547"/>
                  </a:cubicBezTo>
                  <a:cubicBezTo>
                    <a:pt x="1607" y="1606"/>
                    <a:pt x="1547" y="1665"/>
                    <a:pt x="1547" y="1724"/>
                  </a:cubicBezTo>
                  <a:cubicBezTo>
                    <a:pt x="1676" y="2788"/>
                    <a:pt x="1518" y="3852"/>
                    <a:pt x="1439" y="4916"/>
                  </a:cubicBezTo>
                  <a:cubicBezTo>
                    <a:pt x="1429" y="4945"/>
                    <a:pt x="1419" y="4975"/>
                    <a:pt x="1410" y="5014"/>
                  </a:cubicBezTo>
                  <a:cubicBezTo>
                    <a:pt x="1390" y="5024"/>
                    <a:pt x="1360" y="5034"/>
                    <a:pt x="1341" y="5044"/>
                  </a:cubicBezTo>
                  <a:cubicBezTo>
                    <a:pt x="1065" y="4679"/>
                    <a:pt x="769" y="4325"/>
                    <a:pt x="513" y="3960"/>
                  </a:cubicBezTo>
                  <a:cubicBezTo>
                    <a:pt x="365" y="3744"/>
                    <a:pt x="415" y="3665"/>
                    <a:pt x="661" y="3606"/>
                  </a:cubicBezTo>
                  <a:cubicBezTo>
                    <a:pt x="1134" y="3487"/>
                    <a:pt x="1144" y="3448"/>
                    <a:pt x="878" y="3044"/>
                  </a:cubicBezTo>
                  <a:cubicBezTo>
                    <a:pt x="779" y="2887"/>
                    <a:pt x="681" y="2739"/>
                    <a:pt x="592" y="2571"/>
                  </a:cubicBezTo>
                  <a:cubicBezTo>
                    <a:pt x="562" y="2502"/>
                    <a:pt x="533" y="2394"/>
                    <a:pt x="562" y="2335"/>
                  </a:cubicBezTo>
                  <a:cubicBezTo>
                    <a:pt x="592" y="2286"/>
                    <a:pt x="710" y="2296"/>
                    <a:pt x="789" y="2286"/>
                  </a:cubicBezTo>
                  <a:cubicBezTo>
                    <a:pt x="835" y="2286"/>
                    <a:pt x="894" y="2299"/>
                    <a:pt x="940" y="2299"/>
                  </a:cubicBezTo>
                  <a:cubicBezTo>
                    <a:pt x="963" y="2299"/>
                    <a:pt x="983" y="2296"/>
                    <a:pt x="996" y="2286"/>
                  </a:cubicBezTo>
                  <a:cubicBezTo>
                    <a:pt x="1084" y="2217"/>
                    <a:pt x="1193" y="2118"/>
                    <a:pt x="1213" y="2020"/>
                  </a:cubicBezTo>
                  <a:cubicBezTo>
                    <a:pt x="1301" y="1567"/>
                    <a:pt x="1350" y="1113"/>
                    <a:pt x="1419" y="660"/>
                  </a:cubicBezTo>
                  <a:cubicBezTo>
                    <a:pt x="1439" y="532"/>
                    <a:pt x="1498" y="404"/>
                    <a:pt x="1538" y="276"/>
                  </a:cubicBezTo>
                  <a:cubicBezTo>
                    <a:pt x="1557" y="276"/>
                    <a:pt x="1577" y="266"/>
                    <a:pt x="1597" y="266"/>
                  </a:cubicBezTo>
                  <a:close/>
                  <a:moveTo>
                    <a:pt x="1538" y="0"/>
                  </a:moveTo>
                  <a:cubicBezTo>
                    <a:pt x="1449" y="0"/>
                    <a:pt x="1341" y="109"/>
                    <a:pt x="1291" y="197"/>
                  </a:cubicBezTo>
                  <a:cubicBezTo>
                    <a:pt x="1213" y="345"/>
                    <a:pt x="1163" y="503"/>
                    <a:pt x="1134" y="670"/>
                  </a:cubicBezTo>
                  <a:cubicBezTo>
                    <a:pt x="1075" y="1064"/>
                    <a:pt x="1025" y="1458"/>
                    <a:pt x="986" y="1852"/>
                  </a:cubicBezTo>
                  <a:cubicBezTo>
                    <a:pt x="970" y="1975"/>
                    <a:pt x="933" y="2037"/>
                    <a:pt x="835" y="2037"/>
                  </a:cubicBezTo>
                  <a:cubicBezTo>
                    <a:pt x="816" y="2037"/>
                    <a:pt x="794" y="2034"/>
                    <a:pt x="769" y="2030"/>
                  </a:cubicBezTo>
                  <a:cubicBezTo>
                    <a:pt x="759" y="2026"/>
                    <a:pt x="747" y="2025"/>
                    <a:pt x="734" y="2025"/>
                  </a:cubicBezTo>
                  <a:cubicBezTo>
                    <a:pt x="708" y="2025"/>
                    <a:pt x="677" y="2030"/>
                    <a:pt x="651" y="2030"/>
                  </a:cubicBezTo>
                  <a:cubicBezTo>
                    <a:pt x="336" y="2030"/>
                    <a:pt x="198" y="2207"/>
                    <a:pt x="287" y="2512"/>
                  </a:cubicBezTo>
                  <a:cubicBezTo>
                    <a:pt x="316" y="2630"/>
                    <a:pt x="375" y="2739"/>
                    <a:pt x="434" y="2837"/>
                  </a:cubicBezTo>
                  <a:cubicBezTo>
                    <a:pt x="523" y="2985"/>
                    <a:pt x="621" y="3133"/>
                    <a:pt x="720" y="3300"/>
                  </a:cubicBezTo>
                  <a:cubicBezTo>
                    <a:pt x="99" y="3487"/>
                    <a:pt x="1" y="3744"/>
                    <a:pt x="385" y="4256"/>
                  </a:cubicBezTo>
                  <a:cubicBezTo>
                    <a:pt x="661" y="4610"/>
                    <a:pt x="986" y="4926"/>
                    <a:pt x="1281" y="5270"/>
                  </a:cubicBezTo>
                  <a:cubicBezTo>
                    <a:pt x="1321" y="5310"/>
                    <a:pt x="1350" y="5389"/>
                    <a:pt x="1341" y="5448"/>
                  </a:cubicBezTo>
                  <a:cubicBezTo>
                    <a:pt x="1252" y="5881"/>
                    <a:pt x="1153" y="6315"/>
                    <a:pt x="1065" y="6748"/>
                  </a:cubicBezTo>
                  <a:cubicBezTo>
                    <a:pt x="1045" y="6837"/>
                    <a:pt x="1025" y="6955"/>
                    <a:pt x="1153" y="6965"/>
                  </a:cubicBezTo>
                  <a:cubicBezTo>
                    <a:pt x="1213" y="6965"/>
                    <a:pt x="1291" y="6876"/>
                    <a:pt x="1311" y="6807"/>
                  </a:cubicBezTo>
                  <a:cubicBezTo>
                    <a:pt x="1419" y="6354"/>
                    <a:pt x="1508" y="5901"/>
                    <a:pt x="1616" y="5448"/>
                  </a:cubicBezTo>
                  <a:cubicBezTo>
                    <a:pt x="1646" y="5349"/>
                    <a:pt x="1705" y="5241"/>
                    <a:pt x="1784" y="5182"/>
                  </a:cubicBezTo>
                  <a:cubicBezTo>
                    <a:pt x="2296" y="4729"/>
                    <a:pt x="2670" y="4177"/>
                    <a:pt x="2946" y="3566"/>
                  </a:cubicBezTo>
                  <a:cubicBezTo>
                    <a:pt x="3114" y="3192"/>
                    <a:pt x="3005" y="2985"/>
                    <a:pt x="2631" y="2837"/>
                  </a:cubicBezTo>
                  <a:cubicBezTo>
                    <a:pt x="2513" y="2798"/>
                    <a:pt x="2503" y="2739"/>
                    <a:pt x="2542" y="2630"/>
                  </a:cubicBezTo>
                  <a:cubicBezTo>
                    <a:pt x="2631" y="2384"/>
                    <a:pt x="2730" y="2138"/>
                    <a:pt x="2818" y="1882"/>
                  </a:cubicBezTo>
                  <a:cubicBezTo>
                    <a:pt x="2858" y="1734"/>
                    <a:pt x="2907" y="1586"/>
                    <a:pt x="2917" y="1439"/>
                  </a:cubicBezTo>
                  <a:cubicBezTo>
                    <a:pt x="2925" y="1195"/>
                    <a:pt x="2790" y="1051"/>
                    <a:pt x="2579" y="1051"/>
                  </a:cubicBezTo>
                  <a:cubicBezTo>
                    <a:pt x="2542" y="1051"/>
                    <a:pt x="2504" y="1056"/>
                    <a:pt x="2464" y="1064"/>
                  </a:cubicBezTo>
                  <a:cubicBezTo>
                    <a:pt x="2365" y="1084"/>
                    <a:pt x="2276" y="1113"/>
                    <a:pt x="2168" y="1143"/>
                  </a:cubicBezTo>
                  <a:cubicBezTo>
                    <a:pt x="2138" y="1035"/>
                    <a:pt x="2119" y="936"/>
                    <a:pt x="2079" y="838"/>
                  </a:cubicBezTo>
                  <a:cubicBezTo>
                    <a:pt x="2001" y="611"/>
                    <a:pt x="1941" y="384"/>
                    <a:pt x="1833" y="178"/>
                  </a:cubicBezTo>
                  <a:cubicBezTo>
                    <a:pt x="1784" y="89"/>
                    <a:pt x="1636" y="0"/>
                    <a:pt x="15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9"/>
            <p:cNvSpPr/>
            <p:nvPr/>
          </p:nvSpPr>
          <p:spPr>
            <a:xfrm>
              <a:off x="8276447" y="1424809"/>
              <a:ext cx="41123" cy="37159"/>
            </a:xfrm>
            <a:custGeom>
              <a:avLst/>
              <a:gdLst/>
              <a:ahLst/>
              <a:cxnLst/>
              <a:rect l="l" t="t" r="r" b="b"/>
              <a:pathLst>
                <a:path w="808" h="730" extrusionOk="0">
                  <a:moveTo>
                    <a:pt x="316" y="1"/>
                  </a:moveTo>
                  <a:cubicBezTo>
                    <a:pt x="267" y="1"/>
                    <a:pt x="220" y="10"/>
                    <a:pt x="197" y="33"/>
                  </a:cubicBezTo>
                  <a:cubicBezTo>
                    <a:pt x="59" y="152"/>
                    <a:pt x="0" y="299"/>
                    <a:pt x="79" y="486"/>
                  </a:cubicBezTo>
                  <a:cubicBezTo>
                    <a:pt x="128" y="601"/>
                    <a:pt x="328" y="730"/>
                    <a:pt x="484" y="730"/>
                  </a:cubicBezTo>
                  <a:cubicBezTo>
                    <a:pt x="515" y="730"/>
                    <a:pt x="545" y="725"/>
                    <a:pt x="572" y="713"/>
                  </a:cubicBezTo>
                  <a:cubicBezTo>
                    <a:pt x="660" y="674"/>
                    <a:pt x="729" y="546"/>
                    <a:pt x="808" y="457"/>
                  </a:cubicBezTo>
                  <a:cubicBezTo>
                    <a:pt x="769" y="270"/>
                    <a:pt x="611" y="73"/>
                    <a:pt x="414" y="14"/>
                  </a:cubicBezTo>
                  <a:cubicBezTo>
                    <a:pt x="385" y="5"/>
                    <a:pt x="350" y="1"/>
                    <a:pt x="3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9"/>
            <p:cNvSpPr/>
            <p:nvPr/>
          </p:nvSpPr>
          <p:spPr>
            <a:xfrm>
              <a:off x="8283929" y="1376202"/>
              <a:ext cx="34659" cy="29320"/>
            </a:xfrm>
            <a:custGeom>
              <a:avLst/>
              <a:gdLst/>
              <a:ahLst/>
              <a:cxnLst/>
              <a:rect l="l" t="t" r="r" b="b"/>
              <a:pathLst>
                <a:path w="681" h="576" extrusionOk="0">
                  <a:moveTo>
                    <a:pt x="263" y="0"/>
                  </a:moveTo>
                  <a:cubicBezTo>
                    <a:pt x="101" y="0"/>
                    <a:pt x="29" y="75"/>
                    <a:pt x="21" y="259"/>
                  </a:cubicBezTo>
                  <a:cubicBezTo>
                    <a:pt x="1" y="476"/>
                    <a:pt x="80" y="555"/>
                    <a:pt x="365" y="575"/>
                  </a:cubicBezTo>
                  <a:cubicBezTo>
                    <a:pt x="369" y="575"/>
                    <a:pt x="372" y="575"/>
                    <a:pt x="376" y="575"/>
                  </a:cubicBezTo>
                  <a:cubicBezTo>
                    <a:pt x="484" y="575"/>
                    <a:pt x="642" y="433"/>
                    <a:pt x="661" y="328"/>
                  </a:cubicBezTo>
                  <a:cubicBezTo>
                    <a:pt x="681" y="171"/>
                    <a:pt x="523" y="23"/>
                    <a:pt x="326" y="3"/>
                  </a:cubicBezTo>
                  <a:cubicBezTo>
                    <a:pt x="304" y="1"/>
                    <a:pt x="283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9"/>
            <p:cNvSpPr/>
            <p:nvPr/>
          </p:nvSpPr>
          <p:spPr>
            <a:xfrm>
              <a:off x="8337575" y="1411423"/>
              <a:ext cx="33133" cy="30185"/>
            </a:xfrm>
            <a:custGeom>
              <a:avLst/>
              <a:gdLst/>
              <a:ahLst/>
              <a:cxnLst/>
              <a:rect l="l" t="t" r="r" b="b"/>
              <a:pathLst>
                <a:path w="651" h="593" extrusionOk="0">
                  <a:moveTo>
                    <a:pt x="346" y="1"/>
                  </a:moveTo>
                  <a:cubicBezTo>
                    <a:pt x="159" y="1"/>
                    <a:pt x="1" y="149"/>
                    <a:pt x="11" y="316"/>
                  </a:cubicBezTo>
                  <a:cubicBezTo>
                    <a:pt x="11" y="444"/>
                    <a:pt x="178" y="592"/>
                    <a:pt x="306" y="592"/>
                  </a:cubicBezTo>
                  <a:cubicBezTo>
                    <a:pt x="312" y="592"/>
                    <a:pt x="317" y="592"/>
                    <a:pt x="322" y="592"/>
                  </a:cubicBezTo>
                  <a:cubicBezTo>
                    <a:pt x="493" y="592"/>
                    <a:pt x="651" y="439"/>
                    <a:pt x="641" y="277"/>
                  </a:cubicBezTo>
                  <a:cubicBezTo>
                    <a:pt x="641" y="80"/>
                    <a:pt x="562" y="11"/>
                    <a:pt x="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9"/>
            <p:cNvSpPr/>
            <p:nvPr/>
          </p:nvSpPr>
          <p:spPr>
            <a:xfrm>
              <a:off x="8687545" y="1541316"/>
              <a:ext cx="1578" cy="2545"/>
            </a:xfrm>
            <a:custGeom>
              <a:avLst/>
              <a:gdLst/>
              <a:ahLst/>
              <a:cxnLst/>
              <a:rect l="l" t="t" r="r" b="b"/>
              <a:pathLst>
                <a:path w="31" h="50" extrusionOk="0">
                  <a:moveTo>
                    <a:pt x="20" y="0"/>
                  </a:moveTo>
                  <a:cubicBezTo>
                    <a:pt x="11" y="10"/>
                    <a:pt x="1" y="10"/>
                    <a:pt x="1" y="20"/>
                  </a:cubicBezTo>
                  <a:cubicBezTo>
                    <a:pt x="1" y="30"/>
                    <a:pt x="1" y="40"/>
                    <a:pt x="11" y="49"/>
                  </a:cubicBezTo>
                  <a:cubicBezTo>
                    <a:pt x="20" y="49"/>
                    <a:pt x="20" y="40"/>
                    <a:pt x="30" y="30"/>
                  </a:cubicBezTo>
                  <a:cubicBezTo>
                    <a:pt x="30" y="20"/>
                    <a:pt x="20" y="10"/>
                    <a:pt x="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9"/>
            <p:cNvSpPr/>
            <p:nvPr/>
          </p:nvSpPr>
          <p:spPr>
            <a:xfrm>
              <a:off x="8413310" y="744604"/>
              <a:ext cx="570584" cy="189561"/>
            </a:xfrm>
            <a:custGeom>
              <a:avLst/>
              <a:gdLst/>
              <a:ahLst/>
              <a:cxnLst/>
              <a:rect l="l" t="t" r="r" b="b"/>
              <a:pathLst>
                <a:path w="11211" h="3724" extrusionOk="0">
                  <a:moveTo>
                    <a:pt x="11211" y="0"/>
                  </a:moveTo>
                  <a:cubicBezTo>
                    <a:pt x="10895" y="69"/>
                    <a:pt x="10570" y="128"/>
                    <a:pt x="10255" y="217"/>
                  </a:cubicBezTo>
                  <a:cubicBezTo>
                    <a:pt x="7871" y="857"/>
                    <a:pt x="5487" y="1498"/>
                    <a:pt x="3103" y="2148"/>
                  </a:cubicBezTo>
                  <a:cubicBezTo>
                    <a:pt x="2345" y="2355"/>
                    <a:pt x="1586" y="2571"/>
                    <a:pt x="838" y="2798"/>
                  </a:cubicBezTo>
                  <a:cubicBezTo>
                    <a:pt x="513" y="2897"/>
                    <a:pt x="237" y="3094"/>
                    <a:pt x="60" y="3399"/>
                  </a:cubicBezTo>
                  <a:cubicBezTo>
                    <a:pt x="30" y="3468"/>
                    <a:pt x="0" y="3586"/>
                    <a:pt x="30" y="3625"/>
                  </a:cubicBezTo>
                  <a:cubicBezTo>
                    <a:pt x="69" y="3685"/>
                    <a:pt x="188" y="3724"/>
                    <a:pt x="266" y="3724"/>
                  </a:cubicBezTo>
                  <a:cubicBezTo>
                    <a:pt x="414" y="3714"/>
                    <a:pt x="572" y="3675"/>
                    <a:pt x="729" y="3635"/>
                  </a:cubicBezTo>
                  <a:cubicBezTo>
                    <a:pt x="3557" y="2818"/>
                    <a:pt x="6384" y="2010"/>
                    <a:pt x="9211" y="1192"/>
                  </a:cubicBezTo>
                  <a:cubicBezTo>
                    <a:pt x="9881" y="1005"/>
                    <a:pt x="10541" y="818"/>
                    <a:pt x="11211" y="631"/>
                  </a:cubicBezTo>
                  <a:lnTo>
                    <a:pt x="11211" y="355"/>
                  </a:lnTo>
                  <a:cubicBezTo>
                    <a:pt x="10718" y="493"/>
                    <a:pt x="10216" y="621"/>
                    <a:pt x="9723" y="769"/>
                  </a:cubicBezTo>
                  <a:cubicBezTo>
                    <a:pt x="6719" y="1636"/>
                    <a:pt x="3714" y="2493"/>
                    <a:pt x="710" y="3359"/>
                  </a:cubicBezTo>
                  <a:cubicBezTo>
                    <a:pt x="611" y="3389"/>
                    <a:pt x="513" y="3409"/>
                    <a:pt x="404" y="3438"/>
                  </a:cubicBezTo>
                  <a:lnTo>
                    <a:pt x="375" y="3369"/>
                  </a:lnTo>
                  <a:cubicBezTo>
                    <a:pt x="552" y="3271"/>
                    <a:pt x="720" y="3123"/>
                    <a:pt x="907" y="3064"/>
                  </a:cubicBezTo>
                  <a:cubicBezTo>
                    <a:pt x="1537" y="2857"/>
                    <a:pt x="2168" y="2670"/>
                    <a:pt x="2808" y="2502"/>
                  </a:cubicBezTo>
                  <a:cubicBezTo>
                    <a:pt x="5428" y="1783"/>
                    <a:pt x="8058" y="1084"/>
                    <a:pt x="10688" y="375"/>
                  </a:cubicBezTo>
                  <a:cubicBezTo>
                    <a:pt x="10856" y="335"/>
                    <a:pt x="11033" y="306"/>
                    <a:pt x="11211" y="276"/>
                  </a:cubicBezTo>
                  <a:lnTo>
                    <a:pt x="112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0" name="Google Shape;550;p29"/>
          <p:cNvGrpSpPr/>
          <p:nvPr/>
        </p:nvGrpSpPr>
        <p:grpSpPr>
          <a:xfrm>
            <a:off x="5073400" y="1289769"/>
            <a:ext cx="1532904" cy="1392407"/>
            <a:chOff x="5073400" y="1289769"/>
            <a:chExt cx="1532904" cy="1392407"/>
          </a:xfrm>
        </p:grpSpPr>
        <p:sp>
          <p:nvSpPr>
            <p:cNvPr id="551" name="Google Shape;551;p29"/>
            <p:cNvSpPr/>
            <p:nvPr/>
          </p:nvSpPr>
          <p:spPr>
            <a:xfrm>
              <a:off x="5073400" y="1539259"/>
              <a:ext cx="1532904" cy="903994"/>
            </a:xfrm>
            <a:custGeom>
              <a:avLst/>
              <a:gdLst/>
              <a:ahLst/>
              <a:cxnLst/>
              <a:rect l="l" t="t" r="r" b="b"/>
              <a:pathLst>
                <a:path w="20402" h="12030" extrusionOk="0">
                  <a:moveTo>
                    <a:pt x="14060" y="0"/>
                  </a:moveTo>
                  <a:cubicBezTo>
                    <a:pt x="10648" y="0"/>
                    <a:pt x="9022" y="2520"/>
                    <a:pt x="6374" y="2913"/>
                  </a:cubicBezTo>
                  <a:cubicBezTo>
                    <a:pt x="3320" y="3366"/>
                    <a:pt x="1" y="3996"/>
                    <a:pt x="2739" y="6508"/>
                  </a:cubicBezTo>
                  <a:cubicBezTo>
                    <a:pt x="4759" y="8370"/>
                    <a:pt x="2749" y="11394"/>
                    <a:pt x="6266" y="11966"/>
                  </a:cubicBezTo>
                  <a:cubicBezTo>
                    <a:pt x="6538" y="12009"/>
                    <a:pt x="6787" y="12030"/>
                    <a:pt x="7017" y="12030"/>
                  </a:cubicBezTo>
                  <a:cubicBezTo>
                    <a:pt x="9751" y="12030"/>
                    <a:pt x="9703" y="9141"/>
                    <a:pt x="11575" y="7887"/>
                  </a:cubicBezTo>
                  <a:cubicBezTo>
                    <a:pt x="13614" y="6528"/>
                    <a:pt x="14974" y="5967"/>
                    <a:pt x="17348" y="5513"/>
                  </a:cubicBezTo>
                  <a:cubicBezTo>
                    <a:pt x="19732" y="5060"/>
                    <a:pt x="20401" y="1209"/>
                    <a:pt x="15762" y="194"/>
                  </a:cubicBezTo>
                  <a:cubicBezTo>
                    <a:pt x="15146" y="59"/>
                    <a:pt x="14582" y="0"/>
                    <a:pt x="140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2" name="Google Shape;552;p29"/>
            <p:cNvGrpSpPr/>
            <p:nvPr/>
          </p:nvGrpSpPr>
          <p:grpSpPr>
            <a:xfrm>
              <a:off x="5227470" y="1289769"/>
              <a:ext cx="1011567" cy="1392407"/>
              <a:chOff x="6609290" y="2570258"/>
              <a:chExt cx="273707" cy="376754"/>
            </a:xfrm>
          </p:grpSpPr>
          <p:sp>
            <p:nvSpPr>
              <p:cNvPr id="553" name="Google Shape;553;p29"/>
              <p:cNvSpPr/>
              <p:nvPr/>
            </p:nvSpPr>
            <p:spPr>
              <a:xfrm>
                <a:off x="6609290" y="2570258"/>
                <a:ext cx="273707" cy="376754"/>
              </a:xfrm>
              <a:custGeom>
                <a:avLst/>
                <a:gdLst/>
                <a:ahLst/>
                <a:cxnLst/>
                <a:rect l="l" t="t" r="r" b="b"/>
                <a:pathLst>
                  <a:path w="6965" h="9586" extrusionOk="0">
                    <a:moveTo>
                      <a:pt x="5764" y="1334"/>
                    </a:moveTo>
                    <a:cubicBezTo>
                      <a:pt x="5884" y="1334"/>
                      <a:pt x="5995" y="1387"/>
                      <a:pt x="6088" y="1498"/>
                    </a:cubicBezTo>
                    <a:cubicBezTo>
                      <a:pt x="6157" y="1587"/>
                      <a:pt x="6226" y="1695"/>
                      <a:pt x="6265" y="1793"/>
                    </a:cubicBezTo>
                    <a:cubicBezTo>
                      <a:pt x="6374" y="2030"/>
                      <a:pt x="6472" y="2276"/>
                      <a:pt x="6462" y="2542"/>
                    </a:cubicBezTo>
                    <a:cubicBezTo>
                      <a:pt x="6462" y="2572"/>
                      <a:pt x="6462" y="2591"/>
                      <a:pt x="6462" y="2621"/>
                    </a:cubicBezTo>
                    <a:cubicBezTo>
                      <a:pt x="6454" y="2811"/>
                      <a:pt x="6348" y="2918"/>
                      <a:pt x="6186" y="2918"/>
                    </a:cubicBezTo>
                    <a:cubicBezTo>
                      <a:pt x="6155" y="2918"/>
                      <a:pt x="6122" y="2914"/>
                      <a:pt x="6088" y="2907"/>
                    </a:cubicBezTo>
                    <a:cubicBezTo>
                      <a:pt x="5901" y="2857"/>
                      <a:pt x="5802" y="2719"/>
                      <a:pt x="5714" y="2572"/>
                    </a:cubicBezTo>
                    <a:cubicBezTo>
                      <a:pt x="5605" y="2394"/>
                      <a:pt x="5507" y="2217"/>
                      <a:pt x="5398" y="2040"/>
                    </a:cubicBezTo>
                    <a:cubicBezTo>
                      <a:pt x="5369" y="1981"/>
                      <a:pt x="5349" y="1921"/>
                      <a:pt x="5339" y="1853"/>
                    </a:cubicBezTo>
                    <a:cubicBezTo>
                      <a:pt x="5300" y="1665"/>
                      <a:pt x="5388" y="1468"/>
                      <a:pt x="5546" y="1390"/>
                    </a:cubicBezTo>
                    <a:cubicBezTo>
                      <a:pt x="5620" y="1353"/>
                      <a:pt x="5693" y="1334"/>
                      <a:pt x="5764" y="1334"/>
                    </a:cubicBezTo>
                    <a:close/>
                    <a:moveTo>
                      <a:pt x="5852" y="5098"/>
                    </a:moveTo>
                    <a:cubicBezTo>
                      <a:pt x="5877" y="5098"/>
                      <a:pt x="5904" y="5100"/>
                      <a:pt x="5930" y="5103"/>
                    </a:cubicBezTo>
                    <a:cubicBezTo>
                      <a:pt x="6137" y="5143"/>
                      <a:pt x="6334" y="5359"/>
                      <a:pt x="6383" y="5566"/>
                    </a:cubicBezTo>
                    <a:cubicBezTo>
                      <a:pt x="6413" y="5704"/>
                      <a:pt x="6423" y="5842"/>
                      <a:pt x="6442" y="5970"/>
                    </a:cubicBezTo>
                    <a:cubicBezTo>
                      <a:pt x="6452" y="6226"/>
                      <a:pt x="6344" y="6443"/>
                      <a:pt x="6245" y="6670"/>
                    </a:cubicBezTo>
                    <a:cubicBezTo>
                      <a:pt x="6236" y="6689"/>
                      <a:pt x="6216" y="6719"/>
                      <a:pt x="6206" y="6719"/>
                    </a:cubicBezTo>
                    <a:cubicBezTo>
                      <a:pt x="6102" y="6733"/>
                      <a:pt x="5997" y="6776"/>
                      <a:pt x="5896" y="6776"/>
                    </a:cubicBezTo>
                    <a:cubicBezTo>
                      <a:pt x="5855" y="6776"/>
                      <a:pt x="5813" y="6769"/>
                      <a:pt x="5773" y="6748"/>
                    </a:cubicBezTo>
                    <a:cubicBezTo>
                      <a:pt x="5576" y="6650"/>
                      <a:pt x="5418" y="6492"/>
                      <a:pt x="5359" y="6276"/>
                    </a:cubicBezTo>
                    <a:cubicBezTo>
                      <a:pt x="5290" y="6029"/>
                      <a:pt x="5290" y="5783"/>
                      <a:pt x="5329" y="5537"/>
                    </a:cubicBezTo>
                    <a:cubicBezTo>
                      <a:pt x="5383" y="5269"/>
                      <a:pt x="5599" y="5098"/>
                      <a:pt x="5852" y="5098"/>
                    </a:cubicBezTo>
                    <a:close/>
                    <a:moveTo>
                      <a:pt x="5157" y="891"/>
                    </a:moveTo>
                    <a:cubicBezTo>
                      <a:pt x="5314" y="891"/>
                      <a:pt x="5468" y="911"/>
                      <a:pt x="5635" y="927"/>
                    </a:cubicBezTo>
                    <a:cubicBezTo>
                      <a:pt x="5704" y="1005"/>
                      <a:pt x="5763" y="1094"/>
                      <a:pt x="5842" y="1202"/>
                    </a:cubicBezTo>
                    <a:cubicBezTo>
                      <a:pt x="5723" y="1242"/>
                      <a:pt x="5635" y="1271"/>
                      <a:pt x="5536" y="1311"/>
                    </a:cubicBezTo>
                    <a:cubicBezTo>
                      <a:pt x="5320" y="1390"/>
                      <a:pt x="5191" y="1724"/>
                      <a:pt x="5280" y="1971"/>
                    </a:cubicBezTo>
                    <a:cubicBezTo>
                      <a:pt x="5280" y="1981"/>
                      <a:pt x="5280" y="1990"/>
                      <a:pt x="5280" y="1990"/>
                    </a:cubicBezTo>
                    <a:cubicBezTo>
                      <a:pt x="5457" y="2276"/>
                      <a:pt x="5635" y="2552"/>
                      <a:pt x="5812" y="2838"/>
                    </a:cubicBezTo>
                    <a:cubicBezTo>
                      <a:pt x="5822" y="2857"/>
                      <a:pt x="5832" y="2867"/>
                      <a:pt x="5851" y="2877"/>
                    </a:cubicBezTo>
                    <a:cubicBezTo>
                      <a:pt x="5954" y="2971"/>
                      <a:pt x="6064" y="3018"/>
                      <a:pt x="6167" y="3018"/>
                    </a:cubicBezTo>
                    <a:cubicBezTo>
                      <a:pt x="6312" y="3018"/>
                      <a:pt x="6445" y="2927"/>
                      <a:pt x="6531" y="2749"/>
                    </a:cubicBezTo>
                    <a:cubicBezTo>
                      <a:pt x="6620" y="2788"/>
                      <a:pt x="6669" y="2867"/>
                      <a:pt x="6679" y="2956"/>
                    </a:cubicBezTo>
                    <a:cubicBezTo>
                      <a:pt x="6699" y="3113"/>
                      <a:pt x="6718" y="3281"/>
                      <a:pt x="6708" y="3439"/>
                    </a:cubicBezTo>
                    <a:cubicBezTo>
                      <a:pt x="6699" y="3606"/>
                      <a:pt x="6689" y="3764"/>
                      <a:pt x="6748" y="3921"/>
                    </a:cubicBezTo>
                    <a:cubicBezTo>
                      <a:pt x="6915" y="4404"/>
                      <a:pt x="6817" y="4857"/>
                      <a:pt x="6610" y="5300"/>
                    </a:cubicBezTo>
                    <a:cubicBezTo>
                      <a:pt x="6571" y="5369"/>
                      <a:pt x="6531" y="5448"/>
                      <a:pt x="6492" y="5527"/>
                    </a:cubicBezTo>
                    <a:cubicBezTo>
                      <a:pt x="6413" y="5418"/>
                      <a:pt x="6354" y="5320"/>
                      <a:pt x="6285" y="5231"/>
                    </a:cubicBezTo>
                    <a:cubicBezTo>
                      <a:pt x="6173" y="5091"/>
                      <a:pt x="6014" y="5024"/>
                      <a:pt x="5853" y="5024"/>
                    </a:cubicBezTo>
                    <a:cubicBezTo>
                      <a:pt x="5676" y="5024"/>
                      <a:pt x="5498" y="5106"/>
                      <a:pt x="5379" y="5261"/>
                    </a:cubicBezTo>
                    <a:cubicBezTo>
                      <a:pt x="5113" y="5606"/>
                      <a:pt x="5201" y="6354"/>
                      <a:pt x="5457" y="6620"/>
                    </a:cubicBezTo>
                    <a:cubicBezTo>
                      <a:pt x="5595" y="6778"/>
                      <a:pt x="5753" y="6906"/>
                      <a:pt x="5989" y="6906"/>
                    </a:cubicBezTo>
                    <a:cubicBezTo>
                      <a:pt x="6009" y="7251"/>
                      <a:pt x="5950" y="7546"/>
                      <a:pt x="5684" y="7773"/>
                    </a:cubicBezTo>
                    <a:cubicBezTo>
                      <a:pt x="5605" y="7852"/>
                      <a:pt x="5556" y="7940"/>
                      <a:pt x="5566" y="8049"/>
                    </a:cubicBezTo>
                    <a:cubicBezTo>
                      <a:pt x="5576" y="8127"/>
                      <a:pt x="5576" y="8206"/>
                      <a:pt x="5576" y="8285"/>
                    </a:cubicBezTo>
                    <a:cubicBezTo>
                      <a:pt x="5576" y="8374"/>
                      <a:pt x="5556" y="8462"/>
                      <a:pt x="5448" y="8512"/>
                    </a:cubicBezTo>
                    <a:cubicBezTo>
                      <a:pt x="5349" y="8423"/>
                      <a:pt x="5428" y="8226"/>
                      <a:pt x="5231" y="8216"/>
                    </a:cubicBezTo>
                    <a:cubicBezTo>
                      <a:pt x="5182" y="8354"/>
                      <a:pt x="5162" y="8492"/>
                      <a:pt x="5191" y="8630"/>
                    </a:cubicBezTo>
                    <a:cubicBezTo>
                      <a:pt x="5241" y="8827"/>
                      <a:pt x="5280" y="9024"/>
                      <a:pt x="5320" y="9231"/>
                    </a:cubicBezTo>
                    <a:cubicBezTo>
                      <a:pt x="5329" y="9280"/>
                      <a:pt x="5320" y="9329"/>
                      <a:pt x="5320" y="9378"/>
                    </a:cubicBezTo>
                    <a:cubicBezTo>
                      <a:pt x="5300" y="9457"/>
                      <a:pt x="5251" y="9487"/>
                      <a:pt x="5182" y="9497"/>
                    </a:cubicBezTo>
                    <a:cubicBezTo>
                      <a:pt x="5103" y="9497"/>
                      <a:pt x="5063" y="9457"/>
                      <a:pt x="5054" y="9398"/>
                    </a:cubicBezTo>
                    <a:cubicBezTo>
                      <a:pt x="4975" y="9113"/>
                      <a:pt x="4896" y="8827"/>
                      <a:pt x="4955" y="8531"/>
                    </a:cubicBezTo>
                    <a:cubicBezTo>
                      <a:pt x="5014" y="8196"/>
                      <a:pt x="4994" y="7871"/>
                      <a:pt x="4925" y="7546"/>
                    </a:cubicBezTo>
                    <a:cubicBezTo>
                      <a:pt x="4906" y="7477"/>
                      <a:pt x="4896" y="7398"/>
                      <a:pt x="4906" y="7330"/>
                    </a:cubicBezTo>
                    <a:cubicBezTo>
                      <a:pt x="4925" y="7123"/>
                      <a:pt x="4886" y="6936"/>
                      <a:pt x="4797" y="6748"/>
                    </a:cubicBezTo>
                    <a:cubicBezTo>
                      <a:pt x="4719" y="6551"/>
                      <a:pt x="4610" y="6394"/>
                      <a:pt x="4413" y="6285"/>
                    </a:cubicBezTo>
                    <a:cubicBezTo>
                      <a:pt x="4098" y="6108"/>
                      <a:pt x="3881" y="5832"/>
                      <a:pt x="3734" y="5497"/>
                    </a:cubicBezTo>
                    <a:cubicBezTo>
                      <a:pt x="3655" y="5310"/>
                      <a:pt x="3586" y="5113"/>
                      <a:pt x="3487" y="4926"/>
                    </a:cubicBezTo>
                    <a:cubicBezTo>
                      <a:pt x="3448" y="4847"/>
                      <a:pt x="3359" y="4778"/>
                      <a:pt x="3280" y="4729"/>
                    </a:cubicBezTo>
                    <a:cubicBezTo>
                      <a:pt x="3202" y="4670"/>
                      <a:pt x="3113" y="4630"/>
                      <a:pt x="3024" y="4591"/>
                    </a:cubicBezTo>
                    <a:cubicBezTo>
                      <a:pt x="2788" y="4512"/>
                      <a:pt x="2581" y="4364"/>
                      <a:pt x="2404" y="4197"/>
                    </a:cubicBezTo>
                    <a:cubicBezTo>
                      <a:pt x="2177" y="3970"/>
                      <a:pt x="1891" y="3852"/>
                      <a:pt x="1606" y="3724"/>
                    </a:cubicBezTo>
                    <a:cubicBezTo>
                      <a:pt x="1231" y="3557"/>
                      <a:pt x="916" y="3320"/>
                      <a:pt x="660" y="2976"/>
                    </a:cubicBezTo>
                    <a:cubicBezTo>
                      <a:pt x="956" y="2463"/>
                      <a:pt x="1389" y="2128"/>
                      <a:pt x="1931" y="1921"/>
                    </a:cubicBezTo>
                    <a:cubicBezTo>
                      <a:pt x="2197" y="1813"/>
                      <a:pt x="2463" y="1715"/>
                      <a:pt x="2729" y="1606"/>
                    </a:cubicBezTo>
                    <a:cubicBezTo>
                      <a:pt x="2758" y="1596"/>
                      <a:pt x="2808" y="1587"/>
                      <a:pt x="2827" y="1557"/>
                    </a:cubicBezTo>
                    <a:cubicBezTo>
                      <a:pt x="2965" y="1409"/>
                      <a:pt x="3152" y="1399"/>
                      <a:pt x="3330" y="1380"/>
                    </a:cubicBezTo>
                    <a:cubicBezTo>
                      <a:pt x="3674" y="1340"/>
                      <a:pt x="3990" y="1242"/>
                      <a:pt x="4265" y="1015"/>
                    </a:cubicBezTo>
                    <a:cubicBezTo>
                      <a:pt x="4354" y="936"/>
                      <a:pt x="4472" y="907"/>
                      <a:pt x="4591" y="907"/>
                    </a:cubicBezTo>
                    <a:cubicBezTo>
                      <a:pt x="4622" y="905"/>
                      <a:pt x="4654" y="904"/>
                      <a:pt x="4686" y="904"/>
                    </a:cubicBezTo>
                    <a:cubicBezTo>
                      <a:pt x="4743" y="904"/>
                      <a:pt x="4801" y="906"/>
                      <a:pt x="4858" y="906"/>
                    </a:cubicBezTo>
                    <a:cubicBezTo>
                      <a:pt x="4911" y="906"/>
                      <a:pt x="4963" y="904"/>
                      <a:pt x="5014" y="897"/>
                    </a:cubicBezTo>
                    <a:cubicBezTo>
                      <a:pt x="5062" y="892"/>
                      <a:pt x="5110" y="891"/>
                      <a:pt x="5157" y="891"/>
                    </a:cubicBezTo>
                    <a:close/>
                    <a:moveTo>
                      <a:pt x="5118" y="0"/>
                    </a:moveTo>
                    <a:cubicBezTo>
                      <a:pt x="4759" y="0"/>
                      <a:pt x="4419" y="111"/>
                      <a:pt x="4068" y="168"/>
                    </a:cubicBezTo>
                    <a:cubicBezTo>
                      <a:pt x="3990" y="188"/>
                      <a:pt x="3921" y="237"/>
                      <a:pt x="3842" y="237"/>
                    </a:cubicBezTo>
                    <a:cubicBezTo>
                      <a:pt x="3576" y="247"/>
                      <a:pt x="3320" y="326"/>
                      <a:pt x="3064" y="395"/>
                    </a:cubicBezTo>
                    <a:cubicBezTo>
                      <a:pt x="2837" y="464"/>
                      <a:pt x="2601" y="503"/>
                      <a:pt x="2384" y="582"/>
                    </a:cubicBezTo>
                    <a:cubicBezTo>
                      <a:pt x="1763" y="808"/>
                      <a:pt x="1192" y="1133"/>
                      <a:pt x="690" y="1557"/>
                    </a:cubicBezTo>
                    <a:cubicBezTo>
                      <a:pt x="453" y="1754"/>
                      <a:pt x="246" y="1981"/>
                      <a:pt x="118" y="2256"/>
                    </a:cubicBezTo>
                    <a:cubicBezTo>
                      <a:pt x="0" y="2493"/>
                      <a:pt x="89" y="2759"/>
                      <a:pt x="315" y="2867"/>
                    </a:cubicBezTo>
                    <a:cubicBezTo>
                      <a:pt x="296" y="2838"/>
                      <a:pt x="276" y="2798"/>
                      <a:pt x="256" y="2769"/>
                    </a:cubicBezTo>
                    <a:cubicBezTo>
                      <a:pt x="168" y="2631"/>
                      <a:pt x="118" y="2493"/>
                      <a:pt x="187" y="2325"/>
                    </a:cubicBezTo>
                    <a:cubicBezTo>
                      <a:pt x="276" y="2099"/>
                      <a:pt x="404" y="1912"/>
                      <a:pt x="581" y="1764"/>
                    </a:cubicBezTo>
                    <a:cubicBezTo>
                      <a:pt x="739" y="1626"/>
                      <a:pt x="897" y="1508"/>
                      <a:pt x="1054" y="1380"/>
                    </a:cubicBezTo>
                    <a:cubicBezTo>
                      <a:pt x="1537" y="1005"/>
                      <a:pt x="2079" y="759"/>
                      <a:pt x="2670" y="582"/>
                    </a:cubicBezTo>
                    <a:cubicBezTo>
                      <a:pt x="2748" y="562"/>
                      <a:pt x="2827" y="552"/>
                      <a:pt x="2906" y="533"/>
                    </a:cubicBezTo>
                    <a:cubicBezTo>
                      <a:pt x="3044" y="493"/>
                      <a:pt x="3182" y="444"/>
                      <a:pt x="3320" y="414"/>
                    </a:cubicBezTo>
                    <a:cubicBezTo>
                      <a:pt x="3655" y="336"/>
                      <a:pt x="3990" y="267"/>
                      <a:pt x="4325" y="198"/>
                    </a:cubicBezTo>
                    <a:cubicBezTo>
                      <a:pt x="4581" y="148"/>
                      <a:pt x="4847" y="89"/>
                      <a:pt x="5103" y="89"/>
                    </a:cubicBezTo>
                    <a:cubicBezTo>
                      <a:pt x="5359" y="89"/>
                      <a:pt x="5615" y="148"/>
                      <a:pt x="5763" y="414"/>
                    </a:cubicBezTo>
                    <a:cubicBezTo>
                      <a:pt x="5812" y="513"/>
                      <a:pt x="5881" y="621"/>
                      <a:pt x="5822" y="720"/>
                    </a:cubicBezTo>
                    <a:cubicBezTo>
                      <a:pt x="5765" y="805"/>
                      <a:pt x="5682" y="824"/>
                      <a:pt x="5596" y="824"/>
                    </a:cubicBezTo>
                    <a:cubicBezTo>
                      <a:pt x="5563" y="824"/>
                      <a:pt x="5530" y="821"/>
                      <a:pt x="5497" y="818"/>
                    </a:cubicBezTo>
                    <a:cubicBezTo>
                      <a:pt x="5467" y="818"/>
                      <a:pt x="5438" y="799"/>
                      <a:pt x="5398" y="799"/>
                    </a:cubicBezTo>
                    <a:cubicBezTo>
                      <a:pt x="5335" y="799"/>
                      <a:pt x="5266" y="786"/>
                      <a:pt x="5200" y="786"/>
                    </a:cubicBezTo>
                    <a:cubicBezTo>
                      <a:pt x="5184" y="786"/>
                      <a:pt x="5168" y="787"/>
                      <a:pt x="5152" y="789"/>
                    </a:cubicBezTo>
                    <a:cubicBezTo>
                      <a:pt x="5026" y="806"/>
                      <a:pt x="4903" y="816"/>
                      <a:pt x="4780" y="816"/>
                    </a:cubicBezTo>
                    <a:cubicBezTo>
                      <a:pt x="4692" y="816"/>
                      <a:pt x="4603" y="811"/>
                      <a:pt x="4512" y="799"/>
                    </a:cubicBezTo>
                    <a:cubicBezTo>
                      <a:pt x="4498" y="797"/>
                      <a:pt x="4484" y="796"/>
                      <a:pt x="4472" y="796"/>
                    </a:cubicBezTo>
                    <a:cubicBezTo>
                      <a:pt x="4404" y="796"/>
                      <a:pt x="4352" y="819"/>
                      <a:pt x="4285" y="877"/>
                    </a:cubicBezTo>
                    <a:cubicBezTo>
                      <a:pt x="3940" y="1193"/>
                      <a:pt x="3527" y="1301"/>
                      <a:pt x="3064" y="1301"/>
                    </a:cubicBezTo>
                    <a:cubicBezTo>
                      <a:pt x="3051" y="1301"/>
                      <a:pt x="3039" y="1301"/>
                      <a:pt x="3026" y="1301"/>
                    </a:cubicBezTo>
                    <a:cubicBezTo>
                      <a:pt x="2953" y="1301"/>
                      <a:pt x="2889" y="1308"/>
                      <a:pt x="2847" y="1409"/>
                    </a:cubicBezTo>
                    <a:cubicBezTo>
                      <a:pt x="2817" y="1468"/>
                      <a:pt x="2739" y="1498"/>
                      <a:pt x="2680" y="1537"/>
                    </a:cubicBezTo>
                    <a:cubicBezTo>
                      <a:pt x="2414" y="1675"/>
                      <a:pt x="2138" y="1774"/>
                      <a:pt x="1852" y="1872"/>
                    </a:cubicBezTo>
                    <a:cubicBezTo>
                      <a:pt x="1527" y="1981"/>
                      <a:pt x="1241" y="2158"/>
                      <a:pt x="995" y="2404"/>
                    </a:cubicBezTo>
                    <a:cubicBezTo>
                      <a:pt x="926" y="2473"/>
                      <a:pt x="897" y="2601"/>
                      <a:pt x="759" y="2611"/>
                    </a:cubicBezTo>
                    <a:cubicBezTo>
                      <a:pt x="749" y="2611"/>
                      <a:pt x="739" y="2641"/>
                      <a:pt x="739" y="2660"/>
                    </a:cubicBezTo>
                    <a:cubicBezTo>
                      <a:pt x="719" y="2788"/>
                      <a:pt x="631" y="2857"/>
                      <a:pt x="542" y="2946"/>
                    </a:cubicBezTo>
                    <a:cubicBezTo>
                      <a:pt x="778" y="3301"/>
                      <a:pt x="1084" y="3557"/>
                      <a:pt x="1458" y="3744"/>
                    </a:cubicBezTo>
                    <a:cubicBezTo>
                      <a:pt x="1793" y="3911"/>
                      <a:pt x="2148" y="4059"/>
                      <a:pt x="2423" y="4345"/>
                    </a:cubicBezTo>
                    <a:cubicBezTo>
                      <a:pt x="2443" y="4355"/>
                      <a:pt x="2453" y="4364"/>
                      <a:pt x="2473" y="4374"/>
                    </a:cubicBezTo>
                    <a:cubicBezTo>
                      <a:pt x="2680" y="4483"/>
                      <a:pt x="2886" y="4601"/>
                      <a:pt x="3083" y="4719"/>
                    </a:cubicBezTo>
                    <a:cubicBezTo>
                      <a:pt x="3192" y="4788"/>
                      <a:pt x="3320" y="4847"/>
                      <a:pt x="3389" y="4946"/>
                    </a:cubicBezTo>
                    <a:cubicBezTo>
                      <a:pt x="3487" y="5084"/>
                      <a:pt x="3546" y="5261"/>
                      <a:pt x="3615" y="5418"/>
                    </a:cubicBezTo>
                    <a:cubicBezTo>
                      <a:pt x="3773" y="5862"/>
                      <a:pt x="4059" y="6197"/>
                      <a:pt x="4462" y="6423"/>
                    </a:cubicBezTo>
                    <a:cubicBezTo>
                      <a:pt x="4502" y="6453"/>
                      <a:pt x="4551" y="6482"/>
                      <a:pt x="4581" y="6522"/>
                    </a:cubicBezTo>
                    <a:cubicBezTo>
                      <a:pt x="4719" y="6778"/>
                      <a:pt x="4817" y="7034"/>
                      <a:pt x="4827" y="7330"/>
                    </a:cubicBezTo>
                    <a:cubicBezTo>
                      <a:pt x="4857" y="7802"/>
                      <a:pt x="4906" y="8275"/>
                      <a:pt x="4866" y="8748"/>
                    </a:cubicBezTo>
                    <a:cubicBezTo>
                      <a:pt x="4857" y="8965"/>
                      <a:pt x="4935" y="9181"/>
                      <a:pt x="4975" y="9398"/>
                    </a:cubicBezTo>
                    <a:cubicBezTo>
                      <a:pt x="5004" y="9556"/>
                      <a:pt x="5044" y="9585"/>
                      <a:pt x="5152" y="9585"/>
                    </a:cubicBezTo>
                    <a:cubicBezTo>
                      <a:pt x="5300" y="9575"/>
                      <a:pt x="5379" y="9516"/>
                      <a:pt x="5398" y="9378"/>
                    </a:cubicBezTo>
                    <a:cubicBezTo>
                      <a:pt x="5398" y="9319"/>
                      <a:pt x="5408" y="9270"/>
                      <a:pt x="5398" y="9221"/>
                    </a:cubicBezTo>
                    <a:cubicBezTo>
                      <a:pt x="5349" y="9014"/>
                      <a:pt x="5379" y="8787"/>
                      <a:pt x="5270" y="8590"/>
                    </a:cubicBezTo>
                    <a:cubicBezTo>
                      <a:pt x="5260" y="8571"/>
                      <a:pt x="5270" y="8541"/>
                      <a:pt x="5270" y="8521"/>
                    </a:cubicBezTo>
                    <a:cubicBezTo>
                      <a:pt x="5283" y="8521"/>
                      <a:pt x="5297" y="8517"/>
                      <a:pt x="5304" y="8517"/>
                    </a:cubicBezTo>
                    <a:cubicBezTo>
                      <a:pt x="5307" y="8517"/>
                      <a:pt x="5310" y="8518"/>
                      <a:pt x="5310" y="8521"/>
                    </a:cubicBezTo>
                    <a:cubicBezTo>
                      <a:pt x="5375" y="8573"/>
                      <a:pt x="5430" y="8601"/>
                      <a:pt x="5478" y="8601"/>
                    </a:cubicBezTo>
                    <a:cubicBezTo>
                      <a:pt x="5538" y="8601"/>
                      <a:pt x="5586" y="8556"/>
                      <a:pt x="5625" y="8462"/>
                    </a:cubicBezTo>
                    <a:cubicBezTo>
                      <a:pt x="5664" y="8364"/>
                      <a:pt x="5674" y="8256"/>
                      <a:pt x="5664" y="8157"/>
                    </a:cubicBezTo>
                    <a:cubicBezTo>
                      <a:pt x="5654" y="8009"/>
                      <a:pt x="5684" y="7901"/>
                      <a:pt x="5802" y="7802"/>
                    </a:cubicBezTo>
                    <a:cubicBezTo>
                      <a:pt x="5950" y="7664"/>
                      <a:pt x="6039" y="7487"/>
                      <a:pt x="6068" y="7290"/>
                    </a:cubicBezTo>
                    <a:cubicBezTo>
                      <a:pt x="6088" y="7113"/>
                      <a:pt x="6157" y="6965"/>
                      <a:pt x="6255" y="6817"/>
                    </a:cubicBezTo>
                    <a:cubicBezTo>
                      <a:pt x="6462" y="6532"/>
                      <a:pt x="6531" y="6197"/>
                      <a:pt x="6511" y="5842"/>
                    </a:cubicBezTo>
                    <a:cubicBezTo>
                      <a:pt x="6502" y="5763"/>
                      <a:pt x="6531" y="5704"/>
                      <a:pt x="6551" y="5635"/>
                    </a:cubicBezTo>
                    <a:cubicBezTo>
                      <a:pt x="6679" y="5330"/>
                      <a:pt x="6807" y="5024"/>
                      <a:pt x="6886" y="4709"/>
                    </a:cubicBezTo>
                    <a:cubicBezTo>
                      <a:pt x="6965" y="4433"/>
                      <a:pt x="6935" y="4148"/>
                      <a:pt x="6827" y="3882"/>
                    </a:cubicBezTo>
                    <a:cubicBezTo>
                      <a:pt x="6768" y="3744"/>
                      <a:pt x="6768" y="3606"/>
                      <a:pt x="6787" y="3458"/>
                    </a:cubicBezTo>
                    <a:cubicBezTo>
                      <a:pt x="6837" y="3202"/>
                      <a:pt x="6817" y="2946"/>
                      <a:pt x="6659" y="2719"/>
                    </a:cubicBezTo>
                    <a:cubicBezTo>
                      <a:pt x="6590" y="2621"/>
                      <a:pt x="6561" y="2522"/>
                      <a:pt x="6541" y="2414"/>
                    </a:cubicBezTo>
                    <a:cubicBezTo>
                      <a:pt x="6452" y="2000"/>
                      <a:pt x="6344" y="1606"/>
                      <a:pt x="6019" y="1301"/>
                    </a:cubicBezTo>
                    <a:cubicBezTo>
                      <a:pt x="5911" y="1202"/>
                      <a:pt x="5842" y="1055"/>
                      <a:pt x="5773" y="956"/>
                    </a:cubicBezTo>
                    <a:cubicBezTo>
                      <a:pt x="5842" y="828"/>
                      <a:pt x="5940" y="730"/>
                      <a:pt x="5930" y="641"/>
                    </a:cubicBezTo>
                    <a:cubicBezTo>
                      <a:pt x="5911" y="444"/>
                      <a:pt x="5832" y="247"/>
                      <a:pt x="5645" y="139"/>
                    </a:cubicBezTo>
                    <a:cubicBezTo>
                      <a:pt x="5497" y="50"/>
                      <a:pt x="5329" y="1"/>
                      <a:pt x="5162" y="1"/>
                    </a:cubicBezTo>
                    <a:cubicBezTo>
                      <a:pt x="5147" y="0"/>
                      <a:pt x="5132" y="0"/>
                      <a:pt x="51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29"/>
              <p:cNvSpPr/>
              <p:nvPr/>
            </p:nvSpPr>
            <p:spPr>
              <a:xfrm>
                <a:off x="6627839" y="2655814"/>
                <a:ext cx="7427" cy="4598"/>
              </a:xfrm>
              <a:custGeom>
                <a:avLst/>
                <a:gdLst/>
                <a:ahLst/>
                <a:cxnLst/>
                <a:rect l="l" t="t" r="r" b="b"/>
                <a:pathLst>
                  <a:path w="189" h="117" extrusionOk="0">
                    <a:moveTo>
                      <a:pt x="21" y="1"/>
                    </a:moveTo>
                    <a:cubicBezTo>
                      <a:pt x="11" y="10"/>
                      <a:pt x="1" y="20"/>
                      <a:pt x="1" y="30"/>
                    </a:cubicBezTo>
                    <a:cubicBezTo>
                      <a:pt x="41" y="70"/>
                      <a:pt x="75" y="117"/>
                      <a:pt x="139" y="117"/>
                    </a:cubicBezTo>
                    <a:cubicBezTo>
                      <a:pt x="154" y="117"/>
                      <a:pt x="170" y="114"/>
                      <a:pt x="188" y="109"/>
                    </a:cubicBezTo>
                    <a:cubicBezTo>
                      <a:pt x="139" y="70"/>
                      <a:pt x="80" y="30"/>
                      <a:pt x="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29"/>
              <p:cNvSpPr/>
              <p:nvPr/>
            </p:nvSpPr>
            <p:spPr>
              <a:xfrm>
                <a:off x="6621669" y="2682931"/>
                <a:ext cx="4676" cy="4284"/>
              </a:xfrm>
              <a:custGeom>
                <a:avLst/>
                <a:gdLst/>
                <a:ahLst/>
                <a:cxnLst/>
                <a:rect l="l" t="t" r="r" b="b"/>
                <a:pathLst>
                  <a:path w="119" h="109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0" y="30"/>
                      <a:pt x="59" y="69"/>
                      <a:pt x="79" y="109"/>
                    </a:cubicBezTo>
                    <a:cubicBezTo>
                      <a:pt x="89" y="99"/>
                      <a:pt x="99" y="89"/>
                      <a:pt x="119" y="69"/>
                    </a:cubicBezTo>
                    <a:cubicBezTo>
                      <a:pt x="79" y="49"/>
                      <a:pt x="40" y="3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29"/>
              <p:cNvSpPr/>
              <p:nvPr/>
            </p:nvSpPr>
            <p:spPr>
              <a:xfrm>
                <a:off x="6658847" y="2663910"/>
                <a:ext cx="145951" cy="152612"/>
              </a:xfrm>
              <a:custGeom>
                <a:avLst/>
                <a:gdLst/>
                <a:ahLst/>
                <a:cxnLst/>
                <a:rect l="l" t="t" r="r" b="b"/>
                <a:pathLst>
                  <a:path w="3714" h="3883" extrusionOk="0">
                    <a:moveTo>
                      <a:pt x="1458" y="90"/>
                    </a:moveTo>
                    <a:cubicBezTo>
                      <a:pt x="1527" y="100"/>
                      <a:pt x="1606" y="100"/>
                      <a:pt x="1665" y="130"/>
                    </a:cubicBezTo>
                    <a:cubicBezTo>
                      <a:pt x="1950" y="277"/>
                      <a:pt x="2207" y="464"/>
                      <a:pt x="2354" y="770"/>
                    </a:cubicBezTo>
                    <a:cubicBezTo>
                      <a:pt x="2482" y="1026"/>
                      <a:pt x="2453" y="1292"/>
                      <a:pt x="2266" y="1459"/>
                    </a:cubicBezTo>
                    <a:cubicBezTo>
                      <a:pt x="2226" y="1499"/>
                      <a:pt x="2177" y="1528"/>
                      <a:pt x="2128" y="1538"/>
                    </a:cubicBezTo>
                    <a:cubicBezTo>
                      <a:pt x="2052" y="1553"/>
                      <a:pt x="1976" y="1562"/>
                      <a:pt x="1903" y="1562"/>
                    </a:cubicBezTo>
                    <a:cubicBezTo>
                      <a:pt x="1738" y="1562"/>
                      <a:pt x="1581" y="1519"/>
                      <a:pt x="1438" y="1410"/>
                    </a:cubicBezTo>
                    <a:cubicBezTo>
                      <a:pt x="1281" y="1282"/>
                      <a:pt x="1123" y="1134"/>
                      <a:pt x="975" y="996"/>
                    </a:cubicBezTo>
                    <a:cubicBezTo>
                      <a:pt x="877" y="908"/>
                      <a:pt x="818" y="790"/>
                      <a:pt x="798" y="652"/>
                    </a:cubicBezTo>
                    <a:cubicBezTo>
                      <a:pt x="759" y="445"/>
                      <a:pt x="818" y="317"/>
                      <a:pt x="1015" y="218"/>
                    </a:cubicBezTo>
                    <a:cubicBezTo>
                      <a:pt x="1271" y="90"/>
                      <a:pt x="1271" y="90"/>
                      <a:pt x="1458" y="90"/>
                    </a:cubicBezTo>
                    <a:close/>
                    <a:moveTo>
                      <a:pt x="1423" y="0"/>
                    </a:moveTo>
                    <a:cubicBezTo>
                      <a:pt x="1296" y="0"/>
                      <a:pt x="1167" y="34"/>
                      <a:pt x="1034" y="100"/>
                    </a:cubicBezTo>
                    <a:cubicBezTo>
                      <a:pt x="788" y="228"/>
                      <a:pt x="670" y="455"/>
                      <a:pt x="739" y="730"/>
                    </a:cubicBezTo>
                    <a:cubicBezTo>
                      <a:pt x="759" y="829"/>
                      <a:pt x="808" y="927"/>
                      <a:pt x="857" y="1056"/>
                    </a:cubicBezTo>
                    <a:cubicBezTo>
                      <a:pt x="739" y="1006"/>
                      <a:pt x="630" y="977"/>
                      <a:pt x="542" y="927"/>
                    </a:cubicBezTo>
                    <a:cubicBezTo>
                      <a:pt x="443" y="878"/>
                      <a:pt x="355" y="790"/>
                      <a:pt x="256" y="730"/>
                    </a:cubicBezTo>
                    <a:cubicBezTo>
                      <a:pt x="167" y="681"/>
                      <a:pt x="148" y="543"/>
                      <a:pt x="0" y="524"/>
                    </a:cubicBezTo>
                    <a:lnTo>
                      <a:pt x="0" y="524"/>
                    </a:lnTo>
                    <a:cubicBezTo>
                      <a:pt x="167" y="780"/>
                      <a:pt x="374" y="947"/>
                      <a:pt x="630" y="1065"/>
                    </a:cubicBezTo>
                    <a:cubicBezTo>
                      <a:pt x="857" y="1164"/>
                      <a:pt x="1084" y="1262"/>
                      <a:pt x="1281" y="1410"/>
                    </a:cubicBezTo>
                    <a:cubicBezTo>
                      <a:pt x="1487" y="1548"/>
                      <a:pt x="1704" y="1637"/>
                      <a:pt x="1931" y="1647"/>
                    </a:cubicBezTo>
                    <a:cubicBezTo>
                      <a:pt x="2029" y="1755"/>
                      <a:pt x="2098" y="1844"/>
                      <a:pt x="2177" y="1913"/>
                    </a:cubicBezTo>
                    <a:cubicBezTo>
                      <a:pt x="2354" y="2080"/>
                      <a:pt x="2541" y="2238"/>
                      <a:pt x="2670" y="2464"/>
                    </a:cubicBezTo>
                    <a:cubicBezTo>
                      <a:pt x="2788" y="2681"/>
                      <a:pt x="2965" y="2848"/>
                      <a:pt x="3182" y="2976"/>
                    </a:cubicBezTo>
                    <a:cubicBezTo>
                      <a:pt x="3221" y="2996"/>
                      <a:pt x="3251" y="3045"/>
                      <a:pt x="3280" y="3085"/>
                    </a:cubicBezTo>
                    <a:cubicBezTo>
                      <a:pt x="3320" y="3154"/>
                      <a:pt x="3339" y="3233"/>
                      <a:pt x="3369" y="3301"/>
                    </a:cubicBezTo>
                    <a:cubicBezTo>
                      <a:pt x="3467" y="3498"/>
                      <a:pt x="3576" y="3695"/>
                      <a:pt x="3674" y="3883"/>
                    </a:cubicBezTo>
                    <a:cubicBezTo>
                      <a:pt x="3684" y="3883"/>
                      <a:pt x="3704" y="3873"/>
                      <a:pt x="3714" y="3873"/>
                    </a:cubicBezTo>
                    <a:cubicBezTo>
                      <a:pt x="3704" y="3843"/>
                      <a:pt x="3694" y="3804"/>
                      <a:pt x="3684" y="3784"/>
                    </a:cubicBezTo>
                    <a:cubicBezTo>
                      <a:pt x="3576" y="3538"/>
                      <a:pt x="3467" y="3292"/>
                      <a:pt x="3369" y="3045"/>
                    </a:cubicBezTo>
                    <a:cubicBezTo>
                      <a:pt x="3330" y="2957"/>
                      <a:pt x="3261" y="2898"/>
                      <a:pt x="3172" y="2838"/>
                    </a:cubicBezTo>
                    <a:cubicBezTo>
                      <a:pt x="3054" y="2760"/>
                      <a:pt x="2926" y="2681"/>
                      <a:pt x="2847" y="2573"/>
                    </a:cubicBezTo>
                    <a:cubicBezTo>
                      <a:pt x="2660" y="2267"/>
                      <a:pt x="2433" y="2011"/>
                      <a:pt x="2147" y="1784"/>
                    </a:cubicBezTo>
                    <a:cubicBezTo>
                      <a:pt x="2108" y="1755"/>
                      <a:pt x="2088" y="1706"/>
                      <a:pt x="2069" y="1676"/>
                    </a:cubicBezTo>
                    <a:cubicBezTo>
                      <a:pt x="2177" y="1607"/>
                      <a:pt x="2285" y="1568"/>
                      <a:pt x="2354" y="1489"/>
                    </a:cubicBezTo>
                    <a:cubicBezTo>
                      <a:pt x="2541" y="1292"/>
                      <a:pt x="2551" y="1056"/>
                      <a:pt x="2463" y="819"/>
                    </a:cubicBezTo>
                    <a:cubicBezTo>
                      <a:pt x="2364" y="543"/>
                      <a:pt x="2157" y="356"/>
                      <a:pt x="1931" y="189"/>
                    </a:cubicBezTo>
                    <a:cubicBezTo>
                      <a:pt x="1765" y="63"/>
                      <a:pt x="1597" y="0"/>
                      <a:pt x="14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29"/>
              <p:cNvSpPr/>
              <p:nvPr/>
            </p:nvSpPr>
            <p:spPr>
              <a:xfrm>
                <a:off x="6777689" y="2678569"/>
                <a:ext cx="63898" cy="76208"/>
              </a:xfrm>
              <a:custGeom>
                <a:avLst/>
                <a:gdLst/>
                <a:ahLst/>
                <a:cxnLst/>
                <a:rect l="l" t="t" r="r" b="b"/>
                <a:pathLst>
                  <a:path w="1626" h="1939" extrusionOk="0">
                    <a:moveTo>
                      <a:pt x="557" y="97"/>
                    </a:moveTo>
                    <a:cubicBezTo>
                      <a:pt x="577" y="97"/>
                      <a:pt x="599" y="99"/>
                      <a:pt x="621" y="101"/>
                    </a:cubicBezTo>
                    <a:cubicBezTo>
                      <a:pt x="877" y="131"/>
                      <a:pt x="1084" y="259"/>
                      <a:pt x="1251" y="446"/>
                    </a:cubicBezTo>
                    <a:cubicBezTo>
                      <a:pt x="1448" y="673"/>
                      <a:pt x="1537" y="929"/>
                      <a:pt x="1517" y="1165"/>
                    </a:cubicBezTo>
                    <a:cubicBezTo>
                      <a:pt x="1527" y="1451"/>
                      <a:pt x="1468" y="1658"/>
                      <a:pt x="1261" y="1796"/>
                    </a:cubicBezTo>
                    <a:cubicBezTo>
                      <a:pt x="1178" y="1854"/>
                      <a:pt x="1094" y="1877"/>
                      <a:pt x="1009" y="1877"/>
                    </a:cubicBezTo>
                    <a:cubicBezTo>
                      <a:pt x="893" y="1877"/>
                      <a:pt x="778" y="1833"/>
                      <a:pt x="670" y="1776"/>
                    </a:cubicBezTo>
                    <a:cubicBezTo>
                      <a:pt x="434" y="1658"/>
                      <a:pt x="276" y="1451"/>
                      <a:pt x="207" y="1185"/>
                    </a:cubicBezTo>
                    <a:cubicBezTo>
                      <a:pt x="207" y="1145"/>
                      <a:pt x="187" y="1106"/>
                      <a:pt x="177" y="1067"/>
                    </a:cubicBezTo>
                    <a:cubicBezTo>
                      <a:pt x="69" y="791"/>
                      <a:pt x="89" y="525"/>
                      <a:pt x="256" y="269"/>
                    </a:cubicBezTo>
                    <a:cubicBezTo>
                      <a:pt x="333" y="150"/>
                      <a:pt x="431" y="97"/>
                      <a:pt x="557" y="97"/>
                    </a:cubicBezTo>
                    <a:close/>
                    <a:moveTo>
                      <a:pt x="506" y="0"/>
                    </a:moveTo>
                    <a:cubicBezTo>
                      <a:pt x="361" y="0"/>
                      <a:pt x="250" y="86"/>
                      <a:pt x="187" y="229"/>
                    </a:cubicBezTo>
                    <a:cubicBezTo>
                      <a:pt x="168" y="269"/>
                      <a:pt x="148" y="318"/>
                      <a:pt x="128" y="357"/>
                    </a:cubicBezTo>
                    <a:cubicBezTo>
                      <a:pt x="49" y="554"/>
                      <a:pt x="0" y="761"/>
                      <a:pt x="79" y="978"/>
                    </a:cubicBezTo>
                    <a:cubicBezTo>
                      <a:pt x="89" y="1037"/>
                      <a:pt x="118" y="1086"/>
                      <a:pt x="128" y="1145"/>
                    </a:cubicBezTo>
                    <a:cubicBezTo>
                      <a:pt x="148" y="1372"/>
                      <a:pt x="286" y="1540"/>
                      <a:pt x="424" y="1697"/>
                    </a:cubicBezTo>
                    <a:cubicBezTo>
                      <a:pt x="581" y="1887"/>
                      <a:pt x="793" y="1939"/>
                      <a:pt x="1009" y="1939"/>
                    </a:cubicBezTo>
                    <a:cubicBezTo>
                      <a:pt x="1050" y="1939"/>
                      <a:pt x="1092" y="1937"/>
                      <a:pt x="1133" y="1934"/>
                    </a:cubicBezTo>
                    <a:cubicBezTo>
                      <a:pt x="1232" y="1924"/>
                      <a:pt x="1330" y="1855"/>
                      <a:pt x="1399" y="1786"/>
                    </a:cubicBezTo>
                    <a:cubicBezTo>
                      <a:pt x="1557" y="1628"/>
                      <a:pt x="1626" y="1431"/>
                      <a:pt x="1606" y="1195"/>
                    </a:cubicBezTo>
                    <a:cubicBezTo>
                      <a:pt x="1596" y="1096"/>
                      <a:pt x="1586" y="988"/>
                      <a:pt x="1566" y="889"/>
                    </a:cubicBezTo>
                    <a:cubicBezTo>
                      <a:pt x="1488" y="485"/>
                      <a:pt x="1084" y="52"/>
                      <a:pt x="552" y="3"/>
                    </a:cubicBezTo>
                    <a:cubicBezTo>
                      <a:pt x="536" y="1"/>
                      <a:pt x="521" y="0"/>
                      <a:pt x="5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58" name="Google Shape;558;p29"/>
          <p:cNvGrpSpPr/>
          <p:nvPr/>
        </p:nvGrpSpPr>
        <p:grpSpPr>
          <a:xfrm>
            <a:off x="5540977" y="3935730"/>
            <a:ext cx="3041771" cy="1042958"/>
            <a:chOff x="3555986" y="4333047"/>
            <a:chExt cx="2032047" cy="696745"/>
          </a:xfrm>
        </p:grpSpPr>
        <p:sp>
          <p:nvSpPr>
            <p:cNvPr id="559" name="Google Shape;559;p29"/>
            <p:cNvSpPr/>
            <p:nvPr/>
          </p:nvSpPr>
          <p:spPr>
            <a:xfrm>
              <a:off x="4684870" y="4660021"/>
              <a:ext cx="43384" cy="369758"/>
            </a:xfrm>
            <a:custGeom>
              <a:avLst/>
              <a:gdLst/>
              <a:ahLst/>
              <a:cxnLst/>
              <a:rect l="l" t="t" r="r" b="b"/>
              <a:pathLst>
                <a:path w="1104" h="9408" extrusionOk="0">
                  <a:moveTo>
                    <a:pt x="1103" y="0"/>
                  </a:moveTo>
                  <a:lnTo>
                    <a:pt x="1103" y="0"/>
                  </a:lnTo>
                  <a:cubicBezTo>
                    <a:pt x="1054" y="99"/>
                    <a:pt x="1044" y="197"/>
                    <a:pt x="1035" y="296"/>
                  </a:cubicBezTo>
                  <a:cubicBezTo>
                    <a:pt x="985" y="798"/>
                    <a:pt x="946" y="1301"/>
                    <a:pt x="897" y="1803"/>
                  </a:cubicBezTo>
                  <a:cubicBezTo>
                    <a:pt x="798" y="2690"/>
                    <a:pt x="700" y="3566"/>
                    <a:pt x="601" y="4453"/>
                  </a:cubicBezTo>
                  <a:cubicBezTo>
                    <a:pt x="503" y="5290"/>
                    <a:pt x="404" y="6118"/>
                    <a:pt x="306" y="6955"/>
                  </a:cubicBezTo>
                  <a:cubicBezTo>
                    <a:pt x="207" y="7773"/>
                    <a:pt x="99" y="8590"/>
                    <a:pt x="0" y="9408"/>
                  </a:cubicBezTo>
                  <a:lnTo>
                    <a:pt x="197" y="9408"/>
                  </a:lnTo>
                  <a:cubicBezTo>
                    <a:pt x="680" y="6285"/>
                    <a:pt x="1074" y="3162"/>
                    <a:pt x="11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9"/>
            <p:cNvSpPr/>
            <p:nvPr/>
          </p:nvSpPr>
          <p:spPr>
            <a:xfrm>
              <a:off x="4627964" y="4654598"/>
              <a:ext cx="29041" cy="375182"/>
            </a:xfrm>
            <a:custGeom>
              <a:avLst/>
              <a:gdLst/>
              <a:ahLst/>
              <a:cxnLst/>
              <a:rect l="l" t="t" r="r" b="b"/>
              <a:pathLst>
                <a:path w="739" h="9546" extrusionOk="0">
                  <a:moveTo>
                    <a:pt x="59" y="0"/>
                  </a:moveTo>
                  <a:cubicBezTo>
                    <a:pt x="10" y="79"/>
                    <a:pt x="0" y="148"/>
                    <a:pt x="0" y="227"/>
                  </a:cubicBezTo>
                  <a:cubicBezTo>
                    <a:pt x="40" y="936"/>
                    <a:pt x="79" y="1655"/>
                    <a:pt x="118" y="2365"/>
                  </a:cubicBezTo>
                  <a:cubicBezTo>
                    <a:pt x="197" y="3645"/>
                    <a:pt x="266" y="4926"/>
                    <a:pt x="345" y="6216"/>
                  </a:cubicBezTo>
                  <a:cubicBezTo>
                    <a:pt x="384" y="6876"/>
                    <a:pt x="424" y="7536"/>
                    <a:pt x="463" y="8196"/>
                  </a:cubicBezTo>
                  <a:cubicBezTo>
                    <a:pt x="483" y="8649"/>
                    <a:pt x="493" y="9093"/>
                    <a:pt x="503" y="9546"/>
                  </a:cubicBezTo>
                  <a:lnTo>
                    <a:pt x="739" y="9546"/>
                  </a:lnTo>
                  <a:cubicBezTo>
                    <a:pt x="729" y="9487"/>
                    <a:pt x="719" y="9428"/>
                    <a:pt x="709" y="9368"/>
                  </a:cubicBezTo>
                  <a:cubicBezTo>
                    <a:pt x="640" y="8374"/>
                    <a:pt x="562" y="7389"/>
                    <a:pt x="512" y="6394"/>
                  </a:cubicBezTo>
                  <a:cubicBezTo>
                    <a:pt x="473" y="5566"/>
                    <a:pt x="463" y="4739"/>
                    <a:pt x="424" y="3911"/>
                  </a:cubicBezTo>
                  <a:cubicBezTo>
                    <a:pt x="394" y="3172"/>
                    <a:pt x="335" y="2434"/>
                    <a:pt x="266" y="1695"/>
                  </a:cubicBezTo>
                  <a:cubicBezTo>
                    <a:pt x="227" y="1163"/>
                    <a:pt x="158" y="631"/>
                    <a:pt x="99" y="89"/>
                  </a:cubicBezTo>
                  <a:cubicBezTo>
                    <a:pt x="99" y="60"/>
                    <a:pt x="69" y="30"/>
                    <a:pt x="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9"/>
            <p:cNvSpPr/>
            <p:nvPr/>
          </p:nvSpPr>
          <p:spPr>
            <a:xfrm>
              <a:off x="4715839" y="4715748"/>
              <a:ext cx="119661" cy="314027"/>
            </a:xfrm>
            <a:custGeom>
              <a:avLst/>
              <a:gdLst/>
              <a:ahLst/>
              <a:cxnLst/>
              <a:rect l="l" t="t" r="r" b="b"/>
              <a:pathLst>
                <a:path w="3045" h="7990" extrusionOk="0">
                  <a:moveTo>
                    <a:pt x="2975" y="1"/>
                  </a:moveTo>
                  <a:cubicBezTo>
                    <a:pt x="2946" y="60"/>
                    <a:pt x="2906" y="119"/>
                    <a:pt x="2887" y="178"/>
                  </a:cubicBezTo>
                  <a:cubicBezTo>
                    <a:pt x="2808" y="346"/>
                    <a:pt x="2749" y="513"/>
                    <a:pt x="2680" y="690"/>
                  </a:cubicBezTo>
                  <a:cubicBezTo>
                    <a:pt x="1921" y="2759"/>
                    <a:pt x="1153" y="4828"/>
                    <a:pt x="384" y="6906"/>
                  </a:cubicBezTo>
                  <a:cubicBezTo>
                    <a:pt x="256" y="7261"/>
                    <a:pt x="128" y="7625"/>
                    <a:pt x="0" y="7990"/>
                  </a:cubicBezTo>
                  <a:lnTo>
                    <a:pt x="158" y="7990"/>
                  </a:lnTo>
                  <a:cubicBezTo>
                    <a:pt x="237" y="7773"/>
                    <a:pt x="306" y="7556"/>
                    <a:pt x="384" y="7340"/>
                  </a:cubicBezTo>
                  <a:cubicBezTo>
                    <a:pt x="1192" y="5153"/>
                    <a:pt x="2000" y="2956"/>
                    <a:pt x="2808" y="759"/>
                  </a:cubicBezTo>
                  <a:cubicBezTo>
                    <a:pt x="2896" y="523"/>
                    <a:pt x="2965" y="277"/>
                    <a:pt x="3044" y="30"/>
                  </a:cubicBezTo>
                  <a:cubicBezTo>
                    <a:pt x="3024" y="21"/>
                    <a:pt x="3005" y="11"/>
                    <a:pt x="2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9"/>
            <p:cNvSpPr/>
            <p:nvPr/>
          </p:nvSpPr>
          <p:spPr>
            <a:xfrm>
              <a:off x="4828865" y="4474801"/>
              <a:ext cx="560186" cy="554991"/>
            </a:xfrm>
            <a:custGeom>
              <a:avLst/>
              <a:gdLst/>
              <a:ahLst/>
              <a:cxnLst/>
              <a:rect l="l" t="t" r="r" b="b"/>
              <a:pathLst>
                <a:path w="14255" h="14121" extrusionOk="0">
                  <a:moveTo>
                    <a:pt x="6774" y="0"/>
                  </a:moveTo>
                  <a:cubicBezTo>
                    <a:pt x="6699" y="0"/>
                    <a:pt x="6622" y="8"/>
                    <a:pt x="6542" y="24"/>
                  </a:cubicBezTo>
                  <a:cubicBezTo>
                    <a:pt x="5438" y="251"/>
                    <a:pt x="4345" y="537"/>
                    <a:pt x="3301" y="990"/>
                  </a:cubicBezTo>
                  <a:cubicBezTo>
                    <a:pt x="2739" y="1226"/>
                    <a:pt x="2483" y="1650"/>
                    <a:pt x="2473" y="2241"/>
                  </a:cubicBezTo>
                  <a:cubicBezTo>
                    <a:pt x="2463" y="2625"/>
                    <a:pt x="2680" y="2911"/>
                    <a:pt x="2917" y="3187"/>
                  </a:cubicBezTo>
                  <a:cubicBezTo>
                    <a:pt x="3005" y="3295"/>
                    <a:pt x="3173" y="3374"/>
                    <a:pt x="3320" y="3433"/>
                  </a:cubicBezTo>
                  <a:cubicBezTo>
                    <a:pt x="3409" y="3472"/>
                    <a:pt x="3458" y="3502"/>
                    <a:pt x="3458" y="3610"/>
                  </a:cubicBezTo>
                  <a:cubicBezTo>
                    <a:pt x="3498" y="4211"/>
                    <a:pt x="3557" y="4822"/>
                    <a:pt x="3577" y="5423"/>
                  </a:cubicBezTo>
                  <a:cubicBezTo>
                    <a:pt x="3596" y="6250"/>
                    <a:pt x="3370" y="6989"/>
                    <a:pt x="2729" y="7541"/>
                  </a:cubicBezTo>
                  <a:cubicBezTo>
                    <a:pt x="2404" y="7816"/>
                    <a:pt x="2059" y="8072"/>
                    <a:pt x="1725" y="8329"/>
                  </a:cubicBezTo>
                  <a:cubicBezTo>
                    <a:pt x="1163" y="8762"/>
                    <a:pt x="661" y="9255"/>
                    <a:pt x="385" y="9924"/>
                  </a:cubicBezTo>
                  <a:cubicBezTo>
                    <a:pt x="1" y="10860"/>
                    <a:pt x="60" y="11835"/>
                    <a:pt x="129" y="12811"/>
                  </a:cubicBezTo>
                  <a:cubicBezTo>
                    <a:pt x="168" y="13254"/>
                    <a:pt x="217" y="13687"/>
                    <a:pt x="267" y="14121"/>
                  </a:cubicBezTo>
                  <a:lnTo>
                    <a:pt x="14255" y="14121"/>
                  </a:lnTo>
                  <a:cubicBezTo>
                    <a:pt x="14176" y="13678"/>
                    <a:pt x="14087" y="13234"/>
                    <a:pt x="13999" y="12791"/>
                  </a:cubicBezTo>
                  <a:cubicBezTo>
                    <a:pt x="13742" y="11432"/>
                    <a:pt x="13348" y="10121"/>
                    <a:pt x="12797" y="8851"/>
                  </a:cubicBezTo>
                  <a:cubicBezTo>
                    <a:pt x="12482" y="8132"/>
                    <a:pt x="12019" y="7521"/>
                    <a:pt x="11349" y="7087"/>
                  </a:cubicBezTo>
                  <a:cubicBezTo>
                    <a:pt x="10777" y="6723"/>
                    <a:pt x="10147" y="6496"/>
                    <a:pt x="9497" y="6319"/>
                  </a:cubicBezTo>
                  <a:cubicBezTo>
                    <a:pt x="9408" y="6299"/>
                    <a:pt x="9319" y="6270"/>
                    <a:pt x="9231" y="6250"/>
                  </a:cubicBezTo>
                  <a:cubicBezTo>
                    <a:pt x="8492" y="6152"/>
                    <a:pt x="8128" y="5659"/>
                    <a:pt x="7950" y="4989"/>
                  </a:cubicBezTo>
                  <a:cubicBezTo>
                    <a:pt x="7753" y="4191"/>
                    <a:pt x="7556" y="3403"/>
                    <a:pt x="7349" y="2605"/>
                  </a:cubicBezTo>
                  <a:cubicBezTo>
                    <a:pt x="7300" y="2418"/>
                    <a:pt x="7300" y="2310"/>
                    <a:pt x="7507" y="2221"/>
                  </a:cubicBezTo>
                  <a:cubicBezTo>
                    <a:pt x="7793" y="2093"/>
                    <a:pt x="7950" y="1876"/>
                    <a:pt x="7921" y="1532"/>
                  </a:cubicBezTo>
                  <a:cubicBezTo>
                    <a:pt x="7891" y="1147"/>
                    <a:pt x="7753" y="803"/>
                    <a:pt x="7566" y="478"/>
                  </a:cubicBezTo>
                  <a:cubicBezTo>
                    <a:pt x="7381" y="163"/>
                    <a:pt x="7109" y="0"/>
                    <a:pt x="67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9"/>
            <p:cNvSpPr/>
            <p:nvPr/>
          </p:nvSpPr>
          <p:spPr>
            <a:xfrm>
              <a:off x="4161084" y="4669217"/>
              <a:ext cx="425828" cy="360561"/>
            </a:xfrm>
            <a:custGeom>
              <a:avLst/>
              <a:gdLst/>
              <a:ahLst/>
              <a:cxnLst/>
              <a:rect l="l" t="t" r="r" b="b"/>
              <a:pathLst>
                <a:path w="10836" h="9174" extrusionOk="0">
                  <a:moveTo>
                    <a:pt x="8524" y="1"/>
                  </a:moveTo>
                  <a:cubicBezTo>
                    <a:pt x="8342" y="1"/>
                    <a:pt x="8151" y="63"/>
                    <a:pt x="7960" y="190"/>
                  </a:cubicBezTo>
                  <a:cubicBezTo>
                    <a:pt x="7674" y="367"/>
                    <a:pt x="7398" y="584"/>
                    <a:pt x="7162" y="820"/>
                  </a:cubicBezTo>
                  <a:cubicBezTo>
                    <a:pt x="6551" y="1451"/>
                    <a:pt x="5950" y="2101"/>
                    <a:pt x="5369" y="2761"/>
                  </a:cubicBezTo>
                  <a:cubicBezTo>
                    <a:pt x="4620" y="3618"/>
                    <a:pt x="3881" y="4485"/>
                    <a:pt x="3143" y="5352"/>
                  </a:cubicBezTo>
                  <a:cubicBezTo>
                    <a:pt x="2305" y="6347"/>
                    <a:pt x="1468" y="7332"/>
                    <a:pt x="631" y="8327"/>
                  </a:cubicBezTo>
                  <a:cubicBezTo>
                    <a:pt x="414" y="8602"/>
                    <a:pt x="207" y="8888"/>
                    <a:pt x="0" y="9174"/>
                  </a:cubicBezTo>
                  <a:lnTo>
                    <a:pt x="10836" y="9174"/>
                  </a:lnTo>
                  <a:cubicBezTo>
                    <a:pt x="10826" y="9046"/>
                    <a:pt x="10816" y="8918"/>
                    <a:pt x="10806" y="8780"/>
                  </a:cubicBezTo>
                  <a:cubicBezTo>
                    <a:pt x="10698" y="7755"/>
                    <a:pt x="10609" y="6721"/>
                    <a:pt x="10481" y="5697"/>
                  </a:cubicBezTo>
                  <a:cubicBezTo>
                    <a:pt x="10334" y="4554"/>
                    <a:pt x="10156" y="3411"/>
                    <a:pt x="9959" y="2268"/>
                  </a:cubicBezTo>
                  <a:cubicBezTo>
                    <a:pt x="9851" y="1638"/>
                    <a:pt x="9674" y="1017"/>
                    <a:pt x="9299" y="476"/>
                  </a:cubicBezTo>
                  <a:cubicBezTo>
                    <a:pt x="9092" y="164"/>
                    <a:pt x="8820" y="1"/>
                    <a:pt x="85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9"/>
            <p:cNvSpPr/>
            <p:nvPr/>
          </p:nvSpPr>
          <p:spPr>
            <a:xfrm>
              <a:off x="3780152" y="4969311"/>
              <a:ext cx="249303" cy="60447"/>
            </a:xfrm>
            <a:custGeom>
              <a:avLst/>
              <a:gdLst/>
              <a:ahLst/>
              <a:cxnLst/>
              <a:rect l="l" t="t" r="r" b="b"/>
              <a:pathLst>
                <a:path w="6344" h="1538" extrusionOk="0">
                  <a:moveTo>
                    <a:pt x="3074" y="1"/>
                  </a:moveTo>
                  <a:cubicBezTo>
                    <a:pt x="2806" y="1"/>
                    <a:pt x="2534" y="27"/>
                    <a:pt x="2256" y="80"/>
                  </a:cubicBezTo>
                  <a:cubicBezTo>
                    <a:pt x="1537" y="218"/>
                    <a:pt x="936" y="582"/>
                    <a:pt x="394" y="1055"/>
                  </a:cubicBezTo>
                  <a:cubicBezTo>
                    <a:pt x="246" y="1193"/>
                    <a:pt x="128" y="1380"/>
                    <a:pt x="0" y="1538"/>
                  </a:cubicBezTo>
                  <a:lnTo>
                    <a:pt x="6344" y="1538"/>
                  </a:lnTo>
                  <a:cubicBezTo>
                    <a:pt x="6068" y="1292"/>
                    <a:pt x="5822" y="996"/>
                    <a:pt x="5516" y="789"/>
                  </a:cubicBezTo>
                  <a:cubicBezTo>
                    <a:pt x="4763" y="277"/>
                    <a:pt x="3946" y="1"/>
                    <a:pt x="30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9"/>
            <p:cNvSpPr/>
            <p:nvPr/>
          </p:nvSpPr>
          <p:spPr>
            <a:xfrm>
              <a:off x="5337167" y="4437781"/>
              <a:ext cx="179668" cy="176586"/>
            </a:xfrm>
            <a:custGeom>
              <a:avLst/>
              <a:gdLst/>
              <a:ahLst/>
              <a:cxnLst/>
              <a:rect l="l" t="t" r="r" b="b"/>
              <a:pathLst>
                <a:path w="4572" h="4493" extrusionOk="0">
                  <a:moveTo>
                    <a:pt x="2005" y="0"/>
                  </a:moveTo>
                  <a:cubicBezTo>
                    <a:pt x="1644" y="0"/>
                    <a:pt x="1296" y="128"/>
                    <a:pt x="1035" y="415"/>
                  </a:cubicBezTo>
                  <a:cubicBezTo>
                    <a:pt x="375" y="1104"/>
                    <a:pt x="1" y="1912"/>
                    <a:pt x="217" y="2897"/>
                  </a:cubicBezTo>
                  <a:cubicBezTo>
                    <a:pt x="444" y="3892"/>
                    <a:pt x="1183" y="4493"/>
                    <a:pt x="2158" y="4493"/>
                  </a:cubicBezTo>
                  <a:cubicBezTo>
                    <a:pt x="2572" y="4493"/>
                    <a:pt x="2976" y="4365"/>
                    <a:pt x="3320" y="4119"/>
                  </a:cubicBezTo>
                  <a:cubicBezTo>
                    <a:pt x="4118" y="3567"/>
                    <a:pt x="4571" y="2828"/>
                    <a:pt x="4522" y="1823"/>
                  </a:cubicBezTo>
                  <a:cubicBezTo>
                    <a:pt x="4483" y="1183"/>
                    <a:pt x="4227" y="681"/>
                    <a:pt x="3675" y="346"/>
                  </a:cubicBezTo>
                  <a:cubicBezTo>
                    <a:pt x="3274" y="96"/>
                    <a:pt x="2833" y="8"/>
                    <a:pt x="2344" y="8"/>
                  </a:cubicBezTo>
                  <a:cubicBezTo>
                    <a:pt x="2292" y="8"/>
                    <a:pt x="2240" y="9"/>
                    <a:pt x="2188" y="11"/>
                  </a:cubicBezTo>
                  <a:cubicBezTo>
                    <a:pt x="2127" y="4"/>
                    <a:pt x="2066" y="0"/>
                    <a:pt x="20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9"/>
            <p:cNvSpPr/>
            <p:nvPr/>
          </p:nvSpPr>
          <p:spPr>
            <a:xfrm>
              <a:off x="4693399" y="4845163"/>
              <a:ext cx="77259" cy="73535"/>
            </a:xfrm>
            <a:custGeom>
              <a:avLst/>
              <a:gdLst/>
              <a:ahLst/>
              <a:cxnLst/>
              <a:rect l="l" t="t" r="r" b="b"/>
              <a:pathLst>
                <a:path w="1966" h="1871" extrusionOk="0">
                  <a:moveTo>
                    <a:pt x="1151" y="1"/>
                  </a:moveTo>
                  <a:cubicBezTo>
                    <a:pt x="1119" y="1"/>
                    <a:pt x="1087" y="3"/>
                    <a:pt x="1054" y="8"/>
                  </a:cubicBezTo>
                  <a:cubicBezTo>
                    <a:pt x="1049" y="8"/>
                    <a:pt x="1043" y="8"/>
                    <a:pt x="1038" y="8"/>
                  </a:cubicBezTo>
                  <a:cubicBezTo>
                    <a:pt x="511" y="8"/>
                    <a:pt x="0" y="476"/>
                    <a:pt x="20" y="973"/>
                  </a:cubicBezTo>
                  <a:cubicBezTo>
                    <a:pt x="29" y="1464"/>
                    <a:pt x="443" y="1870"/>
                    <a:pt x="885" y="1870"/>
                  </a:cubicBezTo>
                  <a:cubicBezTo>
                    <a:pt x="895" y="1870"/>
                    <a:pt x="906" y="1870"/>
                    <a:pt x="916" y="1870"/>
                  </a:cubicBezTo>
                  <a:cubicBezTo>
                    <a:pt x="1399" y="1860"/>
                    <a:pt x="1872" y="1397"/>
                    <a:pt x="1911" y="954"/>
                  </a:cubicBezTo>
                  <a:cubicBezTo>
                    <a:pt x="1966" y="413"/>
                    <a:pt x="1578" y="1"/>
                    <a:pt x="11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9"/>
            <p:cNvSpPr/>
            <p:nvPr/>
          </p:nvSpPr>
          <p:spPr>
            <a:xfrm>
              <a:off x="3555986" y="4469849"/>
              <a:ext cx="1022010" cy="559943"/>
            </a:xfrm>
            <a:custGeom>
              <a:avLst/>
              <a:gdLst/>
              <a:ahLst/>
              <a:cxnLst/>
              <a:rect l="l" t="t" r="r" b="b"/>
              <a:pathLst>
                <a:path w="26007" h="14247" extrusionOk="0">
                  <a:moveTo>
                    <a:pt x="21582" y="3690"/>
                  </a:moveTo>
                  <a:cubicBezTo>
                    <a:pt x="21654" y="3690"/>
                    <a:pt x="21727" y="3692"/>
                    <a:pt x="21800" y="3697"/>
                  </a:cubicBezTo>
                  <a:cubicBezTo>
                    <a:pt x="22263" y="3726"/>
                    <a:pt x="22736" y="3785"/>
                    <a:pt x="23199" y="3835"/>
                  </a:cubicBezTo>
                  <a:cubicBezTo>
                    <a:pt x="23406" y="3854"/>
                    <a:pt x="23485" y="3973"/>
                    <a:pt x="23455" y="4199"/>
                  </a:cubicBezTo>
                  <a:cubicBezTo>
                    <a:pt x="22509" y="4130"/>
                    <a:pt x="21564" y="4051"/>
                    <a:pt x="20608" y="3973"/>
                  </a:cubicBezTo>
                  <a:cubicBezTo>
                    <a:pt x="20579" y="3776"/>
                    <a:pt x="20726" y="3746"/>
                    <a:pt x="20835" y="3736"/>
                  </a:cubicBezTo>
                  <a:cubicBezTo>
                    <a:pt x="21087" y="3713"/>
                    <a:pt x="21332" y="3690"/>
                    <a:pt x="21582" y="3690"/>
                  </a:cubicBezTo>
                  <a:close/>
                  <a:moveTo>
                    <a:pt x="12373" y="5224"/>
                  </a:moveTo>
                  <a:cubicBezTo>
                    <a:pt x="12363" y="5233"/>
                    <a:pt x="12363" y="5243"/>
                    <a:pt x="12353" y="5243"/>
                  </a:cubicBezTo>
                  <a:cubicBezTo>
                    <a:pt x="12353" y="5243"/>
                    <a:pt x="12353" y="5233"/>
                    <a:pt x="12353" y="5224"/>
                  </a:cubicBezTo>
                  <a:close/>
                  <a:moveTo>
                    <a:pt x="13033" y="4071"/>
                  </a:moveTo>
                  <a:lnTo>
                    <a:pt x="13033" y="4071"/>
                  </a:lnTo>
                  <a:cubicBezTo>
                    <a:pt x="13338" y="4189"/>
                    <a:pt x="13604" y="4298"/>
                    <a:pt x="13870" y="4396"/>
                  </a:cubicBezTo>
                  <a:cubicBezTo>
                    <a:pt x="13860" y="4426"/>
                    <a:pt x="13860" y="4455"/>
                    <a:pt x="13860" y="4485"/>
                  </a:cubicBezTo>
                  <a:cubicBezTo>
                    <a:pt x="13792" y="4514"/>
                    <a:pt x="13732" y="4544"/>
                    <a:pt x="13663" y="4573"/>
                  </a:cubicBezTo>
                  <a:cubicBezTo>
                    <a:pt x="13486" y="4642"/>
                    <a:pt x="13457" y="4761"/>
                    <a:pt x="13594" y="4898"/>
                  </a:cubicBezTo>
                  <a:cubicBezTo>
                    <a:pt x="13703" y="5017"/>
                    <a:pt x="13821" y="5115"/>
                    <a:pt x="13949" y="5224"/>
                  </a:cubicBezTo>
                  <a:cubicBezTo>
                    <a:pt x="13920" y="5253"/>
                    <a:pt x="13900" y="5263"/>
                    <a:pt x="13890" y="5263"/>
                  </a:cubicBezTo>
                  <a:cubicBezTo>
                    <a:pt x="13506" y="5283"/>
                    <a:pt x="13486" y="5302"/>
                    <a:pt x="13555" y="5687"/>
                  </a:cubicBezTo>
                  <a:cubicBezTo>
                    <a:pt x="13585" y="5795"/>
                    <a:pt x="13594" y="5913"/>
                    <a:pt x="13575" y="6051"/>
                  </a:cubicBezTo>
                  <a:cubicBezTo>
                    <a:pt x="13516" y="5933"/>
                    <a:pt x="13447" y="5815"/>
                    <a:pt x="13397" y="5706"/>
                  </a:cubicBezTo>
                  <a:cubicBezTo>
                    <a:pt x="13329" y="5553"/>
                    <a:pt x="13257" y="5476"/>
                    <a:pt x="13177" y="5476"/>
                  </a:cubicBezTo>
                  <a:cubicBezTo>
                    <a:pt x="13107" y="5476"/>
                    <a:pt x="13031" y="5533"/>
                    <a:pt x="12944" y="5647"/>
                  </a:cubicBezTo>
                  <a:cubicBezTo>
                    <a:pt x="12915" y="5687"/>
                    <a:pt x="12875" y="5716"/>
                    <a:pt x="12806" y="5746"/>
                  </a:cubicBezTo>
                  <a:cubicBezTo>
                    <a:pt x="12846" y="5558"/>
                    <a:pt x="12895" y="5381"/>
                    <a:pt x="12915" y="5204"/>
                  </a:cubicBezTo>
                  <a:cubicBezTo>
                    <a:pt x="12925" y="5105"/>
                    <a:pt x="12875" y="5007"/>
                    <a:pt x="12856" y="4918"/>
                  </a:cubicBezTo>
                  <a:cubicBezTo>
                    <a:pt x="12767" y="4958"/>
                    <a:pt x="12669" y="4977"/>
                    <a:pt x="12590" y="5036"/>
                  </a:cubicBezTo>
                  <a:cubicBezTo>
                    <a:pt x="12515" y="5083"/>
                    <a:pt x="12459" y="5147"/>
                    <a:pt x="12386" y="5212"/>
                  </a:cubicBezTo>
                  <a:lnTo>
                    <a:pt x="12386" y="5212"/>
                  </a:lnTo>
                  <a:cubicBezTo>
                    <a:pt x="12424" y="5086"/>
                    <a:pt x="12444" y="4944"/>
                    <a:pt x="12501" y="4830"/>
                  </a:cubicBezTo>
                  <a:cubicBezTo>
                    <a:pt x="12590" y="4642"/>
                    <a:pt x="12698" y="4475"/>
                    <a:pt x="12816" y="4268"/>
                  </a:cubicBezTo>
                  <a:cubicBezTo>
                    <a:pt x="12895" y="4495"/>
                    <a:pt x="12944" y="4682"/>
                    <a:pt x="13023" y="4869"/>
                  </a:cubicBezTo>
                  <a:cubicBezTo>
                    <a:pt x="13053" y="4938"/>
                    <a:pt x="13141" y="4977"/>
                    <a:pt x="13210" y="5027"/>
                  </a:cubicBezTo>
                  <a:cubicBezTo>
                    <a:pt x="13230" y="4948"/>
                    <a:pt x="13279" y="4859"/>
                    <a:pt x="13260" y="4790"/>
                  </a:cubicBezTo>
                  <a:cubicBezTo>
                    <a:pt x="13210" y="4573"/>
                    <a:pt x="13122" y="4357"/>
                    <a:pt x="13033" y="4071"/>
                  </a:cubicBezTo>
                  <a:close/>
                  <a:moveTo>
                    <a:pt x="20667" y="4247"/>
                  </a:moveTo>
                  <a:cubicBezTo>
                    <a:pt x="20676" y="4247"/>
                    <a:pt x="20686" y="4247"/>
                    <a:pt x="20697" y="4248"/>
                  </a:cubicBezTo>
                  <a:cubicBezTo>
                    <a:pt x="21081" y="4288"/>
                    <a:pt x="21475" y="4327"/>
                    <a:pt x="21869" y="4357"/>
                  </a:cubicBezTo>
                  <a:cubicBezTo>
                    <a:pt x="22303" y="4396"/>
                    <a:pt x="22736" y="4416"/>
                    <a:pt x="23160" y="4436"/>
                  </a:cubicBezTo>
                  <a:cubicBezTo>
                    <a:pt x="23455" y="4455"/>
                    <a:pt x="23465" y="4455"/>
                    <a:pt x="23445" y="4731"/>
                  </a:cubicBezTo>
                  <a:cubicBezTo>
                    <a:pt x="23426" y="5056"/>
                    <a:pt x="23396" y="5371"/>
                    <a:pt x="23357" y="5687"/>
                  </a:cubicBezTo>
                  <a:cubicBezTo>
                    <a:pt x="23297" y="6031"/>
                    <a:pt x="23160" y="6140"/>
                    <a:pt x="22805" y="6159"/>
                  </a:cubicBezTo>
                  <a:cubicBezTo>
                    <a:pt x="22756" y="6163"/>
                    <a:pt x="22706" y="6164"/>
                    <a:pt x="22657" y="6164"/>
                  </a:cubicBezTo>
                  <a:cubicBezTo>
                    <a:pt x="22558" y="6164"/>
                    <a:pt x="22457" y="6159"/>
                    <a:pt x="22352" y="6159"/>
                  </a:cubicBezTo>
                  <a:cubicBezTo>
                    <a:pt x="22352" y="6179"/>
                    <a:pt x="22352" y="6189"/>
                    <a:pt x="22352" y="6209"/>
                  </a:cubicBezTo>
                  <a:cubicBezTo>
                    <a:pt x="21840" y="6140"/>
                    <a:pt x="21337" y="6081"/>
                    <a:pt x="20835" y="6002"/>
                  </a:cubicBezTo>
                  <a:cubicBezTo>
                    <a:pt x="20549" y="5962"/>
                    <a:pt x="20500" y="5874"/>
                    <a:pt x="20500" y="5588"/>
                  </a:cubicBezTo>
                  <a:cubicBezTo>
                    <a:pt x="20510" y="5184"/>
                    <a:pt x="20529" y="4790"/>
                    <a:pt x="20539" y="4386"/>
                  </a:cubicBezTo>
                  <a:cubicBezTo>
                    <a:pt x="20539" y="4289"/>
                    <a:pt x="20579" y="4247"/>
                    <a:pt x="20667" y="4247"/>
                  </a:cubicBezTo>
                  <a:close/>
                  <a:moveTo>
                    <a:pt x="10605" y="277"/>
                  </a:moveTo>
                  <a:cubicBezTo>
                    <a:pt x="10787" y="277"/>
                    <a:pt x="10954" y="355"/>
                    <a:pt x="11102" y="515"/>
                  </a:cubicBezTo>
                  <a:cubicBezTo>
                    <a:pt x="11427" y="879"/>
                    <a:pt x="11752" y="1254"/>
                    <a:pt x="12048" y="1638"/>
                  </a:cubicBezTo>
                  <a:cubicBezTo>
                    <a:pt x="12324" y="1993"/>
                    <a:pt x="12560" y="2357"/>
                    <a:pt x="12797" y="2721"/>
                  </a:cubicBezTo>
                  <a:cubicBezTo>
                    <a:pt x="12974" y="2987"/>
                    <a:pt x="13122" y="3273"/>
                    <a:pt x="13289" y="3549"/>
                  </a:cubicBezTo>
                  <a:cubicBezTo>
                    <a:pt x="11319" y="4839"/>
                    <a:pt x="9546" y="6347"/>
                    <a:pt x="7694" y="7755"/>
                  </a:cubicBezTo>
                  <a:cubicBezTo>
                    <a:pt x="7605" y="7607"/>
                    <a:pt x="7526" y="7450"/>
                    <a:pt x="7438" y="7292"/>
                  </a:cubicBezTo>
                  <a:cubicBezTo>
                    <a:pt x="6995" y="6504"/>
                    <a:pt x="6561" y="5716"/>
                    <a:pt x="6118" y="4928"/>
                  </a:cubicBezTo>
                  <a:cubicBezTo>
                    <a:pt x="6049" y="4800"/>
                    <a:pt x="5990" y="4682"/>
                    <a:pt x="5931" y="4554"/>
                  </a:cubicBezTo>
                  <a:cubicBezTo>
                    <a:pt x="5527" y="3736"/>
                    <a:pt x="5596" y="3411"/>
                    <a:pt x="6256" y="2761"/>
                  </a:cubicBezTo>
                  <a:cubicBezTo>
                    <a:pt x="6935" y="2091"/>
                    <a:pt x="7733" y="1589"/>
                    <a:pt x="8580" y="1165"/>
                  </a:cubicBezTo>
                  <a:cubicBezTo>
                    <a:pt x="9122" y="899"/>
                    <a:pt x="9684" y="653"/>
                    <a:pt x="10226" y="377"/>
                  </a:cubicBezTo>
                  <a:cubicBezTo>
                    <a:pt x="10359" y="310"/>
                    <a:pt x="10485" y="277"/>
                    <a:pt x="10605" y="277"/>
                  </a:cubicBezTo>
                  <a:close/>
                  <a:moveTo>
                    <a:pt x="20786" y="6327"/>
                  </a:moveTo>
                  <a:cubicBezTo>
                    <a:pt x="21505" y="6366"/>
                    <a:pt x="22204" y="6416"/>
                    <a:pt x="22913" y="6465"/>
                  </a:cubicBezTo>
                  <a:cubicBezTo>
                    <a:pt x="22913" y="6593"/>
                    <a:pt x="22913" y="6750"/>
                    <a:pt x="22923" y="6918"/>
                  </a:cubicBezTo>
                  <a:cubicBezTo>
                    <a:pt x="22933" y="7381"/>
                    <a:pt x="22953" y="7844"/>
                    <a:pt x="22972" y="8307"/>
                  </a:cubicBezTo>
                  <a:cubicBezTo>
                    <a:pt x="22972" y="8356"/>
                    <a:pt x="22992" y="8405"/>
                    <a:pt x="23012" y="8455"/>
                  </a:cubicBezTo>
                  <a:cubicBezTo>
                    <a:pt x="23100" y="8730"/>
                    <a:pt x="23081" y="8780"/>
                    <a:pt x="22834" y="8947"/>
                  </a:cubicBezTo>
                  <a:cubicBezTo>
                    <a:pt x="22734" y="9012"/>
                    <a:pt x="22621" y="9047"/>
                    <a:pt x="22513" y="9047"/>
                  </a:cubicBezTo>
                  <a:cubicBezTo>
                    <a:pt x="22410" y="9047"/>
                    <a:pt x="22311" y="9015"/>
                    <a:pt x="22234" y="8947"/>
                  </a:cubicBezTo>
                  <a:cubicBezTo>
                    <a:pt x="22125" y="8839"/>
                    <a:pt x="22027" y="8711"/>
                    <a:pt x="21918" y="8593"/>
                  </a:cubicBezTo>
                  <a:cubicBezTo>
                    <a:pt x="21781" y="8443"/>
                    <a:pt x="21641" y="8369"/>
                    <a:pt x="21481" y="8369"/>
                  </a:cubicBezTo>
                  <a:cubicBezTo>
                    <a:pt x="21388" y="8369"/>
                    <a:pt x="21288" y="8394"/>
                    <a:pt x="21180" y="8445"/>
                  </a:cubicBezTo>
                  <a:cubicBezTo>
                    <a:pt x="21032" y="8504"/>
                    <a:pt x="20894" y="8593"/>
                    <a:pt x="20746" y="8622"/>
                  </a:cubicBezTo>
                  <a:cubicBezTo>
                    <a:pt x="20730" y="8626"/>
                    <a:pt x="20714" y="8627"/>
                    <a:pt x="20697" y="8627"/>
                  </a:cubicBezTo>
                  <a:cubicBezTo>
                    <a:pt x="20617" y="8627"/>
                    <a:pt x="20527" y="8592"/>
                    <a:pt x="20470" y="8543"/>
                  </a:cubicBezTo>
                  <a:cubicBezTo>
                    <a:pt x="20431" y="8504"/>
                    <a:pt x="20451" y="8386"/>
                    <a:pt x="20460" y="8307"/>
                  </a:cubicBezTo>
                  <a:cubicBezTo>
                    <a:pt x="20539" y="7883"/>
                    <a:pt x="20618" y="7460"/>
                    <a:pt x="20697" y="7036"/>
                  </a:cubicBezTo>
                  <a:cubicBezTo>
                    <a:pt x="20736" y="6790"/>
                    <a:pt x="20756" y="6544"/>
                    <a:pt x="20786" y="6327"/>
                  </a:cubicBezTo>
                  <a:close/>
                  <a:moveTo>
                    <a:pt x="7989" y="7873"/>
                  </a:moveTo>
                  <a:cubicBezTo>
                    <a:pt x="8443" y="8356"/>
                    <a:pt x="8659" y="8927"/>
                    <a:pt x="8689" y="9538"/>
                  </a:cubicBezTo>
                  <a:cubicBezTo>
                    <a:pt x="8728" y="10257"/>
                    <a:pt x="8403" y="10868"/>
                    <a:pt x="7920" y="11370"/>
                  </a:cubicBezTo>
                  <a:cubicBezTo>
                    <a:pt x="7204" y="12123"/>
                    <a:pt x="6349" y="12566"/>
                    <a:pt x="5318" y="12566"/>
                  </a:cubicBezTo>
                  <a:cubicBezTo>
                    <a:pt x="5215" y="12566"/>
                    <a:pt x="5111" y="12561"/>
                    <a:pt x="5005" y="12552"/>
                  </a:cubicBezTo>
                  <a:cubicBezTo>
                    <a:pt x="4532" y="12503"/>
                    <a:pt x="4098" y="12326"/>
                    <a:pt x="3724" y="12050"/>
                  </a:cubicBezTo>
                  <a:cubicBezTo>
                    <a:pt x="3596" y="11961"/>
                    <a:pt x="3507" y="11833"/>
                    <a:pt x="3379" y="11695"/>
                  </a:cubicBezTo>
                  <a:cubicBezTo>
                    <a:pt x="4936" y="10405"/>
                    <a:pt x="6463" y="9134"/>
                    <a:pt x="7989" y="7873"/>
                  </a:cubicBezTo>
                  <a:close/>
                  <a:moveTo>
                    <a:pt x="10617" y="0"/>
                  </a:moveTo>
                  <a:cubicBezTo>
                    <a:pt x="10466" y="0"/>
                    <a:pt x="10311" y="41"/>
                    <a:pt x="10157" y="121"/>
                  </a:cubicBezTo>
                  <a:cubicBezTo>
                    <a:pt x="9378" y="495"/>
                    <a:pt x="8590" y="860"/>
                    <a:pt x="7832" y="1264"/>
                  </a:cubicBezTo>
                  <a:cubicBezTo>
                    <a:pt x="7054" y="1677"/>
                    <a:pt x="6364" y="2209"/>
                    <a:pt x="5783" y="2879"/>
                  </a:cubicBezTo>
                  <a:cubicBezTo>
                    <a:pt x="5359" y="3362"/>
                    <a:pt x="5290" y="3894"/>
                    <a:pt x="5586" y="4455"/>
                  </a:cubicBezTo>
                  <a:cubicBezTo>
                    <a:pt x="5950" y="5135"/>
                    <a:pt x="6315" y="5805"/>
                    <a:pt x="6679" y="6484"/>
                  </a:cubicBezTo>
                  <a:cubicBezTo>
                    <a:pt x="6945" y="6967"/>
                    <a:pt x="7221" y="7450"/>
                    <a:pt x="7487" y="7933"/>
                  </a:cubicBezTo>
                  <a:cubicBezTo>
                    <a:pt x="7418" y="8001"/>
                    <a:pt x="7359" y="8041"/>
                    <a:pt x="7310" y="8090"/>
                  </a:cubicBezTo>
                  <a:cubicBezTo>
                    <a:pt x="6384" y="8858"/>
                    <a:pt x="5458" y="9617"/>
                    <a:pt x="4532" y="10385"/>
                  </a:cubicBezTo>
                  <a:cubicBezTo>
                    <a:pt x="3054" y="11617"/>
                    <a:pt x="1586" y="12858"/>
                    <a:pt x="119" y="14099"/>
                  </a:cubicBezTo>
                  <a:cubicBezTo>
                    <a:pt x="69" y="14138"/>
                    <a:pt x="40" y="14198"/>
                    <a:pt x="0" y="14247"/>
                  </a:cubicBezTo>
                  <a:lnTo>
                    <a:pt x="355" y="14247"/>
                  </a:lnTo>
                  <a:cubicBezTo>
                    <a:pt x="631" y="14020"/>
                    <a:pt x="897" y="13784"/>
                    <a:pt x="1173" y="13557"/>
                  </a:cubicBezTo>
                  <a:cubicBezTo>
                    <a:pt x="1362" y="13403"/>
                    <a:pt x="2007" y="13241"/>
                    <a:pt x="2378" y="13241"/>
                  </a:cubicBezTo>
                  <a:cubicBezTo>
                    <a:pt x="2433" y="13241"/>
                    <a:pt x="2482" y="13244"/>
                    <a:pt x="2522" y="13252"/>
                  </a:cubicBezTo>
                  <a:cubicBezTo>
                    <a:pt x="2394" y="13370"/>
                    <a:pt x="2276" y="13449"/>
                    <a:pt x="2177" y="13557"/>
                  </a:cubicBezTo>
                  <a:cubicBezTo>
                    <a:pt x="2109" y="13626"/>
                    <a:pt x="2079" y="13715"/>
                    <a:pt x="2030" y="13804"/>
                  </a:cubicBezTo>
                  <a:cubicBezTo>
                    <a:pt x="2109" y="13833"/>
                    <a:pt x="2197" y="13882"/>
                    <a:pt x="2286" y="13902"/>
                  </a:cubicBezTo>
                  <a:cubicBezTo>
                    <a:pt x="2611" y="13971"/>
                    <a:pt x="2936" y="14030"/>
                    <a:pt x="3261" y="14099"/>
                  </a:cubicBezTo>
                  <a:cubicBezTo>
                    <a:pt x="3320" y="14119"/>
                    <a:pt x="3379" y="14198"/>
                    <a:pt x="3429" y="14247"/>
                  </a:cubicBezTo>
                  <a:lnTo>
                    <a:pt x="3704" y="14247"/>
                  </a:lnTo>
                  <a:cubicBezTo>
                    <a:pt x="3685" y="14001"/>
                    <a:pt x="3507" y="13892"/>
                    <a:pt x="3300" y="13823"/>
                  </a:cubicBezTo>
                  <a:cubicBezTo>
                    <a:pt x="3044" y="13744"/>
                    <a:pt x="2788" y="13685"/>
                    <a:pt x="2503" y="13616"/>
                  </a:cubicBezTo>
                  <a:cubicBezTo>
                    <a:pt x="2542" y="13587"/>
                    <a:pt x="2562" y="13577"/>
                    <a:pt x="2581" y="13557"/>
                  </a:cubicBezTo>
                  <a:cubicBezTo>
                    <a:pt x="2719" y="13449"/>
                    <a:pt x="2837" y="13311"/>
                    <a:pt x="2759" y="13134"/>
                  </a:cubicBezTo>
                  <a:cubicBezTo>
                    <a:pt x="2670" y="12966"/>
                    <a:pt x="2493" y="12956"/>
                    <a:pt x="2325" y="12947"/>
                  </a:cubicBezTo>
                  <a:cubicBezTo>
                    <a:pt x="2276" y="12947"/>
                    <a:pt x="2227" y="12966"/>
                    <a:pt x="2168" y="12976"/>
                  </a:cubicBezTo>
                  <a:cubicBezTo>
                    <a:pt x="2059" y="12986"/>
                    <a:pt x="1951" y="13006"/>
                    <a:pt x="1793" y="13035"/>
                  </a:cubicBezTo>
                  <a:cubicBezTo>
                    <a:pt x="2286" y="12612"/>
                    <a:pt x="2739" y="12237"/>
                    <a:pt x="3163" y="11883"/>
                  </a:cubicBezTo>
                  <a:cubicBezTo>
                    <a:pt x="3350" y="12050"/>
                    <a:pt x="3497" y="12218"/>
                    <a:pt x="3675" y="12336"/>
                  </a:cubicBezTo>
                  <a:cubicBezTo>
                    <a:pt x="4136" y="12643"/>
                    <a:pt x="4644" y="12829"/>
                    <a:pt x="5198" y="12829"/>
                  </a:cubicBezTo>
                  <a:cubicBezTo>
                    <a:pt x="5212" y="12829"/>
                    <a:pt x="5227" y="12829"/>
                    <a:pt x="5241" y="12828"/>
                  </a:cubicBezTo>
                  <a:cubicBezTo>
                    <a:pt x="6561" y="12818"/>
                    <a:pt x="7605" y="12267"/>
                    <a:pt x="8393" y="11223"/>
                  </a:cubicBezTo>
                  <a:cubicBezTo>
                    <a:pt x="8797" y="10681"/>
                    <a:pt x="9043" y="10050"/>
                    <a:pt x="8945" y="9361"/>
                  </a:cubicBezTo>
                  <a:cubicBezTo>
                    <a:pt x="8876" y="8868"/>
                    <a:pt x="8738" y="8376"/>
                    <a:pt x="8413" y="7962"/>
                  </a:cubicBezTo>
                  <a:cubicBezTo>
                    <a:pt x="8344" y="7883"/>
                    <a:pt x="8285" y="7785"/>
                    <a:pt x="8206" y="7676"/>
                  </a:cubicBezTo>
                  <a:cubicBezTo>
                    <a:pt x="9575" y="6632"/>
                    <a:pt x="10925" y="5608"/>
                    <a:pt x="12274" y="4573"/>
                  </a:cubicBezTo>
                  <a:cubicBezTo>
                    <a:pt x="12294" y="4564"/>
                    <a:pt x="12314" y="4564"/>
                    <a:pt x="12324" y="4554"/>
                  </a:cubicBezTo>
                  <a:lnTo>
                    <a:pt x="12324" y="4554"/>
                  </a:lnTo>
                  <a:lnTo>
                    <a:pt x="12304" y="4603"/>
                  </a:lnTo>
                  <a:cubicBezTo>
                    <a:pt x="12235" y="4810"/>
                    <a:pt x="12137" y="5017"/>
                    <a:pt x="12087" y="5233"/>
                  </a:cubicBezTo>
                  <a:cubicBezTo>
                    <a:pt x="12068" y="5322"/>
                    <a:pt x="12097" y="5470"/>
                    <a:pt x="12156" y="5529"/>
                  </a:cubicBezTo>
                  <a:cubicBezTo>
                    <a:pt x="12173" y="5540"/>
                    <a:pt x="12195" y="5544"/>
                    <a:pt x="12222" y="5544"/>
                  </a:cubicBezTo>
                  <a:cubicBezTo>
                    <a:pt x="12290" y="5544"/>
                    <a:pt x="12383" y="5516"/>
                    <a:pt x="12462" y="5509"/>
                  </a:cubicBezTo>
                  <a:cubicBezTo>
                    <a:pt x="12491" y="5499"/>
                    <a:pt x="12521" y="5480"/>
                    <a:pt x="12570" y="5450"/>
                  </a:cubicBezTo>
                  <a:lnTo>
                    <a:pt x="12570" y="5450"/>
                  </a:lnTo>
                  <a:cubicBezTo>
                    <a:pt x="12570" y="5608"/>
                    <a:pt x="12550" y="5746"/>
                    <a:pt x="12580" y="5874"/>
                  </a:cubicBezTo>
                  <a:cubicBezTo>
                    <a:pt x="12590" y="5953"/>
                    <a:pt x="12649" y="6061"/>
                    <a:pt x="12718" y="6081"/>
                  </a:cubicBezTo>
                  <a:cubicBezTo>
                    <a:pt x="12734" y="6088"/>
                    <a:pt x="12753" y="6091"/>
                    <a:pt x="12773" y="6091"/>
                  </a:cubicBezTo>
                  <a:cubicBezTo>
                    <a:pt x="12836" y="6091"/>
                    <a:pt x="12912" y="6059"/>
                    <a:pt x="12964" y="6021"/>
                  </a:cubicBezTo>
                  <a:cubicBezTo>
                    <a:pt x="13033" y="5982"/>
                    <a:pt x="13082" y="5903"/>
                    <a:pt x="13141" y="5844"/>
                  </a:cubicBezTo>
                  <a:cubicBezTo>
                    <a:pt x="13230" y="5992"/>
                    <a:pt x="13309" y="6130"/>
                    <a:pt x="13397" y="6268"/>
                  </a:cubicBezTo>
                  <a:cubicBezTo>
                    <a:pt x="13451" y="6351"/>
                    <a:pt x="13533" y="6429"/>
                    <a:pt x="13626" y="6429"/>
                  </a:cubicBezTo>
                  <a:cubicBezTo>
                    <a:pt x="13654" y="6429"/>
                    <a:pt x="13683" y="6422"/>
                    <a:pt x="13713" y="6406"/>
                  </a:cubicBezTo>
                  <a:cubicBezTo>
                    <a:pt x="13792" y="6347"/>
                    <a:pt x="13860" y="6209"/>
                    <a:pt x="13870" y="6100"/>
                  </a:cubicBezTo>
                  <a:cubicBezTo>
                    <a:pt x="13890" y="5923"/>
                    <a:pt x="13851" y="5746"/>
                    <a:pt x="13831" y="5568"/>
                  </a:cubicBezTo>
                  <a:cubicBezTo>
                    <a:pt x="14323" y="5460"/>
                    <a:pt x="14343" y="5293"/>
                    <a:pt x="13900" y="4800"/>
                  </a:cubicBezTo>
                  <a:cubicBezTo>
                    <a:pt x="14176" y="4564"/>
                    <a:pt x="14215" y="4426"/>
                    <a:pt x="14018" y="4238"/>
                  </a:cubicBezTo>
                  <a:cubicBezTo>
                    <a:pt x="13949" y="4170"/>
                    <a:pt x="13860" y="4101"/>
                    <a:pt x="13772" y="4061"/>
                  </a:cubicBezTo>
                  <a:cubicBezTo>
                    <a:pt x="13624" y="3992"/>
                    <a:pt x="13476" y="3943"/>
                    <a:pt x="13269" y="3864"/>
                  </a:cubicBezTo>
                  <a:cubicBezTo>
                    <a:pt x="13575" y="3707"/>
                    <a:pt x="13841" y="3559"/>
                    <a:pt x="14117" y="3441"/>
                  </a:cubicBezTo>
                  <a:cubicBezTo>
                    <a:pt x="14186" y="3414"/>
                    <a:pt x="14250" y="3401"/>
                    <a:pt x="14306" y="3401"/>
                  </a:cubicBezTo>
                  <a:cubicBezTo>
                    <a:pt x="14480" y="3401"/>
                    <a:pt x="14587" y="3525"/>
                    <a:pt x="14609" y="3756"/>
                  </a:cubicBezTo>
                  <a:cubicBezTo>
                    <a:pt x="14629" y="3904"/>
                    <a:pt x="14639" y="4061"/>
                    <a:pt x="14629" y="4209"/>
                  </a:cubicBezTo>
                  <a:cubicBezTo>
                    <a:pt x="14530" y="5224"/>
                    <a:pt x="14461" y="6238"/>
                    <a:pt x="14314" y="7243"/>
                  </a:cubicBezTo>
                  <a:cubicBezTo>
                    <a:pt x="14126" y="8593"/>
                    <a:pt x="13890" y="9932"/>
                    <a:pt x="13673" y="11272"/>
                  </a:cubicBezTo>
                  <a:cubicBezTo>
                    <a:pt x="13614" y="11646"/>
                    <a:pt x="13545" y="12021"/>
                    <a:pt x="13476" y="12395"/>
                  </a:cubicBezTo>
                  <a:cubicBezTo>
                    <a:pt x="13348" y="12385"/>
                    <a:pt x="13250" y="12365"/>
                    <a:pt x="13141" y="12355"/>
                  </a:cubicBezTo>
                  <a:cubicBezTo>
                    <a:pt x="13020" y="12345"/>
                    <a:pt x="12899" y="12340"/>
                    <a:pt x="12781" y="12340"/>
                  </a:cubicBezTo>
                  <a:cubicBezTo>
                    <a:pt x="11908" y="12340"/>
                    <a:pt x="11111" y="12622"/>
                    <a:pt x="10383" y="13134"/>
                  </a:cubicBezTo>
                  <a:cubicBezTo>
                    <a:pt x="9940" y="13429"/>
                    <a:pt x="9556" y="13794"/>
                    <a:pt x="9260" y="14247"/>
                  </a:cubicBezTo>
                  <a:lnTo>
                    <a:pt x="9575" y="14247"/>
                  </a:lnTo>
                  <a:cubicBezTo>
                    <a:pt x="10420" y="13169"/>
                    <a:pt x="11730" y="12604"/>
                    <a:pt x="12767" y="12604"/>
                  </a:cubicBezTo>
                  <a:cubicBezTo>
                    <a:pt x="13000" y="12604"/>
                    <a:pt x="13220" y="12632"/>
                    <a:pt x="13417" y="12690"/>
                  </a:cubicBezTo>
                  <a:cubicBezTo>
                    <a:pt x="13319" y="13212"/>
                    <a:pt x="13220" y="13725"/>
                    <a:pt x="13122" y="14247"/>
                  </a:cubicBezTo>
                  <a:lnTo>
                    <a:pt x="13397" y="14247"/>
                  </a:lnTo>
                  <a:cubicBezTo>
                    <a:pt x="13457" y="13961"/>
                    <a:pt x="13496" y="13666"/>
                    <a:pt x="13565" y="13380"/>
                  </a:cubicBezTo>
                  <a:cubicBezTo>
                    <a:pt x="13585" y="13301"/>
                    <a:pt x="13663" y="13232"/>
                    <a:pt x="13732" y="13183"/>
                  </a:cubicBezTo>
                  <a:cubicBezTo>
                    <a:pt x="14777" y="12523"/>
                    <a:pt x="15821" y="11873"/>
                    <a:pt x="16865" y="11213"/>
                  </a:cubicBezTo>
                  <a:cubicBezTo>
                    <a:pt x="16963" y="11154"/>
                    <a:pt x="17141" y="11104"/>
                    <a:pt x="17042" y="10947"/>
                  </a:cubicBezTo>
                  <a:cubicBezTo>
                    <a:pt x="17012" y="10897"/>
                    <a:pt x="16977" y="10878"/>
                    <a:pt x="16941" y="10878"/>
                  </a:cubicBezTo>
                  <a:cubicBezTo>
                    <a:pt x="16870" y="10878"/>
                    <a:pt x="16792" y="10947"/>
                    <a:pt x="16727" y="10986"/>
                  </a:cubicBezTo>
                  <a:cubicBezTo>
                    <a:pt x="15791" y="11567"/>
                    <a:pt x="14865" y="12158"/>
                    <a:pt x="13929" y="12750"/>
                  </a:cubicBezTo>
                  <a:cubicBezTo>
                    <a:pt x="13851" y="12799"/>
                    <a:pt x="13782" y="12848"/>
                    <a:pt x="13654" y="12917"/>
                  </a:cubicBezTo>
                  <a:cubicBezTo>
                    <a:pt x="13713" y="12592"/>
                    <a:pt x="13762" y="12306"/>
                    <a:pt x="13821" y="12021"/>
                  </a:cubicBezTo>
                  <a:cubicBezTo>
                    <a:pt x="13821" y="12001"/>
                    <a:pt x="13860" y="11981"/>
                    <a:pt x="13890" y="11961"/>
                  </a:cubicBezTo>
                  <a:cubicBezTo>
                    <a:pt x="14530" y="11567"/>
                    <a:pt x="15171" y="11173"/>
                    <a:pt x="15811" y="10779"/>
                  </a:cubicBezTo>
                  <a:cubicBezTo>
                    <a:pt x="15860" y="10750"/>
                    <a:pt x="15909" y="10720"/>
                    <a:pt x="15929" y="10681"/>
                  </a:cubicBezTo>
                  <a:cubicBezTo>
                    <a:pt x="15959" y="10632"/>
                    <a:pt x="15969" y="10553"/>
                    <a:pt x="15949" y="10513"/>
                  </a:cubicBezTo>
                  <a:cubicBezTo>
                    <a:pt x="15934" y="10491"/>
                    <a:pt x="15880" y="10480"/>
                    <a:pt x="15834" y="10480"/>
                  </a:cubicBezTo>
                  <a:cubicBezTo>
                    <a:pt x="15818" y="10480"/>
                    <a:pt x="15804" y="10481"/>
                    <a:pt x="15791" y="10484"/>
                  </a:cubicBezTo>
                  <a:cubicBezTo>
                    <a:pt x="15752" y="10484"/>
                    <a:pt x="15712" y="10523"/>
                    <a:pt x="15673" y="10553"/>
                  </a:cubicBezTo>
                  <a:cubicBezTo>
                    <a:pt x="15131" y="10888"/>
                    <a:pt x="14589" y="11232"/>
                    <a:pt x="14038" y="11577"/>
                  </a:cubicBezTo>
                  <a:cubicBezTo>
                    <a:pt x="14008" y="11597"/>
                    <a:pt x="13969" y="11617"/>
                    <a:pt x="13880" y="11666"/>
                  </a:cubicBezTo>
                  <a:cubicBezTo>
                    <a:pt x="13929" y="11380"/>
                    <a:pt x="13989" y="11134"/>
                    <a:pt x="13998" y="10878"/>
                  </a:cubicBezTo>
                  <a:cubicBezTo>
                    <a:pt x="14018" y="10622"/>
                    <a:pt x="14146" y="10474"/>
                    <a:pt x="14363" y="10356"/>
                  </a:cubicBezTo>
                  <a:cubicBezTo>
                    <a:pt x="14796" y="10100"/>
                    <a:pt x="15220" y="9814"/>
                    <a:pt x="15643" y="9548"/>
                  </a:cubicBezTo>
                  <a:cubicBezTo>
                    <a:pt x="15663" y="9538"/>
                    <a:pt x="15683" y="9518"/>
                    <a:pt x="15712" y="9509"/>
                  </a:cubicBezTo>
                  <a:cubicBezTo>
                    <a:pt x="15801" y="9450"/>
                    <a:pt x="15909" y="9381"/>
                    <a:pt x="15831" y="9262"/>
                  </a:cubicBezTo>
                  <a:cubicBezTo>
                    <a:pt x="15800" y="9217"/>
                    <a:pt x="15767" y="9201"/>
                    <a:pt x="15733" y="9201"/>
                  </a:cubicBezTo>
                  <a:cubicBezTo>
                    <a:pt x="15679" y="9201"/>
                    <a:pt x="15623" y="9242"/>
                    <a:pt x="15574" y="9272"/>
                  </a:cubicBezTo>
                  <a:cubicBezTo>
                    <a:pt x="15289" y="9459"/>
                    <a:pt x="15003" y="9647"/>
                    <a:pt x="14717" y="9824"/>
                  </a:cubicBezTo>
                  <a:cubicBezTo>
                    <a:pt x="14530" y="9942"/>
                    <a:pt x="14343" y="10060"/>
                    <a:pt x="14136" y="10188"/>
                  </a:cubicBezTo>
                  <a:cubicBezTo>
                    <a:pt x="14353" y="8721"/>
                    <a:pt x="14580" y="7292"/>
                    <a:pt x="14796" y="5844"/>
                  </a:cubicBezTo>
                  <a:cubicBezTo>
                    <a:pt x="14885" y="5962"/>
                    <a:pt x="14964" y="6090"/>
                    <a:pt x="15043" y="6209"/>
                  </a:cubicBezTo>
                  <a:cubicBezTo>
                    <a:pt x="16491" y="8376"/>
                    <a:pt x="17939" y="10533"/>
                    <a:pt x="19387" y="12700"/>
                  </a:cubicBezTo>
                  <a:cubicBezTo>
                    <a:pt x="19692" y="13163"/>
                    <a:pt x="20007" y="13626"/>
                    <a:pt x="20313" y="14089"/>
                  </a:cubicBezTo>
                  <a:cubicBezTo>
                    <a:pt x="20342" y="14138"/>
                    <a:pt x="20352" y="14198"/>
                    <a:pt x="20372" y="14247"/>
                  </a:cubicBezTo>
                  <a:lnTo>
                    <a:pt x="20687" y="14247"/>
                  </a:lnTo>
                  <a:cubicBezTo>
                    <a:pt x="20667" y="14188"/>
                    <a:pt x="20657" y="14129"/>
                    <a:pt x="20618" y="14079"/>
                  </a:cubicBezTo>
                  <a:cubicBezTo>
                    <a:pt x="19929" y="13045"/>
                    <a:pt x="19239" y="12011"/>
                    <a:pt x="18540" y="10976"/>
                  </a:cubicBezTo>
                  <a:cubicBezTo>
                    <a:pt x="18461" y="10868"/>
                    <a:pt x="18441" y="10770"/>
                    <a:pt x="18490" y="10641"/>
                  </a:cubicBezTo>
                  <a:cubicBezTo>
                    <a:pt x="18628" y="10247"/>
                    <a:pt x="18737" y="9853"/>
                    <a:pt x="19003" y="9518"/>
                  </a:cubicBezTo>
                  <a:cubicBezTo>
                    <a:pt x="19160" y="9321"/>
                    <a:pt x="19347" y="9174"/>
                    <a:pt x="19584" y="9065"/>
                  </a:cubicBezTo>
                  <a:cubicBezTo>
                    <a:pt x="19800" y="8967"/>
                    <a:pt x="20007" y="8839"/>
                    <a:pt x="20234" y="8711"/>
                  </a:cubicBezTo>
                  <a:cubicBezTo>
                    <a:pt x="20362" y="8853"/>
                    <a:pt x="20501" y="8907"/>
                    <a:pt x="20647" y="8907"/>
                  </a:cubicBezTo>
                  <a:cubicBezTo>
                    <a:pt x="20814" y="8907"/>
                    <a:pt x="20991" y="8835"/>
                    <a:pt x="21170" y="8740"/>
                  </a:cubicBezTo>
                  <a:cubicBezTo>
                    <a:pt x="21304" y="8671"/>
                    <a:pt x="21396" y="8634"/>
                    <a:pt x="21475" y="8634"/>
                  </a:cubicBezTo>
                  <a:cubicBezTo>
                    <a:pt x="21588" y="8634"/>
                    <a:pt x="21675" y="8710"/>
                    <a:pt x="21820" y="8878"/>
                  </a:cubicBezTo>
                  <a:cubicBezTo>
                    <a:pt x="21820" y="8888"/>
                    <a:pt x="21830" y="8888"/>
                    <a:pt x="21830" y="8898"/>
                  </a:cubicBezTo>
                  <a:cubicBezTo>
                    <a:pt x="22064" y="9183"/>
                    <a:pt x="22295" y="9326"/>
                    <a:pt x="22534" y="9326"/>
                  </a:cubicBezTo>
                  <a:cubicBezTo>
                    <a:pt x="22759" y="9326"/>
                    <a:pt x="22990" y="9200"/>
                    <a:pt x="23238" y="8947"/>
                  </a:cubicBezTo>
                  <a:cubicBezTo>
                    <a:pt x="23248" y="8937"/>
                    <a:pt x="23268" y="8927"/>
                    <a:pt x="23278" y="8918"/>
                  </a:cubicBezTo>
                  <a:cubicBezTo>
                    <a:pt x="23593" y="9115"/>
                    <a:pt x="23898" y="9312"/>
                    <a:pt x="24223" y="9489"/>
                  </a:cubicBezTo>
                  <a:cubicBezTo>
                    <a:pt x="24805" y="9804"/>
                    <a:pt x="25130" y="10316"/>
                    <a:pt x="25346" y="10917"/>
                  </a:cubicBezTo>
                  <a:cubicBezTo>
                    <a:pt x="25524" y="11410"/>
                    <a:pt x="25603" y="11922"/>
                    <a:pt x="25632" y="12444"/>
                  </a:cubicBezTo>
                  <a:cubicBezTo>
                    <a:pt x="25662" y="13045"/>
                    <a:pt x="25671" y="13646"/>
                    <a:pt x="25691" y="14247"/>
                  </a:cubicBezTo>
                  <a:lnTo>
                    <a:pt x="26006" y="14247"/>
                  </a:lnTo>
                  <a:cubicBezTo>
                    <a:pt x="25997" y="14217"/>
                    <a:pt x="25977" y="14188"/>
                    <a:pt x="25977" y="14158"/>
                  </a:cubicBezTo>
                  <a:cubicBezTo>
                    <a:pt x="25967" y="13764"/>
                    <a:pt x="25957" y="13360"/>
                    <a:pt x="25937" y="12956"/>
                  </a:cubicBezTo>
                  <a:cubicBezTo>
                    <a:pt x="25898" y="12296"/>
                    <a:pt x="25859" y="11636"/>
                    <a:pt x="25662" y="10996"/>
                  </a:cubicBezTo>
                  <a:cubicBezTo>
                    <a:pt x="25445" y="10326"/>
                    <a:pt x="25120" y="9715"/>
                    <a:pt x="24489" y="9331"/>
                  </a:cubicBezTo>
                  <a:cubicBezTo>
                    <a:pt x="24223" y="9164"/>
                    <a:pt x="23948" y="9016"/>
                    <a:pt x="23672" y="8858"/>
                  </a:cubicBezTo>
                  <a:cubicBezTo>
                    <a:pt x="23406" y="8701"/>
                    <a:pt x="23229" y="8474"/>
                    <a:pt x="23219" y="8169"/>
                  </a:cubicBezTo>
                  <a:cubicBezTo>
                    <a:pt x="23189" y="7588"/>
                    <a:pt x="23189" y="7016"/>
                    <a:pt x="23189" y="6435"/>
                  </a:cubicBezTo>
                  <a:cubicBezTo>
                    <a:pt x="23179" y="6396"/>
                    <a:pt x="23229" y="6347"/>
                    <a:pt x="23268" y="6327"/>
                  </a:cubicBezTo>
                  <a:cubicBezTo>
                    <a:pt x="23485" y="6199"/>
                    <a:pt x="23583" y="6002"/>
                    <a:pt x="23603" y="5775"/>
                  </a:cubicBezTo>
                  <a:cubicBezTo>
                    <a:pt x="23652" y="5243"/>
                    <a:pt x="23701" y="4721"/>
                    <a:pt x="23731" y="4189"/>
                  </a:cubicBezTo>
                  <a:cubicBezTo>
                    <a:pt x="23751" y="3785"/>
                    <a:pt x="23603" y="3618"/>
                    <a:pt x="23209" y="3569"/>
                  </a:cubicBezTo>
                  <a:cubicBezTo>
                    <a:pt x="22834" y="3519"/>
                    <a:pt x="22470" y="3470"/>
                    <a:pt x="22096" y="3460"/>
                  </a:cubicBezTo>
                  <a:cubicBezTo>
                    <a:pt x="21989" y="3458"/>
                    <a:pt x="21881" y="3457"/>
                    <a:pt x="21773" y="3457"/>
                  </a:cubicBezTo>
                  <a:cubicBezTo>
                    <a:pt x="21424" y="3457"/>
                    <a:pt x="21073" y="3470"/>
                    <a:pt x="20726" y="3500"/>
                  </a:cubicBezTo>
                  <a:cubicBezTo>
                    <a:pt x="20520" y="3510"/>
                    <a:pt x="20352" y="3647"/>
                    <a:pt x="20342" y="3884"/>
                  </a:cubicBezTo>
                  <a:cubicBezTo>
                    <a:pt x="20303" y="4504"/>
                    <a:pt x="20273" y="5125"/>
                    <a:pt x="20254" y="5746"/>
                  </a:cubicBezTo>
                  <a:cubicBezTo>
                    <a:pt x="20254" y="5864"/>
                    <a:pt x="20342" y="6012"/>
                    <a:pt x="20431" y="6120"/>
                  </a:cubicBezTo>
                  <a:cubicBezTo>
                    <a:pt x="20500" y="6189"/>
                    <a:pt x="20539" y="6248"/>
                    <a:pt x="20529" y="6347"/>
                  </a:cubicBezTo>
                  <a:cubicBezTo>
                    <a:pt x="20470" y="6750"/>
                    <a:pt x="20411" y="7154"/>
                    <a:pt x="20372" y="7558"/>
                  </a:cubicBezTo>
                  <a:cubicBezTo>
                    <a:pt x="20303" y="8100"/>
                    <a:pt x="20135" y="8573"/>
                    <a:pt x="19564" y="8780"/>
                  </a:cubicBezTo>
                  <a:cubicBezTo>
                    <a:pt x="19012" y="8977"/>
                    <a:pt x="18687" y="9390"/>
                    <a:pt x="18461" y="9913"/>
                  </a:cubicBezTo>
                  <a:cubicBezTo>
                    <a:pt x="18382" y="10100"/>
                    <a:pt x="18313" y="10307"/>
                    <a:pt x="18234" y="10523"/>
                  </a:cubicBezTo>
                  <a:cubicBezTo>
                    <a:pt x="18086" y="10297"/>
                    <a:pt x="17949" y="10090"/>
                    <a:pt x="17811" y="9893"/>
                  </a:cubicBezTo>
                  <a:cubicBezTo>
                    <a:pt x="16845" y="8445"/>
                    <a:pt x="15890" y="7007"/>
                    <a:pt x="14924" y="5568"/>
                  </a:cubicBezTo>
                  <a:cubicBezTo>
                    <a:pt x="14826" y="5421"/>
                    <a:pt x="14826" y="5273"/>
                    <a:pt x="14836" y="5105"/>
                  </a:cubicBezTo>
                  <a:cubicBezTo>
                    <a:pt x="14855" y="4652"/>
                    <a:pt x="14905" y="4189"/>
                    <a:pt x="14865" y="3736"/>
                  </a:cubicBezTo>
                  <a:cubicBezTo>
                    <a:pt x="14836" y="3340"/>
                    <a:pt x="14626" y="3129"/>
                    <a:pt x="14313" y="3129"/>
                  </a:cubicBezTo>
                  <a:cubicBezTo>
                    <a:pt x="14206" y="3129"/>
                    <a:pt x="14087" y="3154"/>
                    <a:pt x="13959" y="3204"/>
                  </a:cubicBezTo>
                  <a:cubicBezTo>
                    <a:pt x="13811" y="3263"/>
                    <a:pt x="13663" y="3342"/>
                    <a:pt x="13565" y="3391"/>
                  </a:cubicBezTo>
                  <a:cubicBezTo>
                    <a:pt x="13082" y="2682"/>
                    <a:pt x="12629" y="1973"/>
                    <a:pt x="12137" y="1303"/>
                  </a:cubicBezTo>
                  <a:cubicBezTo>
                    <a:pt x="11871" y="939"/>
                    <a:pt x="11555" y="604"/>
                    <a:pt x="11240" y="279"/>
                  </a:cubicBezTo>
                  <a:cubicBezTo>
                    <a:pt x="11052" y="90"/>
                    <a:pt x="10839" y="0"/>
                    <a:pt x="10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9"/>
            <p:cNvSpPr/>
            <p:nvPr/>
          </p:nvSpPr>
          <p:spPr>
            <a:xfrm>
              <a:off x="4887736" y="4761611"/>
              <a:ext cx="327112" cy="268161"/>
            </a:xfrm>
            <a:custGeom>
              <a:avLst/>
              <a:gdLst/>
              <a:ahLst/>
              <a:cxnLst/>
              <a:rect l="l" t="t" r="r" b="b"/>
              <a:pathLst>
                <a:path w="8324" h="6823" extrusionOk="0">
                  <a:moveTo>
                    <a:pt x="8079" y="1"/>
                  </a:moveTo>
                  <a:cubicBezTo>
                    <a:pt x="8057" y="1"/>
                    <a:pt x="8033" y="2"/>
                    <a:pt x="8009" y="6"/>
                  </a:cubicBezTo>
                  <a:cubicBezTo>
                    <a:pt x="7920" y="16"/>
                    <a:pt x="7831" y="55"/>
                    <a:pt x="7753" y="95"/>
                  </a:cubicBezTo>
                  <a:cubicBezTo>
                    <a:pt x="7240" y="311"/>
                    <a:pt x="6728" y="528"/>
                    <a:pt x="6216" y="755"/>
                  </a:cubicBezTo>
                  <a:cubicBezTo>
                    <a:pt x="5241" y="1208"/>
                    <a:pt x="4246" y="1631"/>
                    <a:pt x="3270" y="2114"/>
                  </a:cubicBezTo>
                  <a:cubicBezTo>
                    <a:pt x="1694" y="2892"/>
                    <a:pt x="739" y="4203"/>
                    <a:pt x="217" y="5857"/>
                  </a:cubicBezTo>
                  <a:cubicBezTo>
                    <a:pt x="118" y="6173"/>
                    <a:pt x="69" y="6498"/>
                    <a:pt x="0" y="6823"/>
                  </a:cubicBezTo>
                  <a:lnTo>
                    <a:pt x="315" y="6823"/>
                  </a:lnTo>
                  <a:cubicBezTo>
                    <a:pt x="335" y="6675"/>
                    <a:pt x="345" y="6517"/>
                    <a:pt x="355" y="6370"/>
                  </a:cubicBezTo>
                  <a:cubicBezTo>
                    <a:pt x="436" y="6355"/>
                    <a:pt x="513" y="6348"/>
                    <a:pt x="587" y="6348"/>
                  </a:cubicBezTo>
                  <a:cubicBezTo>
                    <a:pt x="1000" y="6348"/>
                    <a:pt x="1315" y="6564"/>
                    <a:pt x="1616" y="6823"/>
                  </a:cubicBezTo>
                  <a:lnTo>
                    <a:pt x="2010" y="6823"/>
                  </a:lnTo>
                  <a:cubicBezTo>
                    <a:pt x="1599" y="6412"/>
                    <a:pt x="1153" y="6081"/>
                    <a:pt x="537" y="6081"/>
                  </a:cubicBezTo>
                  <a:cubicBezTo>
                    <a:pt x="503" y="6081"/>
                    <a:pt x="468" y="6082"/>
                    <a:pt x="433" y="6084"/>
                  </a:cubicBezTo>
                  <a:cubicBezTo>
                    <a:pt x="571" y="5483"/>
                    <a:pt x="847" y="4951"/>
                    <a:pt x="1162" y="4419"/>
                  </a:cubicBezTo>
                  <a:cubicBezTo>
                    <a:pt x="1369" y="4488"/>
                    <a:pt x="1576" y="4547"/>
                    <a:pt x="1773" y="4636"/>
                  </a:cubicBezTo>
                  <a:cubicBezTo>
                    <a:pt x="2551" y="5000"/>
                    <a:pt x="3103" y="5641"/>
                    <a:pt x="3684" y="6242"/>
                  </a:cubicBezTo>
                  <a:cubicBezTo>
                    <a:pt x="3738" y="6303"/>
                    <a:pt x="3786" y="6394"/>
                    <a:pt x="3860" y="6394"/>
                  </a:cubicBezTo>
                  <a:cubicBezTo>
                    <a:pt x="3881" y="6394"/>
                    <a:pt x="3904" y="6387"/>
                    <a:pt x="3930" y="6370"/>
                  </a:cubicBezTo>
                  <a:cubicBezTo>
                    <a:pt x="4059" y="6271"/>
                    <a:pt x="3960" y="6173"/>
                    <a:pt x="3901" y="6074"/>
                  </a:cubicBezTo>
                  <a:cubicBezTo>
                    <a:pt x="3891" y="6064"/>
                    <a:pt x="3871" y="6045"/>
                    <a:pt x="3861" y="6035"/>
                  </a:cubicBezTo>
                  <a:cubicBezTo>
                    <a:pt x="3123" y="5276"/>
                    <a:pt x="2413" y="4468"/>
                    <a:pt x="1310" y="4193"/>
                  </a:cubicBezTo>
                  <a:cubicBezTo>
                    <a:pt x="1616" y="3680"/>
                    <a:pt x="2010" y="3286"/>
                    <a:pt x="2473" y="2942"/>
                  </a:cubicBezTo>
                  <a:cubicBezTo>
                    <a:pt x="2639" y="2817"/>
                    <a:pt x="2750" y="2755"/>
                    <a:pt x="2868" y="2755"/>
                  </a:cubicBezTo>
                  <a:cubicBezTo>
                    <a:pt x="2973" y="2755"/>
                    <a:pt x="3083" y="2805"/>
                    <a:pt x="3241" y="2902"/>
                  </a:cubicBezTo>
                  <a:cubicBezTo>
                    <a:pt x="3290" y="2932"/>
                    <a:pt x="3349" y="2961"/>
                    <a:pt x="3389" y="3011"/>
                  </a:cubicBezTo>
                  <a:cubicBezTo>
                    <a:pt x="3743" y="3375"/>
                    <a:pt x="4108" y="3730"/>
                    <a:pt x="4453" y="4104"/>
                  </a:cubicBezTo>
                  <a:cubicBezTo>
                    <a:pt x="4689" y="4380"/>
                    <a:pt x="4886" y="4685"/>
                    <a:pt x="5113" y="4961"/>
                  </a:cubicBezTo>
                  <a:cubicBezTo>
                    <a:pt x="5152" y="5020"/>
                    <a:pt x="5250" y="5020"/>
                    <a:pt x="5319" y="5050"/>
                  </a:cubicBezTo>
                  <a:cubicBezTo>
                    <a:pt x="5319" y="4971"/>
                    <a:pt x="5329" y="4892"/>
                    <a:pt x="5329" y="4823"/>
                  </a:cubicBezTo>
                  <a:cubicBezTo>
                    <a:pt x="5319" y="4784"/>
                    <a:pt x="5290" y="4754"/>
                    <a:pt x="5260" y="4725"/>
                  </a:cubicBezTo>
                  <a:cubicBezTo>
                    <a:pt x="4640" y="3907"/>
                    <a:pt x="4068" y="3030"/>
                    <a:pt x="3054" y="2498"/>
                  </a:cubicBezTo>
                  <a:cubicBezTo>
                    <a:pt x="3684" y="2203"/>
                    <a:pt x="4275" y="1937"/>
                    <a:pt x="4856" y="1651"/>
                  </a:cubicBezTo>
                  <a:cubicBezTo>
                    <a:pt x="4903" y="1626"/>
                    <a:pt x="4943" y="1614"/>
                    <a:pt x="4979" y="1614"/>
                  </a:cubicBezTo>
                  <a:cubicBezTo>
                    <a:pt x="5043" y="1614"/>
                    <a:pt x="5095" y="1651"/>
                    <a:pt x="5152" y="1720"/>
                  </a:cubicBezTo>
                  <a:cubicBezTo>
                    <a:pt x="5556" y="2213"/>
                    <a:pt x="5891" y="2745"/>
                    <a:pt x="6157" y="3336"/>
                  </a:cubicBezTo>
                  <a:cubicBezTo>
                    <a:pt x="6189" y="3417"/>
                    <a:pt x="6208" y="3531"/>
                    <a:pt x="6301" y="3531"/>
                  </a:cubicBezTo>
                  <a:cubicBezTo>
                    <a:pt x="6322" y="3531"/>
                    <a:pt x="6345" y="3525"/>
                    <a:pt x="6373" y="3513"/>
                  </a:cubicBezTo>
                  <a:cubicBezTo>
                    <a:pt x="6511" y="3454"/>
                    <a:pt x="6442" y="3316"/>
                    <a:pt x="6393" y="3217"/>
                  </a:cubicBezTo>
                  <a:cubicBezTo>
                    <a:pt x="6275" y="2971"/>
                    <a:pt x="6157" y="2725"/>
                    <a:pt x="6009" y="2489"/>
                  </a:cubicBezTo>
                  <a:cubicBezTo>
                    <a:pt x="5792" y="2144"/>
                    <a:pt x="5546" y="1799"/>
                    <a:pt x="5300" y="1454"/>
                  </a:cubicBezTo>
                  <a:cubicBezTo>
                    <a:pt x="6206" y="1060"/>
                    <a:pt x="7112" y="666"/>
                    <a:pt x="8018" y="262"/>
                  </a:cubicBezTo>
                  <a:cubicBezTo>
                    <a:pt x="8038" y="282"/>
                    <a:pt x="8058" y="292"/>
                    <a:pt x="8068" y="302"/>
                  </a:cubicBezTo>
                  <a:cubicBezTo>
                    <a:pt x="8018" y="459"/>
                    <a:pt x="7999" y="637"/>
                    <a:pt x="7920" y="784"/>
                  </a:cubicBezTo>
                  <a:cubicBezTo>
                    <a:pt x="7457" y="1651"/>
                    <a:pt x="7161" y="2577"/>
                    <a:pt x="6955" y="3533"/>
                  </a:cubicBezTo>
                  <a:cubicBezTo>
                    <a:pt x="6827" y="4153"/>
                    <a:pt x="6590" y="4734"/>
                    <a:pt x="6275" y="5286"/>
                  </a:cubicBezTo>
                  <a:cubicBezTo>
                    <a:pt x="5979" y="5798"/>
                    <a:pt x="5694" y="6311"/>
                    <a:pt x="5398" y="6823"/>
                  </a:cubicBezTo>
                  <a:lnTo>
                    <a:pt x="5713" y="6823"/>
                  </a:lnTo>
                  <a:cubicBezTo>
                    <a:pt x="5733" y="6783"/>
                    <a:pt x="5753" y="6744"/>
                    <a:pt x="5773" y="6705"/>
                  </a:cubicBezTo>
                  <a:cubicBezTo>
                    <a:pt x="6501" y="5532"/>
                    <a:pt x="7142" y="4331"/>
                    <a:pt x="7388" y="2951"/>
                  </a:cubicBezTo>
                  <a:cubicBezTo>
                    <a:pt x="7496" y="2351"/>
                    <a:pt x="7713" y="1779"/>
                    <a:pt x="8018" y="1247"/>
                  </a:cubicBezTo>
                  <a:cubicBezTo>
                    <a:pt x="8117" y="1060"/>
                    <a:pt x="8186" y="863"/>
                    <a:pt x="8255" y="666"/>
                  </a:cubicBezTo>
                  <a:cubicBezTo>
                    <a:pt x="8294" y="538"/>
                    <a:pt x="8314" y="390"/>
                    <a:pt x="8324" y="262"/>
                  </a:cubicBezTo>
                  <a:cubicBezTo>
                    <a:pt x="8324" y="90"/>
                    <a:pt x="8234" y="1"/>
                    <a:pt x="80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9"/>
            <p:cNvSpPr/>
            <p:nvPr/>
          </p:nvSpPr>
          <p:spPr>
            <a:xfrm>
              <a:off x="4674024" y="4646699"/>
              <a:ext cx="65745" cy="383081"/>
            </a:xfrm>
            <a:custGeom>
              <a:avLst/>
              <a:gdLst/>
              <a:ahLst/>
              <a:cxnLst/>
              <a:rect l="l" t="t" r="r" b="b"/>
              <a:pathLst>
                <a:path w="1673" h="9747" extrusionOk="0">
                  <a:moveTo>
                    <a:pt x="1467" y="0"/>
                  </a:moveTo>
                  <a:cubicBezTo>
                    <a:pt x="1427" y="0"/>
                    <a:pt x="1381" y="8"/>
                    <a:pt x="1330" y="24"/>
                  </a:cubicBezTo>
                  <a:cubicBezTo>
                    <a:pt x="1182" y="73"/>
                    <a:pt x="1084" y="172"/>
                    <a:pt x="1074" y="339"/>
                  </a:cubicBezTo>
                  <a:cubicBezTo>
                    <a:pt x="1054" y="497"/>
                    <a:pt x="1045" y="664"/>
                    <a:pt x="1025" y="822"/>
                  </a:cubicBezTo>
                  <a:cubicBezTo>
                    <a:pt x="897" y="2122"/>
                    <a:pt x="769" y="3423"/>
                    <a:pt x="621" y="4713"/>
                  </a:cubicBezTo>
                  <a:cubicBezTo>
                    <a:pt x="473" y="6004"/>
                    <a:pt x="306" y="7294"/>
                    <a:pt x="148" y="8584"/>
                  </a:cubicBezTo>
                  <a:cubicBezTo>
                    <a:pt x="109" y="8969"/>
                    <a:pt x="50" y="9363"/>
                    <a:pt x="0" y="9747"/>
                  </a:cubicBezTo>
                  <a:lnTo>
                    <a:pt x="276" y="9747"/>
                  </a:lnTo>
                  <a:cubicBezTo>
                    <a:pt x="375" y="8929"/>
                    <a:pt x="483" y="8112"/>
                    <a:pt x="582" y="7294"/>
                  </a:cubicBezTo>
                  <a:cubicBezTo>
                    <a:pt x="680" y="6457"/>
                    <a:pt x="779" y="5629"/>
                    <a:pt x="877" y="4792"/>
                  </a:cubicBezTo>
                  <a:cubicBezTo>
                    <a:pt x="976" y="3905"/>
                    <a:pt x="1074" y="3029"/>
                    <a:pt x="1173" y="2142"/>
                  </a:cubicBezTo>
                  <a:cubicBezTo>
                    <a:pt x="1222" y="1640"/>
                    <a:pt x="1261" y="1137"/>
                    <a:pt x="1311" y="635"/>
                  </a:cubicBezTo>
                  <a:cubicBezTo>
                    <a:pt x="1320" y="536"/>
                    <a:pt x="1330" y="438"/>
                    <a:pt x="1379" y="339"/>
                  </a:cubicBezTo>
                  <a:lnTo>
                    <a:pt x="1379" y="339"/>
                  </a:lnTo>
                  <a:cubicBezTo>
                    <a:pt x="1350" y="3501"/>
                    <a:pt x="956" y="6624"/>
                    <a:pt x="473" y="9747"/>
                  </a:cubicBezTo>
                  <a:lnTo>
                    <a:pt x="749" y="9747"/>
                  </a:lnTo>
                  <a:cubicBezTo>
                    <a:pt x="749" y="9698"/>
                    <a:pt x="759" y="9658"/>
                    <a:pt x="759" y="9609"/>
                  </a:cubicBezTo>
                  <a:cubicBezTo>
                    <a:pt x="759" y="9589"/>
                    <a:pt x="779" y="9569"/>
                    <a:pt x="779" y="9560"/>
                  </a:cubicBezTo>
                  <a:cubicBezTo>
                    <a:pt x="926" y="8456"/>
                    <a:pt x="1094" y="7363"/>
                    <a:pt x="1222" y="6260"/>
                  </a:cubicBezTo>
                  <a:cubicBezTo>
                    <a:pt x="1350" y="5156"/>
                    <a:pt x="1468" y="4043"/>
                    <a:pt x="1547" y="2930"/>
                  </a:cubicBezTo>
                  <a:cubicBezTo>
                    <a:pt x="1616" y="2044"/>
                    <a:pt x="1636" y="1157"/>
                    <a:pt x="1665" y="261"/>
                  </a:cubicBezTo>
                  <a:cubicBezTo>
                    <a:pt x="1673" y="87"/>
                    <a:pt x="1599" y="0"/>
                    <a:pt x="14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9"/>
            <p:cNvSpPr/>
            <p:nvPr/>
          </p:nvSpPr>
          <p:spPr>
            <a:xfrm>
              <a:off x="4616725" y="4644026"/>
              <a:ext cx="49593" cy="385754"/>
            </a:xfrm>
            <a:custGeom>
              <a:avLst/>
              <a:gdLst/>
              <a:ahLst/>
              <a:cxnLst/>
              <a:rect l="l" t="t" r="r" b="b"/>
              <a:pathLst>
                <a:path w="1262" h="9815" extrusionOk="0">
                  <a:moveTo>
                    <a:pt x="432" y="1"/>
                  </a:moveTo>
                  <a:cubicBezTo>
                    <a:pt x="417" y="1"/>
                    <a:pt x="402" y="2"/>
                    <a:pt x="385" y="4"/>
                  </a:cubicBezTo>
                  <a:cubicBezTo>
                    <a:pt x="119" y="23"/>
                    <a:pt x="0" y="122"/>
                    <a:pt x="10" y="309"/>
                  </a:cubicBezTo>
                  <a:cubicBezTo>
                    <a:pt x="60" y="1067"/>
                    <a:pt x="109" y="1826"/>
                    <a:pt x="148" y="2584"/>
                  </a:cubicBezTo>
                  <a:cubicBezTo>
                    <a:pt x="217" y="3757"/>
                    <a:pt x="286" y="4919"/>
                    <a:pt x="345" y="6081"/>
                  </a:cubicBezTo>
                  <a:cubicBezTo>
                    <a:pt x="414" y="7323"/>
                    <a:pt x="483" y="8574"/>
                    <a:pt x="552" y="9815"/>
                  </a:cubicBezTo>
                  <a:lnTo>
                    <a:pt x="789" y="9815"/>
                  </a:lnTo>
                  <a:cubicBezTo>
                    <a:pt x="779" y="9362"/>
                    <a:pt x="769" y="8918"/>
                    <a:pt x="749" y="8465"/>
                  </a:cubicBezTo>
                  <a:cubicBezTo>
                    <a:pt x="710" y="7805"/>
                    <a:pt x="670" y="7145"/>
                    <a:pt x="631" y="6485"/>
                  </a:cubicBezTo>
                  <a:cubicBezTo>
                    <a:pt x="552" y="5195"/>
                    <a:pt x="483" y="3914"/>
                    <a:pt x="404" y="2634"/>
                  </a:cubicBezTo>
                  <a:cubicBezTo>
                    <a:pt x="365" y="1924"/>
                    <a:pt x="326" y="1205"/>
                    <a:pt x="286" y="496"/>
                  </a:cubicBezTo>
                  <a:cubicBezTo>
                    <a:pt x="286" y="417"/>
                    <a:pt x="296" y="348"/>
                    <a:pt x="345" y="269"/>
                  </a:cubicBezTo>
                  <a:cubicBezTo>
                    <a:pt x="355" y="299"/>
                    <a:pt x="385" y="329"/>
                    <a:pt x="385" y="358"/>
                  </a:cubicBezTo>
                  <a:cubicBezTo>
                    <a:pt x="444" y="900"/>
                    <a:pt x="513" y="1432"/>
                    <a:pt x="552" y="1964"/>
                  </a:cubicBezTo>
                  <a:cubicBezTo>
                    <a:pt x="621" y="2703"/>
                    <a:pt x="680" y="3441"/>
                    <a:pt x="710" y="4180"/>
                  </a:cubicBezTo>
                  <a:cubicBezTo>
                    <a:pt x="749" y="5008"/>
                    <a:pt x="759" y="5835"/>
                    <a:pt x="798" y="6663"/>
                  </a:cubicBezTo>
                  <a:cubicBezTo>
                    <a:pt x="848" y="7658"/>
                    <a:pt x="926" y="8643"/>
                    <a:pt x="995" y="9637"/>
                  </a:cubicBezTo>
                  <a:cubicBezTo>
                    <a:pt x="1005" y="9697"/>
                    <a:pt x="1015" y="9756"/>
                    <a:pt x="1025" y="9815"/>
                  </a:cubicBezTo>
                  <a:lnTo>
                    <a:pt x="1261" y="9815"/>
                  </a:lnTo>
                  <a:cubicBezTo>
                    <a:pt x="1232" y="9322"/>
                    <a:pt x="1202" y="8820"/>
                    <a:pt x="1173" y="8327"/>
                  </a:cubicBezTo>
                  <a:cubicBezTo>
                    <a:pt x="1133" y="7500"/>
                    <a:pt x="1074" y="6672"/>
                    <a:pt x="1035" y="5855"/>
                  </a:cubicBezTo>
                  <a:cubicBezTo>
                    <a:pt x="986" y="4850"/>
                    <a:pt x="966" y="3845"/>
                    <a:pt x="897" y="2841"/>
                  </a:cubicBezTo>
                  <a:cubicBezTo>
                    <a:pt x="838" y="1964"/>
                    <a:pt x="720" y="1097"/>
                    <a:pt x="631" y="220"/>
                  </a:cubicBezTo>
                  <a:cubicBezTo>
                    <a:pt x="622" y="79"/>
                    <a:pt x="565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9"/>
            <p:cNvSpPr/>
            <p:nvPr/>
          </p:nvSpPr>
          <p:spPr>
            <a:xfrm>
              <a:off x="3718962" y="4992930"/>
              <a:ext cx="102999" cy="36826"/>
            </a:xfrm>
            <a:custGeom>
              <a:avLst/>
              <a:gdLst/>
              <a:ahLst/>
              <a:cxnLst/>
              <a:rect l="l" t="t" r="r" b="b"/>
              <a:pathLst>
                <a:path w="2621" h="937" extrusionOk="0">
                  <a:moveTo>
                    <a:pt x="1244" y="0"/>
                  </a:moveTo>
                  <a:cubicBezTo>
                    <a:pt x="1237" y="0"/>
                    <a:pt x="1229" y="1"/>
                    <a:pt x="1222" y="1"/>
                  </a:cubicBezTo>
                  <a:cubicBezTo>
                    <a:pt x="868" y="11"/>
                    <a:pt x="513" y="40"/>
                    <a:pt x="168" y="90"/>
                  </a:cubicBezTo>
                  <a:cubicBezTo>
                    <a:pt x="109" y="100"/>
                    <a:pt x="50" y="218"/>
                    <a:pt x="1" y="277"/>
                  </a:cubicBezTo>
                  <a:cubicBezTo>
                    <a:pt x="79" y="297"/>
                    <a:pt x="158" y="336"/>
                    <a:pt x="237" y="336"/>
                  </a:cubicBezTo>
                  <a:cubicBezTo>
                    <a:pt x="503" y="306"/>
                    <a:pt x="779" y="257"/>
                    <a:pt x="1045" y="237"/>
                  </a:cubicBezTo>
                  <a:cubicBezTo>
                    <a:pt x="1056" y="237"/>
                    <a:pt x="1067" y="236"/>
                    <a:pt x="1077" y="236"/>
                  </a:cubicBezTo>
                  <a:cubicBezTo>
                    <a:pt x="1240" y="236"/>
                    <a:pt x="1374" y="307"/>
                    <a:pt x="1439" y="464"/>
                  </a:cubicBezTo>
                  <a:cubicBezTo>
                    <a:pt x="1512" y="647"/>
                    <a:pt x="1637" y="711"/>
                    <a:pt x="1821" y="711"/>
                  </a:cubicBezTo>
                  <a:cubicBezTo>
                    <a:pt x="1834" y="711"/>
                    <a:pt x="1848" y="711"/>
                    <a:pt x="1862" y="710"/>
                  </a:cubicBezTo>
                  <a:cubicBezTo>
                    <a:pt x="2040" y="710"/>
                    <a:pt x="2237" y="720"/>
                    <a:pt x="2316" y="937"/>
                  </a:cubicBezTo>
                  <a:lnTo>
                    <a:pt x="2591" y="937"/>
                  </a:lnTo>
                  <a:cubicBezTo>
                    <a:pt x="2601" y="927"/>
                    <a:pt x="2621" y="907"/>
                    <a:pt x="2611" y="897"/>
                  </a:cubicBezTo>
                  <a:cubicBezTo>
                    <a:pt x="2492" y="641"/>
                    <a:pt x="2313" y="461"/>
                    <a:pt x="2027" y="461"/>
                  </a:cubicBezTo>
                  <a:cubicBezTo>
                    <a:pt x="2006" y="461"/>
                    <a:pt x="1984" y="462"/>
                    <a:pt x="1961" y="464"/>
                  </a:cubicBezTo>
                  <a:cubicBezTo>
                    <a:pt x="1947" y="465"/>
                    <a:pt x="1934" y="465"/>
                    <a:pt x="1922" y="465"/>
                  </a:cubicBezTo>
                  <a:cubicBezTo>
                    <a:pt x="1779" y="465"/>
                    <a:pt x="1699" y="413"/>
                    <a:pt x="1636" y="277"/>
                  </a:cubicBezTo>
                  <a:cubicBezTo>
                    <a:pt x="1560" y="116"/>
                    <a:pt x="1421" y="0"/>
                    <a:pt x="12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9"/>
            <p:cNvSpPr/>
            <p:nvPr/>
          </p:nvSpPr>
          <p:spPr>
            <a:xfrm>
              <a:off x="4195510" y="4989079"/>
              <a:ext cx="75530" cy="40678"/>
            </a:xfrm>
            <a:custGeom>
              <a:avLst/>
              <a:gdLst/>
              <a:ahLst/>
              <a:cxnLst/>
              <a:rect l="l" t="t" r="r" b="b"/>
              <a:pathLst>
                <a:path w="1922" h="1035" extrusionOk="0">
                  <a:moveTo>
                    <a:pt x="1764" y="0"/>
                  </a:moveTo>
                  <a:cubicBezTo>
                    <a:pt x="1705" y="0"/>
                    <a:pt x="1656" y="40"/>
                    <a:pt x="1597" y="60"/>
                  </a:cubicBezTo>
                  <a:cubicBezTo>
                    <a:pt x="1084" y="355"/>
                    <a:pt x="572" y="641"/>
                    <a:pt x="70" y="936"/>
                  </a:cubicBezTo>
                  <a:cubicBezTo>
                    <a:pt x="40" y="956"/>
                    <a:pt x="21" y="995"/>
                    <a:pt x="1" y="1035"/>
                  </a:cubicBezTo>
                  <a:lnTo>
                    <a:pt x="474" y="1035"/>
                  </a:lnTo>
                  <a:cubicBezTo>
                    <a:pt x="513" y="1005"/>
                    <a:pt x="543" y="966"/>
                    <a:pt x="582" y="936"/>
                  </a:cubicBezTo>
                  <a:cubicBezTo>
                    <a:pt x="956" y="729"/>
                    <a:pt x="1321" y="523"/>
                    <a:pt x="1695" y="316"/>
                  </a:cubicBezTo>
                  <a:cubicBezTo>
                    <a:pt x="1754" y="286"/>
                    <a:pt x="1823" y="266"/>
                    <a:pt x="1863" y="217"/>
                  </a:cubicBezTo>
                  <a:cubicBezTo>
                    <a:pt x="1892" y="188"/>
                    <a:pt x="1922" y="109"/>
                    <a:pt x="1902" y="69"/>
                  </a:cubicBezTo>
                  <a:cubicBezTo>
                    <a:pt x="1882" y="30"/>
                    <a:pt x="1813" y="0"/>
                    <a:pt x="17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9"/>
            <p:cNvSpPr/>
            <p:nvPr/>
          </p:nvSpPr>
          <p:spPr>
            <a:xfrm>
              <a:off x="4018976" y="5006882"/>
              <a:ext cx="46528" cy="22874"/>
            </a:xfrm>
            <a:custGeom>
              <a:avLst/>
              <a:gdLst/>
              <a:ahLst/>
              <a:cxnLst/>
              <a:rect l="l" t="t" r="r" b="b"/>
              <a:pathLst>
                <a:path w="1184" h="582" extrusionOk="0">
                  <a:moveTo>
                    <a:pt x="806" y="0"/>
                  </a:moveTo>
                  <a:cubicBezTo>
                    <a:pt x="530" y="0"/>
                    <a:pt x="108" y="310"/>
                    <a:pt x="1" y="582"/>
                  </a:cubicBezTo>
                  <a:lnTo>
                    <a:pt x="316" y="582"/>
                  </a:lnTo>
                  <a:cubicBezTo>
                    <a:pt x="444" y="395"/>
                    <a:pt x="622" y="286"/>
                    <a:pt x="897" y="257"/>
                  </a:cubicBezTo>
                  <a:lnTo>
                    <a:pt x="897" y="257"/>
                  </a:lnTo>
                  <a:cubicBezTo>
                    <a:pt x="858" y="385"/>
                    <a:pt x="819" y="483"/>
                    <a:pt x="789" y="582"/>
                  </a:cubicBezTo>
                  <a:lnTo>
                    <a:pt x="1104" y="582"/>
                  </a:lnTo>
                  <a:cubicBezTo>
                    <a:pt x="1124" y="523"/>
                    <a:pt x="1134" y="454"/>
                    <a:pt x="1144" y="395"/>
                  </a:cubicBezTo>
                  <a:cubicBezTo>
                    <a:pt x="1183" y="178"/>
                    <a:pt x="1035" y="1"/>
                    <a:pt x="819" y="1"/>
                  </a:cubicBezTo>
                  <a:cubicBezTo>
                    <a:pt x="814" y="0"/>
                    <a:pt x="810" y="0"/>
                    <a:pt x="8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9"/>
            <p:cNvSpPr/>
            <p:nvPr/>
          </p:nvSpPr>
          <p:spPr>
            <a:xfrm>
              <a:off x="3955507" y="5014152"/>
              <a:ext cx="32185" cy="15603"/>
            </a:xfrm>
            <a:custGeom>
              <a:avLst/>
              <a:gdLst/>
              <a:ahLst/>
              <a:cxnLst/>
              <a:rect l="l" t="t" r="r" b="b"/>
              <a:pathLst>
                <a:path w="819" h="397" extrusionOk="0">
                  <a:moveTo>
                    <a:pt x="553" y="0"/>
                  </a:moveTo>
                  <a:cubicBezTo>
                    <a:pt x="355" y="0"/>
                    <a:pt x="65" y="203"/>
                    <a:pt x="0" y="397"/>
                  </a:cubicBezTo>
                  <a:lnTo>
                    <a:pt x="749" y="397"/>
                  </a:lnTo>
                  <a:cubicBezTo>
                    <a:pt x="818" y="160"/>
                    <a:pt x="759" y="22"/>
                    <a:pt x="591" y="3"/>
                  </a:cubicBezTo>
                  <a:cubicBezTo>
                    <a:pt x="579" y="1"/>
                    <a:pt x="567" y="0"/>
                    <a:pt x="5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9"/>
            <p:cNvSpPr/>
            <p:nvPr/>
          </p:nvSpPr>
          <p:spPr>
            <a:xfrm>
              <a:off x="4246639" y="5011519"/>
              <a:ext cx="33717" cy="18236"/>
            </a:xfrm>
            <a:custGeom>
              <a:avLst/>
              <a:gdLst/>
              <a:ahLst/>
              <a:cxnLst/>
              <a:rect l="l" t="t" r="r" b="b"/>
              <a:pathLst>
                <a:path w="858" h="464" extrusionOk="0">
                  <a:moveTo>
                    <a:pt x="769" y="1"/>
                  </a:moveTo>
                  <a:cubicBezTo>
                    <a:pt x="512" y="149"/>
                    <a:pt x="256" y="306"/>
                    <a:pt x="0" y="464"/>
                  </a:cubicBezTo>
                  <a:lnTo>
                    <a:pt x="473" y="464"/>
                  </a:lnTo>
                  <a:cubicBezTo>
                    <a:pt x="581" y="385"/>
                    <a:pt x="690" y="316"/>
                    <a:pt x="788" y="237"/>
                  </a:cubicBezTo>
                  <a:cubicBezTo>
                    <a:pt x="828" y="198"/>
                    <a:pt x="857" y="139"/>
                    <a:pt x="857" y="89"/>
                  </a:cubicBezTo>
                  <a:cubicBezTo>
                    <a:pt x="857" y="60"/>
                    <a:pt x="778" y="1"/>
                    <a:pt x="7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9"/>
            <p:cNvSpPr/>
            <p:nvPr/>
          </p:nvSpPr>
          <p:spPr>
            <a:xfrm>
              <a:off x="5233809" y="4734298"/>
              <a:ext cx="351162" cy="266432"/>
            </a:xfrm>
            <a:custGeom>
              <a:avLst/>
              <a:gdLst/>
              <a:ahLst/>
              <a:cxnLst/>
              <a:rect l="l" t="t" r="r" b="b"/>
              <a:pathLst>
                <a:path w="8936" h="6779" extrusionOk="0">
                  <a:moveTo>
                    <a:pt x="5583" y="277"/>
                  </a:moveTo>
                  <a:cubicBezTo>
                    <a:pt x="5711" y="277"/>
                    <a:pt x="5844" y="290"/>
                    <a:pt x="5980" y="317"/>
                  </a:cubicBezTo>
                  <a:cubicBezTo>
                    <a:pt x="6630" y="445"/>
                    <a:pt x="7280" y="563"/>
                    <a:pt x="7970" y="691"/>
                  </a:cubicBezTo>
                  <a:cubicBezTo>
                    <a:pt x="7674" y="967"/>
                    <a:pt x="7379" y="1263"/>
                    <a:pt x="7064" y="1519"/>
                  </a:cubicBezTo>
                  <a:cubicBezTo>
                    <a:pt x="5891" y="2445"/>
                    <a:pt x="4621" y="3223"/>
                    <a:pt x="3222" y="3755"/>
                  </a:cubicBezTo>
                  <a:cubicBezTo>
                    <a:pt x="2601" y="3987"/>
                    <a:pt x="1957" y="4060"/>
                    <a:pt x="1312" y="4060"/>
                  </a:cubicBezTo>
                  <a:cubicBezTo>
                    <a:pt x="1108" y="4060"/>
                    <a:pt x="904" y="4052"/>
                    <a:pt x="700" y="4041"/>
                  </a:cubicBezTo>
                  <a:cubicBezTo>
                    <a:pt x="1064" y="3853"/>
                    <a:pt x="1429" y="3666"/>
                    <a:pt x="1784" y="3469"/>
                  </a:cubicBezTo>
                  <a:cubicBezTo>
                    <a:pt x="2444" y="3105"/>
                    <a:pt x="2946" y="2573"/>
                    <a:pt x="3379" y="1972"/>
                  </a:cubicBezTo>
                  <a:cubicBezTo>
                    <a:pt x="3724" y="1509"/>
                    <a:pt x="4039" y="1026"/>
                    <a:pt x="4502" y="662"/>
                  </a:cubicBezTo>
                  <a:cubicBezTo>
                    <a:pt x="4836" y="402"/>
                    <a:pt x="5192" y="277"/>
                    <a:pt x="5583" y="277"/>
                  </a:cubicBezTo>
                  <a:close/>
                  <a:moveTo>
                    <a:pt x="8344" y="701"/>
                  </a:moveTo>
                  <a:cubicBezTo>
                    <a:pt x="8620" y="1499"/>
                    <a:pt x="8502" y="2267"/>
                    <a:pt x="8255" y="3065"/>
                  </a:cubicBezTo>
                  <a:cubicBezTo>
                    <a:pt x="7999" y="2789"/>
                    <a:pt x="7655" y="2642"/>
                    <a:pt x="7546" y="2267"/>
                  </a:cubicBezTo>
                  <a:cubicBezTo>
                    <a:pt x="7537" y="2231"/>
                    <a:pt x="7461" y="2178"/>
                    <a:pt x="7426" y="2178"/>
                  </a:cubicBezTo>
                  <a:cubicBezTo>
                    <a:pt x="7423" y="2178"/>
                    <a:pt x="7420" y="2178"/>
                    <a:pt x="7418" y="2179"/>
                  </a:cubicBezTo>
                  <a:cubicBezTo>
                    <a:pt x="7369" y="2198"/>
                    <a:pt x="7300" y="2277"/>
                    <a:pt x="7310" y="2317"/>
                  </a:cubicBezTo>
                  <a:cubicBezTo>
                    <a:pt x="7359" y="2455"/>
                    <a:pt x="7408" y="2602"/>
                    <a:pt x="7497" y="2711"/>
                  </a:cubicBezTo>
                  <a:cubicBezTo>
                    <a:pt x="7664" y="2898"/>
                    <a:pt x="7861" y="3055"/>
                    <a:pt x="8049" y="3223"/>
                  </a:cubicBezTo>
                  <a:cubicBezTo>
                    <a:pt x="8137" y="3302"/>
                    <a:pt x="8167" y="3361"/>
                    <a:pt x="8098" y="3469"/>
                  </a:cubicBezTo>
                  <a:cubicBezTo>
                    <a:pt x="7891" y="3843"/>
                    <a:pt x="7694" y="4218"/>
                    <a:pt x="7487" y="4602"/>
                  </a:cubicBezTo>
                  <a:cubicBezTo>
                    <a:pt x="6965" y="4247"/>
                    <a:pt x="6581" y="3853"/>
                    <a:pt x="6335" y="3331"/>
                  </a:cubicBezTo>
                  <a:cubicBezTo>
                    <a:pt x="6303" y="3260"/>
                    <a:pt x="6278" y="3176"/>
                    <a:pt x="6208" y="3176"/>
                  </a:cubicBezTo>
                  <a:cubicBezTo>
                    <a:pt x="6191" y="3176"/>
                    <a:pt x="6171" y="3182"/>
                    <a:pt x="6147" y="3193"/>
                  </a:cubicBezTo>
                  <a:cubicBezTo>
                    <a:pt x="6019" y="3243"/>
                    <a:pt x="6049" y="3361"/>
                    <a:pt x="6098" y="3459"/>
                  </a:cubicBezTo>
                  <a:cubicBezTo>
                    <a:pt x="6335" y="3932"/>
                    <a:pt x="6669" y="4316"/>
                    <a:pt x="7083" y="4641"/>
                  </a:cubicBezTo>
                  <a:cubicBezTo>
                    <a:pt x="7142" y="4691"/>
                    <a:pt x="7211" y="4740"/>
                    <a:pt x="7280" y="4799"/>
                  </a:cubicBezTo>
                  <a:cubicBezTo>
                    <a:pt x="7004" y="5144"/>
                    <a:pt x="6689" y="5429"/>
                    <a:pt x="6315" y="5666"/>
                  </a:cubicBezTo>
                  <a:cubicBezTo>
                    <a:pt x="6304" y="5671"/>
                    <a:pt x="6288" y="5674"/>
                    <a:pt x="6270" y="5674"/>
                  </a:cubicBezTo>
                  <a:cubicBezTo>
                    <a:pt x="6224" y="5674"/>
                    <a:pt x="6163" y="5658"/>
                    <a:pt x="6128" y="5636"/>
                  </a:cubicBezTo>
                  <a:cubicBezTo>
                    <a:pt x="5458" y="5272"/>
                    <a:pt x="5005" y="4740"/>
                    <a:pt x="4906" y="3962"/>
                  </a:cubicBezTo>
                  <a:cubicBezTo>
                    <a:pt x="4896" y="3912"/>
                    <a:pt x="4837" y="3834"/>
                    <a:pt x="4788" y="3834"/>
                  </a:cubicBezTo>
                  <a:cubicBezTo>
                    <a:pt x="4785" y="3833"/>
                    <a:pt x="4782" y="3833"/>
                    <a:pt x="4779" y="3833"/>
                  </a:cubicBezTo>
                  <a:cubicBezTo>
                    <a:pt x="4737" y="3833"/>
                    <a:pt x="4669" y="3887"/>
                    <a:pt x="4660" y="3932"/>
                  </a:cubicBezTo>
                  <a:cubicBezTo>
                    <a:pt x="4630" y="4001"/>
                    <a:pt x="4640" y="4080"/>
                    <a:pt x="4660" y="4149"/>
                  </a:cubicBezTo>
                  <a:cubicBezTo>
                    <a:pt x="4808" y="4819"/>
                    <a:pt x="5182" y="5351"/>
                    <a:pt x="5763" y="5735"/>
                  </a:cubicBezTo>
                  <a:cubicBezTo>
                    <a:pt x="5822" y="5784"/>
                    <a:pt x="5891" y="5823"/>
                    <a:pt x="5980" y="5883"/>
                  </a:cubicBezTo>
                  <a:cubicBezTo>
                    <a:pt x="5478" y="6139"/>
                    <a:pt x="4965" y="6316"/>
                    <a:pt x="4433" y="6405"/>
                  </a:cubicBezTo>
                  <a:cubicBezTo>
                    <a:pt x="4429" y="6406"/>
                    <a:pt x="4425" y="6406"/>
                    <a:pt x="4420" y="6406"/>
                  </a:cubicBezTo>
                  <a:cubicBezTo>
                    <a:pt x="4371" y="6406"/>
                    <a:pt x="4302" y="6362"/>
                    <a:pt x="4266" y="6326"/>
                  </a:cubicBezTo>
                  <a:cubicBezTo>
                    <a:pt x="3901" y="5932"/>
                    <a:pt x="3557" y="5538"/>
                    <a:pt x="3370" y="5026"/>
                  </a:cubicBezTo>
                  <a:cubicBezTo>
                    <a:pt x="3350" y="4937"/>
                    <a:pt x="3350" y="4838"/>
                    <a:pt x="3320" y="4760"/>
                  </a:cubicBezTo>
                  <a:cubicBezTo>
                    <a:pt x="3301" y="4701"/>
                    <a:pt x="3251" y="4651"/>
                    <a:pt x="3222" y="4602"/>
                  </a:cubicBezTo>
                  <a:cubicBezTo>
                    <a:pt x="3163" y="4641"/>
                    <a:pt x="3084" y="4671"/>
                    <a:pt x="3064" y="4730"/>
                  </a:cubicBezTo>
                  <a:cubicBezTo>
                    <a:pt x="3044" y="4799"/>
                    <a:pt x="3064" y="4878"/>
                    <a:pt x="3084" y="4957"/>
                  </a:cubicBezTo>
                  <a:cubicBezTo>
                    <a:pt x="3202" y="5400"/>
                    <a:pt x="3438" y="5774"/>
                    <a:pt x="3724" y="6119"/>
                  </a:cubicBezTo>
                  <a:cubicBezTo>
                    <a:pt x="3813" y="6218"/>
                    <a:pt x="3901" y="6326"/>
                    <a:pt x="4039" y="6493"/>
                  </a:cubicBezTo>
                  <a:cubicBezTo>
                    <a:pt x="3832" y="6493"/>
                    <a:pt x="3685" y="6493"/>
                    <a:pt x="3527" y="6483"/>
                  </a:cubicBezTo>
                  <a:cubicBezTo>
                    <a:pt x="3182" y="6464"/>
                    <a:pt x="2828" y="6454"/>
                    <a:pt x="2473" y="6405"/>
                  </a:cubicBezTo>
                  <a:cubicBezTo>
                    <a:pt x="2394" y="6395"/>
                    <a:pt x="2286" y="6316"/>
                    <a:pt x="2247" y="6227"/>
                  </a:cubicBezTo>
                  <a:cubicBezTo>
                    <a:pt x="2020" y="5833"/>
                    <a:pt x="1784" y="5439"/>
                    <a:pt x="1754" y="4957"/>
                  </a:cubicBezTo>
                  <a:cubicBezTo>
                    <a:pt x="1754" y="4917"/>
                    <a:pt x="1685" y="4858"/>
                    <a:pt x="1636" y="4848"/>
                  </a:cubicBezTo>
                  <a:cubicBezTo>
                    <a:pt x="1633" y="4847"/>
                    <a:pt x="1630" y="4847"/>
                    <a:pt x="1627" y="4847"/>
                  </a:cubicBezTo>
                  <a:cubicBezTo>
                    <a:pt x="1595" y="4847"/>
                    <a:pt x="1536" y="4891"/>
                    <a:pt x="1527" y="4927"/>
                  </a:cubicBezTo>
                  <a:cubicBezTo>
                    <a:pt x="1498" y="4996"/>
                    <a:pt x="1488" y="5075"/>
                    <a:pt x="1508" y="5134"/>
                  </a:cubicBezTo>
                  <a:cubicBezTo>
                    <a:pt x="1606" y="5459"/>
                    <a:pt x="1715" y="5784"/>
                    <a:pt x="1823" y="6089"/>
                  </a:cubicBezTo>
                  <a:cubicBezTo>
                    <a:pt x="1330" y="5942"/>
                    <a:pt x="345" y="4799"/>
                    <a:pt x="306" y="4326"/>
                  </a:cubicBezTo>
                  <a:cubicBezTo>
                    <a:pt x="562" y="4326"/>
                    <a:pt x="818" y="4331"/>
                    <a:pt x="1077" y="4331"/>
                  </a:cubicBezTo>
                  <a:cubicBezTo>
                    <a:pt x="1207" y="4331"/>
                    <a:pt x="1337" y="4329"/>
                    <a:pt x="1468" y="4326"/>
                  </a:cubicBezTo>
                  <a:cubicBezTo>
                    <a:pt x="2719" y="4316"/>
                    <a:pt x="3842" y="3873"/>
                    <a:pt x="4916" y="3262"/>
                  </a:cubicBezTo>
                  <a:cubicBezTo>
                    <a:pt x="6138" y="2563"/>
                    <a:pt x="7320" y="1804"/>
                    <a:pt x="8275" y="741"/>
                  </a:cubicBezTo>
                  <a:cubicBezTo>
                    <a:pt x="8285" y="731"/>
                    <a:pt x="8305" y="721"/>
                    <a:pt x="8344" y="701"/>
                  </a:cubicBezTo>
                  <a:close/>
                  <a:moveTo>
                    <a:pt x="5552" y="1"/>
                  </a:moveTo>
                  <a:cubicBezTo>
                    <a:pt x="5175" y="1"/>
                    <a:pt x="4816" y="112"/>
                    <a:pt x="4483" y="346"/>
                  </a:cubicBezTo>
                  <a:cubicBezTo>
                    <a:pt x="3951" y="711"/>
                    <a:pt x="3586" y="1223"/>
                    <a:pt x="3222" y="1735"/>
                  </a:cubicBezTo>
                  <a:cubicBezTo>
                    <a:pt x="2769" y="2366"/>
                    <a:pt x="2266" y="2927"/>
                    <a:pt x="1567" y="3282"/>
                  </a:cubicBezTo>
                  <a:cubicBezTo>
                    <a:pt x="1114" y="3518"/>
                    <a:pt x="631" y="3706"/>
                    <a:pt x="158" y="3912"/>
                  </a:cubicBezTo>
                  <a:cubicBezTo>
                    <a:pt x="99" y="3942"/>
                    <a:pt x="1" y="4001"/>
                    <a:pt x="1" y="4050"/>
                  </a:cubicBezTo>
                  <a:cubicBezTo>
                    <a:pt x="1" y="4188"/>
                    <a:pt x="20" y="4326"/>
                    <a:pt x="50" y="4464"/>
                  </a:cubicBezTo>
                  <a:cubicBezTo>
                    <a:pt x="158" y="4917"/>
                    <a:pt x="464" y="5252"/>
                    <a:pt x="769" y="5577"/>
                  </a:cubicBezTo>
                  <a:cubicBezTo>
                    <a:pt x="1409" y="6254"/>
                    <a:pt x="2127" y="6779"/>
                    <a:pt x="3086" y="6779"/>
                  </a:cubicBezTo>
                  <a:cubicBezTo>
                    <a:pt x="3159" y="6779"/>
                    <a:pt x="3234" y="6775"/>
                    <a:pt x="3310" y="6769"/>
                  </a:cubicBezTo>
                  <a:cubicBezTo>
                    <a:pt x="3399" y="6769"/>
                    <a:pt x="3478" y="6769"/>
                    <a:pt x="3567" y="6759"/>
                  </a:cubicBezTo>
                  <a:cubicBezTo>
                    <a:pt x="3645" y="6759"/>
                    <a:pt x="3734" y="6749"/>
                    <a:pt x="3823" y="6740"/>
                  </a:cubicBezTo>
                  <a:cubicBezTo>
                    <a:pt x="5547" y="6631"/>
                    <a:pt x="6926" y="5912"/>
                    <a:pt x="7881" y="4444"/>
                  </a:cubicBezTo>
                  <a:cubicBezTo>
                    <a:pt x="8571" y="3371"/>
                    <a:pt x="8935" y="2218"/>
                    <a:pt x="8699" y="928"/>
                  </a:cubicBezTo>
                  <a:cubicBezTo>
                    <a:pt x="8669" y="809"/>
                    <a:pt x="8630" y="652"/>
                    <a:pt x="8541" y="583"/>
                  </a:cubicBezTo>
                  <a:cubicBezTo>
                    <a:pt x="8423" y="484"/>
                    <a:pt x="8255" y="396"/>
                    <a:pt x="8108" y="396"/>
                  </a:cubicBezTo>
                  <a:cubicBezTo>
                    <a:pt x="7389" y="356"/>
                    <a:pt x="6699" y="189"/>
                    <a:pt x="6000" y="51"/>
                  </a:cubicBezTo>
                  <a:cubicBezTo>
                    <a:pt x="5848" y="18"/>
                    <a:pt x="5698" y="1"/>
                    <a:pt x="55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9"/>
            <p:cNvSpPr/>
            <p:nvPr/>
          </p:nvSpPr>
          <p:spPr>
            <a:xfrm>
              <a:off x="5169947" y="4519210"/>
              <a:ext cx="418086" cy="206299"/>
            </a:xfrm>
            <a:custGeom>
              <a:avLst/>
              <a:gdLst/>
              <a:ahLst/>
              <a:cxnLst/>
              <a:rect l="l" t="t" r="r" b="b"/>
              <a:pathLst>
                <a:path w="10639" h="5249" extrusionOk="0">
                  <a:moveTo>
                    <a:pt x="5854" y="283"/>
                  </a:moveTo>
                  <a:cubicBezTo>
                    <a:pt x="5873" y="283"/>
                    <a:pt x="5892" y="283"/>
                    <a:pt x="5911" y="283"/>
                  </a:cubicBezTo>
                  <a:cubicBezTo>
                    <a:pt x="6009" y="283"/>
                    <a:pt x="6108" y="431"/>
                    <a:pt x="6167" y="530"/>
                  </a:cubicBezTo>
                  <a:cubicBezTo>
                    <a:pt x="6472" y="1042"/>
                    <a:pt x="6640" y="1603"/>
                    <a:pt x="6758" y="2185"/>
                  </a:cubicBezTo>
                  <a:cubicBezTo>
                    <a:pt x="6837" y="2539"/>
                    <a:pt x="6886" y="2894"/>
                    <a:pt x="6965" y="3248"/>
                  </a:cubicBezTo>
                  <a:cubicBezTo>
                    <a:pt x="6975" y="3308"/>
                    <a:pt x="7053" y="3357"/>
                    <a:pt x="7093" y="3406"/>
                  </a:cubicBezTo>
                  <a:cubicBezTo>
                    <a:pt x="7132" y="3357"/>
                    <a:pt x="7221" y="3288"/>
                    <a:pt x="7211" y="3239"/>
                  </a:cubicBezTo>
                  <a:cubicBezTo>
                    <a:pt x="7162" y="2894"/>
                    <a:pt x="7103" y="2539"/>
                    <a:pt x="7034" y="2194"/>
                  </a:cubicBezTo>
                  <a:cubicBezTo>
                    <a:pt x="6906" y="1534"/>
                    <a:pt x="6699" y="904"/>
                    <a:pt x="6364" y="313"/>
                  </a:cubicBezTo>
                  <a:cubicBezTo>
                    <a:pt x="6354" y="303"/>
                    <a:pt x="6354" y="293"/>
                    <a:pt x="6344" y="283"/>
                  </a:cubicBezTo>
                  <a:lnTo>
                    <a:pt x="6393" y="283"/>
                  </a:lnTo>
                  <a:cubicBezTo>
                    <a:pt x="6768" y="362"/>
                    <a:pt x="7142" y="441"/>
                    <a:pt x="7516" y="530"/>
                  </a:cubicBezTo>
                  <a:cubicBezTo>
                    <a:pt x="7575" y="540"/>
                    <a:pt x="7625" y="599"/>
                    <a:pt x="7654" y="648"/>
                  </a:cubicBezTo>
                  <a:cubicBezTo>
                    <a:pt x="7910" y="1160"/>
                    <a:pt x="7999" y="1712"/>
                    <a:pt x="8107" y="2263"/>
                  </a:cubicBezTo>
                  <a:cubicBezTo>
                    <a:pt x="8127" y="2342"/>
                    <a:pt x="8196" y="2401"/>
                    <a:pt x="8245" y="2470"/>
                  </a:cubicBezTo>
                  <a:cubicBezTo>
                    <a:pt x="8285" y="2391"/>
                    <a:pt x="8373" y="2303"/>
                    <a:pt x="8363" y="2234"/>
                  </a:cubicBezTo>
                  <a:cubicBezTo>
                    <a:pt x="8255" y="1751"/>
                    <a:pt x="8137" y="1268"/>
                    <a:pt x="8019" y="786"/>
                  </a:cubicBezTo>
                  <a:cubicBezTo>
                    <a:pt x="8009" y="776"/>
                    <a:pt x="8009" y="756"/>
                    <a:pt x="7999" y="737"/>
                  </a:cubicBezTo>
                  <a:cubicBezTo>
                    <a:pt x="8019" y="737"/>
                    <a:pt x="8029" y="746"/>
                    <a:pt x="8048" y="746"/>
                  </a:cubicBezTo>
                  <a:cubicBezTo>
                    <a:pt x="8314" y="855"/>
                    <a:pt x="8580" y="963"/>
                    <a:pt x="8846" y="1081"/>
                  </a:cubicBezTo>
                  <a:cubicBezTo>
                    <a:pt x="8886" y="1111"/>
                    <a:pt x="8935" y="1170"/>
                    <a:pt x="8945" y="1229"/>
                  </a:cubicBezTo>
                  <a:cubicBezTo>
                    <a:pt x="8984" y="1377"/>
                    <a:pt x="9004" y="1525"/>
                    <a:pt x="9053" y="1663"/>
                  </a:cubicBezTo>
                  <a:cubicBezTo>
                    <a:pt x="9063" y="1722"/>
                    <a:pt x="9132" y="1761"/>
                    <a:pt x="9171" y="1800"/>
                  </a:cubicBezTo>
                  <a:cubicBezTo>
                    <a:pt x="9211" y="1751"/>
                    <a:pt x="9289" y="1702"/>
                    <a:pt x="9289" y="1653"/>
                  </a:cubicBezTo>
                  <a:cubicBezTo>
                    <a:pt x="9289" y="1525"/>
                    <a:pt x="9260" y="1397"/>
                    <a:pt x="9240" y="1219"/>
                  </a:cubicBezTo>
                  <a:lnTo>
                    <a:pt x="9240" y="1219"/>
                  </a:lnTo>
                  <a:cubicBezTo>
                    <a:pt x="9575" y="1347"/>
                    <a:pt x="9890" y="1456"/>
                    <a:pt x="10196" y="1594"/>
                  </a:cubicBezTo>
                  <a:cubicBezTo>
                    <a:pt x="10334" y="1653"/>
                    <a:pt x="10324" y="1781"/>
                    <a:pt x="10215" y="1879"/>
                  </a:cubicBezTo>
                  <a:cubicBezTo>
                    <a:pt x="10156" y="1938"/>
                    <a:pt x="10097" y="1978"/>
                    <a:pt x="10028" y="2017"/>
                  </a:cubicBezTo>
                  <a:cubicBezTo>
                    <a:pt x="8856" y="2707"/>
                    <a:pt x="7684" y="3396"/>
                    <a:pt x="6521" y="4096"/>
                  </a:cubicBezTo>
                  <a:cubicBezTo>
                    <a:pt x="5674" y="4608"/>
                    <a:pt x="4758" y="4894"/>
                    <a:pt x="3773" y="4953"/>
                  </a:cubicBezTo>
                  <a:cubicBezTo>
                    <a:pt x="3670" y="4960"/>
                    <a:pt x="3567" y="4964"/>
                    <a:pt x="3464" y="4964"/>
                  </a:cubicBezTo>
                  <a:cubicBezTo>
                    <a:pt x="2888" y="4964"/>
                    <a:pt x="2315" y="4851"/>
                    <a:pt x="1763" y="4667"/>
                  </a:cubicBezTo>
                  <a:cubicBezTo>
                    <a:pt x="1444" y="4563"/>
                    <a:pt x="1124" y="4481"/>
                    <a:pt x="796" y="4481"/>
                  </a:cubicBezTo>
                  <a:cubicBezTo>
                    <a:pt x="690" y="4481"/>
                    <a:pt x="582" y="4490"/>
                    <a:pt x="473" y="4509"/>
                  </a:cubicBezTo>
                  <a:cubicBezTo>
                    <a:pt x="452" y="4514"/>
                    <a:pt x="433" y="4516"/>
                    <a:pt x="416" y="4516"/>
                  </a:cubicBezTo>
                  <a:cubicBezTo>
                    <a:pt x="321" y="4516"/>
                    <a:pt x="287" y="4447"/>
                    <a:pt x="296" y="4322"/>
                  </a:cubicBezTo>
                  <a:cubicBezTo>
                    <a:pt x="1113" y="4184"/>
                    <a:pt x="1537" y="3544"/>
                    <a:pt x="2000" y="2933"/>
                  </a:cubicBezTo>
                  <a:cubicBezTo>
                    <a:pt x="2226" y="3051"/>
                    <a:pt x="2374" y="3239"/>
                    <a:pt x="2473" y="3475"/>
                  </a:cubicBezTo>
                  <a:cubicBezTo>
                    <a:pt x="2571" y="3721"/>
                    <a:pt x="2660" y="3968"/>
                    <a:pt x="2758" y="4224"/>
                  </a:cubicBezTo>
                  <a:cubicBezTo>
                    <a:pt x="2788" y="4283"/>
                    <a:pt x="2817" y="4362"/>
                    <a:pt x="2867" y="4401"/>
                  </a:cubicBezTo>
                  <a:cubicBezTo>
                    <a:pt x="2892" y="4420"/>
                    <a:pt x="2934" y="4431"/>
                    <a:pt x="2971" y="4431"/>
                  </a:cubicBezTo>
                  <a:cubicBezTo>
                    <a:pt x="2991" y="4431"/>
                    <a:pt x="3010" y="4428"/>
                    <a:pt x="3024" y="4421"/>
                  </a:cubicBezTo>
                  <a:cubicBezTo>
                    <a:pt x="3054" y="4411"/>
                    <a:pt x="3093" y="4322"/>
                    <a:pt x="3074" y="4293"/>
                  </a:cubicBezTo>
                  <a:cubicBezTo>
                    <a:pt x="2877" y="3849"/>
                    <a:pt x="2680" y="3416"/>
                    <a:pt x="2463" y="2982"/>
                  </a:cubicBezTo>
                  <a:cubicBezTo>
                    <a:pt x="2414" y="2874"/>
                    <a:pt x="2276" y="2805"/>
                    <a:pt x="2148" y="2687"/>
                  </a:cubicBezTo>
                  <a:cubicBezTo>
                    <a:pt x="2483" y="2303"/>
                    <a:pt x="2827" y="1909"/>
                    <a:pt x="3182" y="1505"/>
                  </a:cubicBezTo>
                  <a:cubicBezTo>
                    <a:pt x="3507" y="1741"/>
                    <a:pt x="3675" y="2047"/>
                    <a:pt x="3842" y="2352"/>
                  </a:cubicBezTo>
                  <a:cubicBezTo>
                    <a:pt x="4187" y="3012"/>
                    <a:pt x="4335" y="3731"/>
                    <a:pt x="4472" y="4450"/>
                  </a:cubicBezTo>
                  <a:cubicBezTo>
                    <a:pt x="4490" y="4538"/>
                    <a:pt x="4500" y="4633"/>
                    <a:pt x="4584" y="4633"/>
                  </a:cubicBezTo>
                  <a:cubicBezTo>
                    <a:pt x="4595" y="4633"/>
                    <a:pt x="4607" y="4631"/>
                    <a:pt x="4620" y="4628"/>
                  </a:cubicBezTo>
                  <a:cubicBezTo>
                    <a:pt x="4679" y="4608"/>
                    <a:pt x="4748" y="4480"/>
                    <a:pt x="4738" y="4421"/>
                  </a:cubicBezTo>
                  <a:cubicBezTo>
                    <a:pt x="4522" y="3308"/>
                    <a:pt x="4285" y="2204"/>
                    <a:pt x="3409" y="1318"/>
                  </a:cubicBezTo>
                  <a:cubicBezTo>
                    <a:pt x="3803" y="1071"/>
                    <a:pt x="4197" y="815"/>
                    <a:pt x="4581" y="579"/>
                  </a:cubicBezTo>
                  <a:cubicBezTo>
                    <a:pt x="5044" y="904"/>
                    <a:pt x="5162" y="1377"/>
                    <a:pt x="5310" y="1830"/>
                  </a:cubicBezTo>
                  <a:cubicBezTo>
                    <a:pt x="5448" y="2283"/>
                    <a:pt x="5536" y="2756"/>
                    <a:pt x="5664" y="3219"/>
                  </a:cubicBezTo>
                  <a:cubicBezTo>
                    <a:pt x="5674" y="3258"/>
                    <a:pt x="5743" y="3298"/>
                    <a:pt x="5783" y="3337"/>
                  </a:cubicBezTo>
                  <a:cubicBezTo>
                    <a:pt x="5822" y="3298"/>
                    <a:pt x="5881" y="3258"/>
                    <a:pt x="5901" y="3209"/>
                  </a:cubicBezTo>
                  <a:cubicBezTo>
                    <a:pt x="5920" y="3140"/>
                    <a:pt x="5920" y="3061"/>
                    <a:pt x="5901" y="2992"/>
                  </a:cubicBezTo>
                  <a:cubicBezTo>
                    <a:pt x="5714" y="2372"/>
                    <a:pt x="5536" y="1751"/>
                    <a:pt x="5329" y="1140"/>
                  </a:cubicBezTo>
                  <a:cubicBezTo>
                    <a:pt x="5251" y="914"/>
                    <a:pt x="5083" y="707"/>
                    <a:pt x="4955" y="471"/>
                  </a:cubicBezTo>
                  <a:cubicBezTo>
                    <a:pt x="5234" y="359"/>
                    <a:pt x="5539" y="283"/>
                    <a:pt x="5854" y="283"/>
                  </a:cubicBezTo>
                  <a:close/>
                  <a:moveTo>
                    <a:pt x="6095" y="0"/>
                  </a:moveTo>
                  <a:cubicBezTo>
                    <a:pt x="5666" y="0"/>
                    <a:pt x="5234" y="72"/>
                    <a:pt x="4797" y="234"/>
                  </a:cubicBezTo>
                  <a:cubicBezTo>
                    <a:pt x="3645" y="658"/>
                    <a:pt x="2768" y="1436"/>
                    <a:pt x="2049" y="2411"/>
                  </a:cubicBezTo>
                  <a:cubicBezTo>
                    <a:pt x="1793" y="2756"/>
                    <a:pt x="1537" y="3101"/>
                    <a:pt x="1271" y="3426"/>
                  </a:cubicBezTo>
                  <a:cubicBezTo>
                    <a:pt x="975" y="3800"/>
                    <a:pt x="591" y="4017"/>
                    <a:pt x="118" y="4086"/>
                  </a:cubicBezTo>
                  <a:cubicBezTo>
                    <a:pt x="69" y="4096"/>
                    <a:pt x="0" y="4184"/>
                    <a:pt x="0" y="4234"/>
                  </a:cubicBezTo>
                  <a:cubicBezTo>
                    <a:pt x="0" y="4352"/>
                    <a:pt x="49" y="4460"/>
                    <a:pt x="79" y="4578"/>
                  </a:cubicBezTo>
                  <a:cubicBezTo>
                    <a:pt x="112" y="4712"/>
                    <a:pt x="181" y="4782"/>
                    <a:pt x="316" y="4782"/>
                  </a:cubicBezTo>
                  <a:cubicBezTo>
                    <a:pt x="340" y="4782"/>
                    <a:pt x="366" y="4780"/>
                    <a:pt x="394" y="4775"/>
                  </a:cubicBezTo>
                  <a:cubicBezTo>
                    <a:pt x="517" y="4758"/>
                    <a:pt x="638" y="4749"/>
                    <a:pt x="759" y="4749"/>
                  </a:cubicBezTo>
                  <a:cubicBezTo>
                    <a:pt x="1047" y="4749"/>
                    <a:pt x="1331" y="4799"/>
                    <a:pt x="1616" y="4903"/>
                  </a:cubicBezTo>
                  <a:cubicBezTo>
                    <a:pt x="2236" y="5130"/>
                    <a:pt x="2886" y="5219"/>
                    <a:pt x="3645" y="5248"/>
                  </a:cubicBezTo>
                  <a:cubicBezTo>
                    <a:pt x="4669" y="5189"/>
                    <a:pt x="5723" y="4903"/>
                    <a:pt x="6689" y="4312"/>
                  </a:cubicBezTo>
                  <a:cubicBezTo>
                    <a:pt x="7841" y="3623"/>
                    <a:pt x="9004" y="2943"/>
                    <a:pt x="10156" y="2254"/>
                  </a:cubicBezTo>
                  <a:cubicBezTo>
                    <a:pt x="10245" y="2204"/>
                    <a:pt x="10334" y="2145"/>
                    <a:pt x="10412" y="2076"/>
                  </a:cubicBezTo>
                  <a:cubicBezTo>
                    <a:pt x="10639" y="1850"/>
                    <a:pt x="10619" y="1544"/>
                    <a:pt x="10353" y="1367"/>
                  </a:cubicBezTo>
                  <a:cubicBezTo>
                    <a:pt x="10245" y="1298"/>
                    <a:pt x="10117" y="1259"/>
                    <a:pt x="9999" y="1209"/>
                  </a:cubicBezTo>
                  <a:cubicBezTo>
                    <a:pt x="9349" y="953"/>
                    <a:pt x="8708" y="707"/>
                    <a:pt x="8068" y="441"/>
                  </a:cubicBezTo>
                  <a:cubicBezTo>
                    <a:pt x="7415" y="172"/>
                    <a:pt x="6759" y="0"/>
                    <a:pt x="60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9"/>
            <p:cNvSpPr/>
            <p:nvPr/>
          </p:nvSpPr>
          <p:spPr>
            <a:xfrm>
              <a:off x="4995338" y="4333047"/>
              <a:ext cx="198610" cy="361622"/>
            </a:xfrm>
            <a:custGeom>
              <a:avLst/>
              <a:gdLst/>
              <a:ahLst/>
              <a:cxnLst/>
              <a:rect l="l" t="t" r="r" b="b"/>
              <a:pathLst>
                <a:path w="5054" h="9201" extrusionOk="0">
                  <a:moveTo>
                    <a:pt x="2729" y="6587"/>
                  </a:moveTo>
                  <a:cubicBezTo>
                    <a:pt x="2729" y="6587"/>
                    <a:pt x="2739" y="6597"/>
                    <a:pt x="2739" y="6597"/>
                  </a:cubicBezTo>
                  <a:cubicBezTo>
                    <a:pt x="2739" y="6597"/>
                    <a:pt x="2729" y="6606"/>
                    <a:pt x="2729" y="6606"/>
                  </a:cubicBezTo>
                  <a:lnTo>
                    <a:pt x="2719" y="6606"/>
                  </a:lnTo>
                  <a:cubicBezTo>
                    <a:pt x="2719" y="6597"/>
                    <a:pt x="2729" y="6587"/>
                    <a:pt x="2729" y="6587"/>
                  </a:cubicBezTo>
                  <a:close/>
                  <a:moveTo>
                    <a:pt x="2541" y="275"/>
                  </a:moveTo>
                  <a:cubicBezTo>
                    <a:pt x="2609" y="275"/>
                    <a:pt x="2676" y="324"/>
                    <a:pt x="2729" y="430"/>
                  </a:cubicBezTo>
                  <a:cubicBezTo>
                    <a:pt x="2877" y="725"/>
                    <a:pt x="2985" y="1051"/>
                    <a:pt x="3094" y="1376"/>
                  </a:cubicBezTo>
                  <a:cubicBezTo>
                    <a:pt x="3163" y="1573"/>
                    <a:pt x="3192" y="1789"/>
                    <a:pt x="3261" y="1996"/>
                  </a:cubicBezTo>
                  <a:cubicBezTo>
                    <a:pt x="3318" y="2187"/>
                    <a:pt x="3409" y="2271"/>
                    <a:pt x="3551" y="2271"/>
                  </a:cubicBezTo>
                  <a:cubicBezTo>
                    <a:pt x="3607" y="2271"/>
                    <a:pt x="3671" y="2258"/>
                    <a:pt x="3744" y="2233"/>
                  </a:cubicBezTo>
                  <a:cubicBezTo>
                    <a:pt x="3931" y="2164"/>
                    <a:pt x="4118" y="2075"/>
                    <a:pt x="4315" y="2026"/>
                  </a:cubicBezTo>
                  <a:cubicBezTo>
                    <a:pt x="4369" y="2010"/>
                    <a:pt x="4419" y="2002"/>
                    <a:pt x="4464" y="2002"/>
                  </a:cubicBezTo>
                  <a:cubicBezTo>
                    <a:pt x="4642" y="2002"/>
                    <a:pt x="4747" y="2123"/>
                    <a:pt x="4739" y="2351"/>
                  </a:cubicBezTo>
                  <a:cubicBezTo>
                    <a:pt x="4729" y="2587"/>
                    <a:pt x="4670" y="2843"/>
                    <a:pt x="4581" y="3070"/>
                  </a:cubicBezTo>
                  <a:cubicBezTo>
                    <a:pt x="4423" y="3464"/>
                    <a:pt x="4217" y="3838"/>
                    <a:pt x="4029" y="4222"/>
                  </a:cubicBezTo>
                  <a:cubicBezTo>
                    <a:pt x="3882" y="4548"/>
                    <a:pt x="3960" y="4685"/>
                    <a:pt x="4325" y="4695"/>
                  </a:cubicBezTo>
                  <a:cubicBezTo>
                    <a:pt x="4660" y="4695"/>
                    <a:pt x="4818" y="4882"/>
                    <a:pt x="4670" y="5188"/>
                  </a:cubicBezTo>
                  <a:cubicBezTo>
                    <a:pt x="4522" y="5523"/>
                    <a:pt x="4335" y="5868"/>
                    <a:pt x="4098" y="6143"/>
                  </a:cubicBezTo>
                  <a:cubicBezTo>
                    <a:pt x="3665" y="6626"/>
                    <a:pt x="3172" y="7079"/>
                    <a:pt x="2709" y="7532"/>
                  </a:cubicBezTo>
                  <a:cubicBezTo>
                    <a:pt x="2621" y="7611"/>
                    <a:pt x="2512" y="7670"/>
                    <a:pt x="2404" y="7719"/>
                  </a:cubicBezTo>
                  <a:cubicBezTo>
                    <a:pt x="2473" y="7483"/>
                    <a:pt x="2503" y="7257"/>
                    <a:pt x="2690" y="7069"/>
                  </a:cubicBezTo>
                  <a:cubicBezTo>
                    <a:pt x="3015" y="6725"/>
                    <a:pt x="3310" y="6350"/>
                    <a:pt x="3606" y="5986"/>
                  </a:cubicBezTo>
                  <a:cubicBezTo>
                    <a:pt x="3635" y="5937"/>
                    <a:pt x="3626" y="5848"/>
                    <a:pt x="3635" y="5769"/>
                  </a:cubicBezTo>
                  <a:lnTo>
                    <a:pt x="3635" y="5769"/>
                  </a:lnTo>
                  <a:cubicBezTo>
                    <a:pt x="3557" y="5789"/>
                    <a:pt x="3448" y="5769"/>
                    <a:pt x="3409" y="5808"/>
                  </a:cubicBezTo>
                  <a:cubicBezTo>
                    <a:pt x="3222" y="6015"/>
                    <a:pt x="3044" y="6242"/>
                    <a:pt x="2867" y="6459"/>
                  </a:cubicBezTo>
                  <a:cubicBezTo>
                    <a:pt x="2838" y="6498"/>
                    <a:pt x="2818" y="6547"/>
                    <a:pt x="2759" y="6567"/>
                  </a:cubicBezTo>
                  <a:cubicBezTo>
                    <a:pt x="2808" y="6281"/>
                    <a:pt x="2759" y="5986"/>
                    <a:pt x="2975" y="5740"/>
                  </a:cubicBezTo>
                  <a:cubicBezTo>
                    <a:pt x="3212" y="5474"/>
                    <a:pt x="3409" y="5178"/>
                    <a:pt x="3606" y="4892"/>
                  </a:cubicBezTo>
                  <a:cubicBezTo>
                    <a:pt x="3645" y="4843"/>
                    <a:pt x="3616" y="4754"/>
                    <a:pt x="3616" y="4685"/>
                  </a:cubicBezTo>
                  <a:lnTo>
                    <a:pt x="3616" y="4685"/>
                  </a:lnTo>
                  <a:cubicBezTo>
                    <a:pt x="3547" y="4695"/>
                    <a:pt x="3448" y="4685"/>
                    <a:pt x="3409" y="4725"/>
                  </a:cubicBezTo>
                  <a:cubicBezTo>
                    <a:pt x="3251" y="4902"/>
                    <a:pt x="3113" y="5089"/>
                    <a:pt x="2946" y="5296"/>
                  </a:cubicBezTo>
                  <a:cubicBezTo>
                    <a:pt x="2975" y="4902"/>
                    <a:pt x="2995" y="4528"/>
                    <a:pt x="3025" y="4154"/>
                  </a:cubicBezTo>
                  <a:cubicBezTo>
                    <a:pt x="3025" y="4114"/>
                    <a:pt x="3064" y="4075"/>
                    <a:pt x="3094" y="4045"/>
                  </a:cubicBezTo>
                  <a:cubicBezTo>
                    <a:pt x="3281" y="3740"/>
                    <a:pt x="3478" y="3444"/>
                    <a:pt x="3665" y="3149"/>
                  </a:cubicBezTo>
                  <a:cubicBezTo>
                    <a:pt x="3695" y="3109"/>
                    <a:pt x="3724" y="3070"/>
                    <a:pt x="3724" y="3031"/>
                  </a:cubicBezTo>
                  <a:cubicBezTo>
                    <a:pt x="3724" y="2962"/>
                    <a:pt x="3695" y="2893"/>
                    <a:pt x="3685" y="2824"/>
                  </a:cubicBezTo>
                  <a:cubicBezTo>
                    <a:pt x="3616" y="2853"/>
                    <a:pt x="3527" y="2863"/>
                    <a:pt x="3498" y="2912"/>
                  </a:cubicBezTo>
                  <a:cubicBezTo>
                    <a:pt x="3350" y="3139"/>
                    <a:pt x="3212" y="3375"/>
                    <a:pt x="3025" y="3602"/>
                  </a:cubicBezTo>
                  <a:cubicBezTo>
                    <a:pt x="3025" y="3277"/>
                    <a:pt x="3025" y="2952"/>
                    <a:pt x="3025" y="2637"/>
                  </a:cubicBezTo>
                  <a:cubicBezTo>
                    <a:pt x="3025" y="2577"/>
                    <a:pt x="3035" y="2518"/>
                    <a:pt x="3015" y="2479"/>
                  </a:cubicBezTo>
                  <a:cubicBezTo>
                    <a:pt x="2966" y="2410"/>
                    <a:pt x="2897" y="2371"/>
                    <a:pt x="2838" y="2311"/>
                  </a:cubicBezTo>
                  <a:cubicBezTo>
                    <a:pt x="2808" y="2380"/>
                    <a:pt x="2759" y="2449"/>
                    <a:pt x="2759" y="2518"/>
                  </a:cubicBezTo>
                  <a:cubicBezTo>
                    <a:pt x="2749" y="2863"/>
                    <a:pt x="2749" y="3208"/>
                    <a:pt x="2749" y="3592"/>
                  </a:cubicBezTo>
                  <a:cubicBezTo>
                    <a:pt x="2621" y="3415"/>
                    <a:pt x="2522" y="3267"/>
                    <a:pt x="2404" y="3119"/>
                  </a:cubicBezTo>
                  <a:cubicBezTo>
                    <a:pt x="2355" y="3070"/>
                    <a:pt x="2276" y="3050"/>
                    <a:pt x="2207" y="3011"/>
                  </a:cubicBezTo>
                  <a:cubicBezTo>
                    <a:pt x="2197" y="3090"/>
                    <a:pt x="2158" y="3188"/>
                    <a:pt x="2187" y="3247"/>
                  </a:cubicBezTo>
                  <a:cubicBezTo>
                    <a:pt x="2256" y="3385"/>
                    <a:pt x="2365" y="3513"/>
                    <a:pt x="2463" y="3631"/>
                  </a:cubicBezTo>
                  <a:cubicBezTo>
                    <a:pt x="2650" y="3878"/>
                    <a:pt x="2798" y="4124"/>
                    <a:pt x="2739" y="4459"/>
                  </a:cubicBezTo>
                  <a:cubicBezTo>
                    <a:pt x="2690" y="4745"/>
                    <a:pt x="2690" y="5050"/>
                    <a:pt x="2670" y="5395"/>
                  </a:cubicBezTo>
                  <a:cubicBezTo>
                    <a:pt x="2424" y="5050"/>
                    <a:pt x="2207" y="4754"/>
                    <a:pt x="1990" y="4459"/>
                  </a:cubicBezTo>
                  <a:cubicBezTo>
                    <a:pt x="1955" y="4402"/>
                    <a:pt x="1914" y="4335"/>
                    <a:pt x="1858" y="4335"/>
                  </a:cubicBezTo>
                  <a:cubicBezTo>
                    <a:pt x="1836" y="4335"/>
                    <a:pt x="1811" y="4345"/>
                    <a:pt x="1783" y="4370"/>
                  </a:cubicBezTo>
                  <a:cubicBezTo>
                    <a:pt x="1744" y="4420"/>
                    <a:pt x="1754" y="4548"/>
                    <a:pt x="1793" y="4607"/>
                  </a:cubicBezTo>
                  <a:cubicBezTo>
                    <a:pt x="2020" y="4971"/>
                    <a:pt x="2276" y="5316"/>
                    <a:pt x="2512" y="5671"/>
                  </a:cubicBezTo>
                  <a:cubicBezTo>
                    <a:pt x="2552" y="5720"/>
                    <a:pt x="2591" y="5799"/>
                    <a:pt x="2581" y="5858"/>
                  </a:cubicBezTo>
                  <a:cubicBezTo>
                    <a:pt x="2522" y="6183"/>
                    <a:pt x="2453" y="6498"/>
                    <a:pt x="2335" y="6823"/>
                  </a:cubicBezTo>
                  <a:cubicBezTo>
                    <a:pt x="2187" y="6567"/>
                    <a:pt x="2030" y="6321"/>
                    <a:pt x="1882" y="6065"/>
                  </a:cubicBezTo>
                  <a:cubicBezTo>
                    <a:pt x="1833" y="5986"/>
                    <a:pt x="1793" y="5897"/>
                    <a:pt x="1734" y="5828"/>
                  </a:cubicBezTo>
                  <a:cubicBezTo>
                    <a:pt x="1706" y="5807"/>
                    <a:pt x="1657" y="5791"/>
                    <a:pt x="1617" y="5791"/>
                  </a:cubicBezTo>
                  <a:cubicBezTo>
                    <a:pt x="1602" y="5791"/>
                    <a:pt x="1588" y="5793"/>
                    <a:pt x="1577" y="5799"/>
                  </a:cubicBezTo>
                  <a:cubicBezTo>
                    <a:pt x="1537" y="5818"/>
                    <a:pt x="1527" y="5897"/>
                    <a:pt x="1518" y="5946"/>
                  </a:cubicBezTo>
                  <a:cubicBezTo>
                    <a:pt x="1518" y="5976"/>
                    <a:pt x="1547" y="6015"/>
                    <a:pt x="1567" y="6055"/>
                  </a:cubicBezTo>
                  <a:cubicBezTo>
                    <a:pt x="1783" y="6400"/>
                    <a:pt x="2000" y="6754"/>
                    <a:pt x="2207" y="7109"/>
                  </a:cubicBezTo>
                  <a:cubicBezTo>
                    <a:pt x="2237" y="7158"/>
                    <a:pt x="2246" y="7217"/>
                    <a:pt x="2237" y="7266"/>
                  </a:cubicBezTo>
                  <a:cubicBezTo>
                    <a:pt x="2197" y="7434"/>
                    <a:pt x="2138" y="7601"/>
                    <a:pt x="2079" y="7798"/>
                  </a:cubicBezTo>
                  <a:cubicBezTo>
                    <a:pt x="1921" y="7631"/>
                    <a:pt x="1774" y="7493"/>
                    <a:pt x="1646" y="7335"/>
                  </a:cubicBezTo>
                  <a:cubicBezTo>
                    <a:pt x="1222" y="6843"/>
                    <a:pt x="739" y="6400"/>
                    <a:pt x="434" y="5818"/>
                  </a:cubicBezTo>
                  <a:cubicBezTo>
                    <a:pt x="375" y="5700"/>
                    <a:pt x="326" y="5582"/>
                    <a:pt x="286" y="5454"/>
                  </a:cubicBezTo>
                  <a:cubicBezTo>
                    <a:pt x="237" y="5306"/>
                    <a:pt x="296" y="5198"/>
                    <a:pt x="454" y="5188"/>
                  </a:cubicBezTo>
                  <a:cubicBezTo>
                    <a:pt x="470" y="5187"/>
                    <a:pt x="486" y="5186"/>
                    <a:pt x="503" y="5186"/>
                  </a:cubicBezTo>
                  <a:cubicBezTo>
                    <a:pt x="634" y="5186"/>
                    <a:pt x="766" y="5217"/>
                    <a:pt x="897" y="5217"/>
                  </a:cubicBezTo>
                  <a:cubicBezTo>
                    <a:pt x="960" y="5217"/>
                    <a:pt x="1034" y="5223"/>
                    <a:pt x="1106" y="5223"/>
                  </a:cubicBezTo>
                  <a:cubicBezTo>
                    <a:pt x="1200" y="5223"/>
                    <a:pt x="1290" y="5213"/>
                    <a:pt x="1340" y="5168"/>
                  </a:cubicBezTo>
                  <a:cubicBezTo>
                    <a:pt x="1488" y="5040"/>
                    <a:pt x="1311" y="4892"/>
                    <a:pt x="1252" y="4754"/>
                  </a:cubicBezTo>
                  <a:cubicBezTo>
                    <a:pt x="1123" y="4459"/>
                    <a:pt x="995" y="4163"/>
                    <a:pt x="877" y="3868"/>
                  </a:cubicBezTo>
                  <a:cubicBezTo>
                    <a:pt x="848" y="3799"/>
                    <a:pt x="848" y="3710"/>
                    <a:pt x="848" y="3631"/>
                  </a:cubicBezTo>
                  <a:cubicBezTo>
                    <a:pt x="833" y="3445"/>
                    <a:pt x="871" y="3363"/>
                    <a:pt x="993" y="3363"/>
                  </a:cubicBezTo>
                  <a:cubicBezTo>
                    <a:pt x="1037" y="3363"/>
                    <a:pt x="1094" y="3374"/>
                    <a:pt x="1163" y="3395"/>
                  </a:cubicBezTo>
                  <a:cubicBezTo>
                    <a:pt x="1252" y="3415"/>
                    <a:pt x="1330" y="3454"/>
                    <a:pt x="1419" y="3474"/>
                  </a:cubicBezTo>
                  <a:cubicBezTo>
                    <a:pt x="1485" y="3494"/>
                    <a:pt x="1542" y="3504"/>
                    <a:pt x="1591" y="3504"/>
                  </a:cubicBezTo>
                  <a:cubicBezTo>
                    <a:pt x="1734" y="3504"/>
                    <a:pt x="1811" y="3416"/>
                    <a:pt x="1833" y="3218"/>
                  </a:cubicBezTo>
                  <a:cubicBezTo>
                    <a:pt x="1882" y="2814"/>
                    <a:pt x="1912" y="2410"/>
                    <a:pt x="1961" y="2006"/>
                  </a:cubicBezTo>
                  <a:cubicBezTo>
                    <a:pt x="2020" y="1592"/>
                    <a:pt x="2099" y="1179"/>
                    <a:pt x="2187" y="775"/>
                  </a:cubicBezTo>
                  <a:cubicBezTo>
                    <a:pt x="2207" y="657"/>
                    <a:pt x="2266" y="538"/>
                    <a:pt x="2335" y="430"/>
                  </a:cubicBezTo>
                  <a:cubicBezTo>
                    <a:pt x="2396" y="329"/>
                    <a:pt x="2469" y="275"/>
                    <a:pt x="2541" y="275"/>
                  </a:cubicBezTo>
                  <a:close/>
                  <a:moveTo>
                    <a:pt x="2518" y="1"/>
                  </a:moveTo>
                  <a:cubicBezTo>
                    <a:pt x="2378" y="1"/>
                    <a:pt x="2242" y="82"/>
                    <a:pt x="2138" y="243"/>
                  </a:cubicBezTo>
                  <a:cubicBezTo>
                    <a:pt x="2040" y="391"/>
                    <a:pt x="1951" y="558"/>
                    <a:pt x="1921" y="725"/>
                  </a:cubicBezTo>
                  <a:cubicBezTo>
                    <a:pt x="1813" y="1366"/>
                    <a:pt x="1724" y="2006"/>
                    <a:pt x="1636" y="2646"/>
                  </a:cubicBezTo>
                  <a:cubicBezTo>
                    <a:pt x="1606" y="2843"/>
                    <a:pt x="1596" y="3031"/>
                    <a:pt x="1567" y="3237"/>
                  </a:cubicBezTo>
                  <a:cubicBezTo>
                    <a:pt x="1449" y="3198"/>
                    <a:pt x="1350" y="3168"/>
                    <a:pt x="1261" y="3139"/>
                  </a:cubicBezTo>
                  <a:cubicBezTo>
                    <a:pt x="1161" y="3110"/>
                    <a:pt x="1070" y="3096"/>
                    <a:pt x="991" y="3096"/>
                  </a:cubicBezTo>
                  <a:cubicBezTo>
                    <a:pt x="688" y="3096"/>
                    <a:pt x="541" y="3301"/>
                    <a:pt x="572" y="3691"/>
                  </a:cubicBezTo>
                  <a:cubicBezTo>
                    <a:pt x="572" y="3750"/>
                    <a:pt x="582" y="3799"/>
                    <a:pt x="601" y="3848"/>
                  </a:cubicBezTo>
                  <a:cubicBezTo>
                    <a:pt x="729" y="4213"/>
                    <a:pt x="867" y="4587"/>
                    <a:pt x="1005" y="4951"/>
                  </a:cubicBezTo>
                  <a:cubicBezTo>
                    <a:pt x="861" y="4943"/>
                    <a:pt x="703" y="4920"/>
                    <a:pt x="542" y="4920"/>
                  </a:cubicBezTo>
                  <a:cubicBezTo>
                    <a:pt x="516" y="4920"/>
                    <a:pt x="490" y="4921"/>
                    <a:pt x="463" y="4922"/>
                  </a:cubicBezTo>
                  <a:cubicBezTo>
                    <a:pt x="168" y="4922"/>
                    <a:pt x="1" y="5099"/>
                    <a:pt x="20" y="5395"/>
                  </a:cubicBezTo>
                  <a:cubicBezTo>
                    <a:pt x="30" y="5769"/>
                    <a:pt x="227" y="6074"/>
                    <a:pt x="454" y="6350"/>
                  </a:cubicBezTo>
                  <a:cubicBezTo>
                    <a:pt x="907" y="6902"/>
                    <a:pt x="1399" y="7434"/>
                    <a:pt x="1882" y="7966"/>
                  </a:cubicBezTo>
                  <a:cubicBezTo>
                    <a:pt x="1961" y="8054"/>
                    <a:pt x="1971" y="8123"/>
                    <a:pt x="1931" y="8232"/>
                  </a:cubicBezTo>
                  <a:cubicBezTo>
                    <a:pt x="1843" y="8458"/>
                    <a:pt x="1754" y="8695"/>
                    <a:pt x="1685" y="8931"/>
                  </a:cubicBezTo>
                  <a:cubicBezTo>
                    <a:pt x="1655" y="9010"/>
                    <a:pt x="1665" y="9158"/>
                    <a:pt x="1705" y="9177"/>
                  </a:cubicBezTo>
                  <a:cubicBezTo>
                    <a:pt x="1733" y="9194"/>
                    <a:pt x="1758" y="9201"/>
                    <a:pt x="1779" y="9201"/>
                  </a:cubicBezTo>
                  <a:cubicBezTo>
                    <a:pt x="1859" y="9201"/>
                    <a:pt x="1890" y="9100"/>
                    <a:pt x="1921" y="9030"/>
                  </a:cubicBezTo>
                  <a:cubicBezTo>
                    <a:pt x="2010" y="8793"/>
                    <a:pt x="2089" y="8547"/>
                    <a:pt x="2187" y="8311"/>
                  </a:cubicBezTo>
                  <a:cubicBezTo>
                    <a:pt x="2227" y="8222"/>
                    <a:pt x="2306" y="8123"/>
                    <a:pt x="2384" y="8064"/>
                  </a:cubicBezTo>
                  <a:cubicBezTo>
                    <a:pt x="2660" y="7848"/>
                    <a:pt x="2975" y="7670"/>
                    <a:pt x="3232" y="7434"/>
                  </a:cubicBezTo>
                  <a:cubicBezTo>
                    <a:pt x="3606" y="7089"/>
                    <a:pt x="3960" y="6715"/>
                    <a:pt x="4305" y="6331"/>
                  </a:cubicBezTo>
                  <a:cubicBezTo>
                    <a:pt x="4611" y="5986"/>
                    <a:pt x="4867" y="5602"/>
                    <a:pt x="4965" y="5139"/>
                  </a:cubicBezTo>
                  <a:cubicBezTo>
                    <a:pt x="5054" y="4754"/>
                    <a:pt x="4857" y="4488"/>
                    <a:pt x="4463" y="4439"/>
                  </a:cubicBezTo>
                  <a:cubicBezTo>
                    <a:pt x="4404" y="4429"/>
                    <a:pt x="4335" y="4420"/>
                    <a:pt x="4246" y="4400"/>
                  </a:cubicBezTo>
                  <a:cubicBezTo>
                    <a:pt x="4286" y="4321"/>
                    <a:pt x="4325" y="4252"/>
                    <a:pt x="4355" y="4183"/>
                  </a:cubicBezTo>
                  <a:cubicBezTo>
                    <a:pt x="4512" y="3858"/>
                    <a:pt x="4670" y="3543"/>
                    <a:pt x="4818" y="3208"/>
                  </a:cubicBezTo>
                  <a:cubicBezTo>
                    <a:pt x="4955" y="2912"/>
                    <a:pt x="5015" y="2607"/>
                    <a:pt x="4995" y="2272"/>
                  </a:cubicBezTo>
                  <a:cubicBezTo>
                    <a:pt x="4978" y="1944"/>
                    <a:pt x="4767" y="1731"/>
                    <a:pt x="4473" y="1731"/>
                  </a:cubicBezTo>
                  <a:cubicBezTo>
                    <a:pt x="4423" y="1731"/>
                    <a:pt x="4370" y="1737"/>
                    <a:pt x="4315" y="1750"/>
                  </a:cubicBezTo>
                  <a:cubicBezTo>
                    <a:pt x="4138" y="1789"/>
                    <a:pt x="3960" y="1858"/>
                    <a:pt x="3793" y="1917"/>
                  </a:cubicBezTo>
                  <a:cubicBezTo>
                    <a:pt x="3714" y="1947"/>
                    <a:pt x="3635" y="1977"/>
                    <a:pt x="3547" y="2016"/>
                  </a:cubicBezTo>
                  <a:cubicBezTo>
                    <a:pt x="3507" y="1898"/>
                    <a:pt x="3478" y="1809"/>
                    <a:pt x="3448" y="1711"/>
                  </a:cubicBezTo>
                  <a:cubicBezTo>
                    <a:pt x="3360" y="1366"/>
                    <a:pt x="3281" y="1021"/>
                    <a:pt x="3163" y="686"/>
                  </a:cubicBezTo>
                  <a:cubicBezTo>
                    <a:pt x="3103" y="519"/>
                    <a:pt x="3005" y="341"/>
                    <a:pt x="2887" y="203"/>
                  </a:cubicBezTo>
                  <a:cubicBezTo>
                    <a:pt x="2774" y="68"/>
                    <a:pt x="2644" y="1"/>
                    <a:pt x="25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9"/>
            <p:cNvSpPr/>
            <p:nvPr/>
          </p:nvSpPr>
          <p:spPr>
            <a:xfrm>
              <a:off x="4156800" y="4431689"/>
              <a:ext cx="183755" cy="331752"/>
            </a:xfrm>
            <a:custGeom>
              <a:avLst/>
              <a:gdLst/>
              <a:ahLst/>
              <a:cxnLst/>
              <a:rect l="l" t="t" r="r" b="b"/>
              <a:pathLst>
                <a:path w="4676" h="8441" extrusionOk="0">
                  <a:moveTo>
                    <a:pt x="1390" y="235"/>
                  </a:moveTo>
                  <a:cubicBezTo>
                    <a:pt x="1459" y="304"/>
                    <a:pt x="1528" y="343"/>
                    <a:pt x="1557" y="412"/>
                  </a:cubicBezTo>
                  <a:cubicBezTo>
                    <a:pt x="1744" y="737"/>
                    <a:pt x="1932" y="1062"/>
                    <a:pt x="2089" y="1397"/>
                  </a:cubicBezTo>
                  <a:cubicBezTo>
                    <a:pt x="2164" y="1547"/>
                    <a:pt x="2233" y="1622"/>
                    <a:pt x="2314" y="1622"/>
                  </a:cubicBezTo>
                  <a:cubicBezTo>
                    <a:pt x="2382" y="1622"/>
                    <a:pt x="2458" y="1570"/>
                    <a:pt x="2552" y="1466"/>
                  </a:cubicBezTo>
                  <a:cubicBezTo>
                    <a:pt x="2700" y="1289"/>
                    <a:pt x="2848" y="1131"/>
                    <a:pt x="3005" y="974"/>
                  </a:cubicBezTo>
                  <a:cubicBezTo>
                    <a:pt x="3074" y="905"/>
                    <a:pt x="3163" y="865"/>
                    <a:pt x="3301" y="777"/>
                  </a:cubicBezTo>
                  <a:cubicBezTo>
                    <a:pt x="3311" y="1043"/>
                    <a:pt x="3350" y="1259"/>
                    <a:pt x="3330" y="1466"/>
                  </a:cubicBezTo>
                  <a:cubicBezTo>
                    <a:pt x="3291" y="1969"/>
                    <a:pt x="3212" y="2461"/>
                    <a:pt x="3163" y="2954"/>
                  </a:cubicBezTo>
                  <a:cubicBezTo>
                    <a:pt x="3153" y="3072"/>
                    <a:pt x="3183" y="3230"/>
                    <a:pt x="3261" y="3308"/>
                  </a:cubicBezTo>
                  <a:cubicBezTo>
                    <a:pt x="3297" y="3341"/>
                    <a:pt x="3335" y="3354"/>
                    <a:pt x="3374" y="3354"/>
                  </a:cubicBezTo>
                  <a:cubicBezTo>
                    <a:pt x="3462" y="3354"/>
                    <a:pt x="3554" y="3287"/>
                    <a:pt x="3636" y="3239"/>
                  </a:cubicBezTo>
                  <a:cubicBezTo>
                    <a:pt x="3823" y="3131"/>
                    <a:pt x="4000" y="3013"/>
                    <a:pt x="4197" y="2914"/>
                  </a:cubicBezTo>
                  <a:cubicBezTo>
                    <a:pt x="4241" y="2895"/>
                    <a:pt x="4277" y="2886"/>
                    <a:pt x="4307" y="2886"/>
                  </a:cubicBezTo>
                  <a:cubicBezTo>
                    <a:pt x="4385" y="2886"/>
                    <a:pt x="4416" y="2950"/>
                    <a:pt x="4394" y="3072"/>
                  </a:cubicBezTo>
                  <a:cubicBezTo>
                    <a:pt x="4335" y="3328"/>
                    <a:pt x="4266" y="3584"/>
                    <a:pt x="4168" y="3821"/>
                  </a:cubicBezTo>
                  <a:cubicBezTo>
                    <a:pt x="3882" y="4490"/>
                    <a:pt x="3537" y="5121"/>
                    <a:pt x="3104" y="5702"/>
                  </a:cubicBezTo>
                  <a:cubicBezTo>
                    <a:pt x="3094" y="5722"/>
                    <a:pt x="3084" y="5732"/>
                    <a:pt x="3064" y="5741"/>
                  </a:cubicBezTo>
                  <a:cubicBezTo>
                    <a:pt x="2966" y="5416"/>
                    <a:pt x="2976" y="5111"/>
                    <a:pt x="3133" y="4815"/>
                  </a:cubicBezTo>
                  <a:cubicBezTo>
                    <a:pt x="3261" y="4579"/>
                    <a:pt x="3350" y="4343"/>
                    <a:pt x="3458" y="4096"/>
                  </a:cubicBezTo>
                  <a:cubicBezTo>
                    <a:pt x="3498" y="4008"/>
                    <a:pt x="3567" y="3899"/>
                    <a:pt x="3439" y="3840"/>
                  </a:cubicBezTo>
                  <a:cubicBezTo>
                    <a:pt x="3413" y="3829"/>
                    <a:pt x="3391" y="3824"/>
                    <a:pt x="3371" y="3824"/>
                  </a:cubicBezTo>
                  <a:cubicBezTo>
                    <a:pt x="3283" y="3824"/>
                    <a:pt x="3244" y="3918"/>
                    <a:pt x="3212" y="3998"/>
                  </a:cubicBezTo>
                  <a:cubicBezTo>
                    <a:pt x="3104" y="4224"/>
                    <a:pt x="3005" y="4451"/>
                    <a:pt x="2897" y="4697"/>
                  </a:cubicBezTo>
                  <a:cubicBezTo>
                    <a:pt x="2808" y="4333"/>
                    <a:pt x="2720" y="3988"/>
                    <a:pt x="2641" y="3643"/>
                  </a:cubicBezTo>
                  <a:cubicBezTo>
                    <a:pt x="2621" y="3574"/>
                    <a:pt x="2641" y="3505"/>
                    <a:pt x="2661" y="3436"/>
                  </a:cubicBezTo>
                  <a:cubicBezTo>
                    <a:pt x="2749" y="3121"/>
                    <a:pt x="2848" y="2806"/>
                    <a:pt x="2926" y="2491"/>
                  </a:cubicBezTo>
                  <a:cubicBezTo>
                    <a:pt x="2946" y="2422"/>
                    <a:pt x="2897" y="2333"/>
                    <a:pt x="2877" y="2254"/>
                  </a:cubicBezTo>
                  <a:cubicBezTo>
                    <a:pt x="2808" y="2304"/>
                    <a:pt x="2710" y="2343"/>
                    <a:pt x="2690" y="2412"/>
                  </a:cubicBezTo>
                  <a:cubicBezTo>
                    <a:pt x="2601" y="2619"/>
                    <a:pt x="2552" y="2845"/>
                    <a:pt x="2473" y="3111"/>
                  </a:cubicBezTo>
                  <a:cubicBezTo>
                    <a:pt x="2345" y="2727"/>
                    <a:pt x="2237" y="2392"/>
                    <a:pt x="2129" y="2057"/>
                  </a:cubicBezTo>
                  <a:cubicBezTo>
                    <a:pt x="2099" y="1978"/>
                    <a:pt x="2079" y="1890"/>
                    <a:pt x="2020" y="1831"/>
                  </a:cubicBezTo>
                  <a:cubicBezTo>
                    <a:pt x="1981" y="1781"/>
                    <a:pt x="1902" y="1762"/>
                    <a:pt x="1833" y="1732"/>
                  </a:cubicBezTo>
                  <a:cubicBezTo>
                    <a:pt x="1823" y="1801"/>
                    <a:pt x="1774" y="1880"/>
                    <a:pt x="1794" y="1939"/>
                  </a:cubicBezTo>
                  <a:cubicBezTo>
                    <a:pt x="1902" y="2294"/>
                    <a:pt x="2030" y="2648"/>
                    <a:pt x="2148" y="3003"/>
                  </a:cubicBezTo>
                  <a:cubicBezTo>
                    <a:pt x="2168" y="3072"/>
                    <a:pt x="2198" y="3151"/>
                    <a:pt x="2237" y="3269"/>
                  </a:cubicBezTo>
                  <a:cubicBezTo>
                    <a:pt x="2020" y="3161"/>
                    <a:pt x="1843" y="3062"/>
                    <a:pt x="1675" y="2973"/>
                  </a:cubicBezTo>
                  <a:cubicBezTo>
                    <a:pt x="1624" y="2951"/>
                    <a:pt x="1570" y="2915"/>
                    <a:pt x="1520" y="2915"/>
                  </a:cubicBezTo>
                  <a:cubicBezTo>
                    <a:pt x="1483" y="2915"/>
                    <a:pt x="1449" y="2934"/>
                    <a:pt x="1419" y="2993"/>
                  </a:cubicBezTo>
                  <a:cubicBezTo>
                    <a:pt x="1360" y="3111"/>
                    <a:pt x="1469" y="3161"/>
                    <a:pt x="1557" y="3210"/>
                  </a:cubicBezTo>
                  <a:cubicBezTo>
                    <a:pt x="1784" y="3328"/>
                    <a:pt x="2020" y="3456"/>
                    <a:pt x="2247" y="3584"/>
                  </a:cubicBezTo>
                  <a:cubicBezTo>
                    <a:pt x="2296" y="3604"/>
                    <a:pt x="2355" y="3653"/>
                    <a:pt x="2365" y="3692"/>
                  </a:cubicBezTo>
                  <a:cubicBezTo>
                    <a:pt x="2473" y="4087"/>
                    <a:pt x="2562" y="4481"/>
                    <a:pt x="2621" y="4904"/>
                  </a:cubicBezTo>
                  <a:cubicBezTo>
                    <a:pt x="2424" y="4776"/>
                    <a:pt x="2217" y="4638"/>
                    <a:pt x="2020" y="4510"/>
                  </a:cubicBezTo>
                  <a:cubicBezTo>
                    <a:pt x="1973" y="4475"/>
                    <a:pt x="1919" y="4436"/>
                    <a:pt x="1868" y="4436"/>
                  </a:cubicBezTo>
                  <a:cubicBezTo>
                    <a:pt x="1834" y="4436"/>
                    <a:pt x="1802" y="4453"/>
                    <a:pt x="1774" y="4500"/>
                  </a:cubicBezTo>
                  <a:cubicBezTo>
                    <a:pt x="1754" y="4549"/>
                    <a:pt x="1813" y="4678"/>
                    <a:pt x="1872" y="4717"/>
                  </a:cubicBezTo>
                  <a:cubicBezTo>
                    <a:pt x="2099" y="4884"/>
                    <a:pt x="2345" y="5022"/>
                    <a:pt x="2572" y="5190"/>
                  </a:cubicBezTo>
                  <a:cubicBezTo>
                    <a:pt x="2651" y="5239"/>
                    <a:pt x="2710" y="5338"/>
                    <a:pt x="2739" y="5426"/>
                  </a:cubicBezTo>
                  <a:cubicBezTo>
                    <a:pt x="2779" y="5613"/>
                    <a:pt x="2779" y="5801"/>
                    <a:pt x="2808" y="6047"/>
                  </a:cubicBezTo>
                  <a:cubicBezTo>
                    <a:pt x="2010" y="5426"/>
                    <a:pt x="1163" y="4953"/>
                    <a:pt x="572" y="4155"/>
                  </a:cubicBezTo>
                  <a:cubicBezTo>
                    <a:pt x="582" y="4136"/>
                    <a:pt x="592" y="4116"/>
                    <a:pt x="602" y="4096"/>
                  </a:cubicBezTo>
                  <a:cubicBezTo>
                    <a:pt x="779" y="4116"/>
                    <a:pt x="956" y="4155"/>
                    <a:pt x="1134" y="4155"/>
                  </a:cubicBezTo>
                  <a:cubicBezTo>
                    <a:pt x="1252" y="4155"/>
                    <a:pt x="1439" y="4126"/>
                    <a:pt x="1478" y="4047"/>
                  </a:cubicBezTo>
                  <a:cubicBezTo>
                    <a:pt x="1518" y="3949"/>
                    <a:pt x="1478" y="3771"/>
                    <a:pt x="1400" y="3683"/>
                  </a:cubicBezTo>
                  <a:cubicBezTo>
                    <a:pt x="1153" y="3358"/>
                    <a:pt x="878" y="3062"/>
                    <a:pt x="612" y="2757"/>
                  </a:cubicBezTo>
                  <a:cubicBezTo>
                    <a:pt x="533" y="2668"/>
                    <a:pt x="474" y="2570"/>
                    <a:pt x="434" y="2432"/>
                  </a:cubicBezTo>
                  <a:lnTo>
                    <a:pt x="434" y="2432"/>
                  </a:lnTo>
                  <a:cubicBezTo>
                    <a:pt x="641" y="2510"/>
                    <a:pt x="848" y="2589"/>
                    <a:pt x="1045" y="2668"/>
                  </a:cubicBezTo>
                  <a:cubicBezTo>
                    <a:pt x="1133" y="2705"/>
                    <a:pt x="1206" y="2724"/>
                    <a:pt x="1264" y="2724"/>
                  </a:cubicBezTo>
                  <a:cubicBezTo>
                    <a:pt x="1405" y="2724"/>
                    <a:pt x="1454" y="2610"/>
                    <a:pt x="1419" y="2372"/>
                  </a:cubicBezTo>
                  <a:cubicBezTo>
                    <a:pt x="1370" y="1939"/>
                    <a:pt x="1301" y="1515"/>
                    <a:pt x="1242" y="1082"/>
                  </a:cubicBezTo>
                  <a:cubicBezTo>
                    <a:pt x="1212" y="806"/>
                    <a:pt x="1242" y="530"/>
                    <a:pt x="1390" y="235"/>
                  </a:cubicBezTo>
                  <a:close/>
                  <a:moveTo>
                    <a:pt x="1413" y="0"/>
                  </a:moveTo>
                  <a:cubicBezTo>
                    <a:pt x="1387" y="0"/>
                    <a:pt x="1360" y="3"/>
                    <a:pt x="1331" y="8"/>
                  </a:cubicBezTo>
                  <a:cubicBezTo>
                    <a:pt x="1124" y="48"/>
                    <a:pt x="1055" y="215"/>
                    <a:pt x="1035" y="383"/>
                  </a:cubicBezTo>
                  <a:cubicBezTo>
                    <a:pt x="1006" y="727"/>
                    <a:pt x="996" y="1082"/>
                    <a:pt x="1015" y="1437"/>
                  </a:cubicBezTo>
                  <a:cubicBezTo>
                    <a:pt x="1025" y="1762"/>
                    <a:pt x="1104" y="2077"/>
                    <a:pt x="1144" y="2412"/>
                  </a:cubicBezTo>
                  <a:cubicBezTo>
                    <a:pt x="966" y="2343"/>
                    <a:pt x="818" y="2284"/>
                    <a:pt x="651" y="2225"/>
                  </a:cubicBezTo>
                  <a:cubicBezTo>
                    <a:pt x="547" y="2194"/>
                    <a:pt x="432" y="2129"/>
                    <a:pt x="326" y="2129"/>
                  </a:cubicBezTo>
                  <a:cubicBezTo>
                    <a:pt x="262" y="2129"/>
                    <a:pt x="201" y="2154"/>
                    <a:pt x="149" y="2225"/>
                  </a:cubicBezTo>
                  <a:cubicBezTo>
                    <a:pt x="1" y="2422"/>
                    <a:pt x="158" y="2609"/>
                    <a:pt x="267" y="2757"/>
                  </a:cubicBezTo>
                  <a:cubicBezTo>
                    <a:pt x="464" y="3003"/>
                    <a:pt x="681" y="3239"/>
                    <a:pt x="887" y="3476"/>
                  </a:cubicBezTo>
                  <a:cubicBezTo>
                    <a:pt x="996" y="3604"/>
                    <a:pt x="1104" y="3732"/>
                    <a:pt x="1212" y="3850"/>
                  </a:cubicBezTo>
                  <a:cubicBezTo>
                    <a:pt x="1203" y="3870"/>
                    <a:pt x="1193" y="3880"/>
                    <a:pt x="1183" y="3899"/>
                  </a:cubicBezTo>
                  <a:cubicBezTo>
                    <a:pt x="1006" y="3870"/>
                    <a:pt x="818" y="3840"/>
                    <a:pt x="641" y="3830"/>
                  </a:cubicBezTo>
                  <a:cubicBezTo>
                    <a:pt x="627" y="3829"/>
                    <a:pt x="613" y="3829"/>
                    <a:pt x="600" y="3829"/>
                  </a:cubicBezTo>
                  <a:cubicBezTo>
                    <a:pt x="352" y="3829"/>
                    <a:pt x="233" y="4001"/>
                    <a:pt x="346" y="4244"/>
                  </a:cubicBezTo>
                  <a:cubicBezTo>
                    <a:pt x="424" y="4412"/>
                    <a:pt x="543" y="4569"/>
                    <a:pt x="681" y="4707"/>
                  </a:cubicBezTo>
                  <a:cubicBezTo>
                    <a:pt x="887" y="4914"/>
                    <a:pt x="1124" y="5111"/>
                    <a:pt x="1360" y="5298"/>
                  </a:cubicBezTo>
                  <a:cubicBezTo>
                    <a:pt x="1794" y="5633"/>
                    <a:pt x="2237" y="5958"/>
                    <a:pt x="2680" y="6283"/>
                  </a:cubicBezTo>
                  <a:cubicBezTo>
                    <a:pt x="2779" y="6352"/>
                    <a:pt x="2818" y="6431"/>
                    <a:pt x="2808" y="6549"/>
                  </a:cubicBezTo>
                  <a:cubicBezTo>
                    <a:pt x="2759" y="6914"/>
                    <a:pt x="2739" y="7278"/>
                    <a:pt x="2690" y="7643"/>
                  </a:cubicBezTo>
                  <a:cubicBezTo>
                    <a:pt x="2670" y="7849"/>
                    <a:pt x="2611" y="8056"/>
                    <a:pt x="2601" y="8263"/>
                  </a:cubicBezTo>
                  <a:cubicBezTo>
                    <a:pt x="2592" y="8322"/>
                    <a:pt x="2680" y="8381"/>
                    <a:pt x="2729" y="8441"/>
                  </a:cubicBezTo>
                  <a:cubicBezTo>
                    <a:pt x="2769" y="8391"/>
                    <a:pt x="2828" y="8342"/>
                    <a:pt x="2848" y="8283"/>
                  </a:cubicBezTo>
                  <a:cubicBezTo>
                    <a:pt x="2877" y="8224"/>
                    <a:pt x="2877" y="8145"/>
                    <a:pt x="2887" y="8076"/>
                  </a:cubicBezTo>
                  <a:cubicBezTo>
                    <a:pt x="2946" y="7505"/>
                    <a:pt x="3005" y="6933"/>
                    <a:pt x="3084" y="6362"/>
                  </a:cubicBezTo>
                  <a:cubicBezTo>
                    <a:pt x="3094" y="6264"/>
                    <a:pt x="3133" y="6155"/>
                    <a:pt x="3192" y="6076"/>
                  </a:cubicBezTo>
                  <a:cubicBezTo>
                    <a:pt x="3675" y="5387"/>
                    <a:pt x="4118" y="4678"/>
                    <a:pt x="4424" y="3890"/>
                  </a:cubicBezTo>
                  <a:cubicBezTo>
                    <a:pt x="4542" y="3604"/>
                    <a:pt x="4611" y="3279"/>
                    <a:pt x="4650" y="2964"/>
                  </a:cubicBezTo>
                  <a:cubicBezTo>
                    <a:pt x="4676" y="2761"/>
                    <a:pt x="4513" y="2616"/>
                    <a:pt x="4317" y="2616"/>
                  </a:cubicBezTo>
                  <a:cubicBezTo>
                    <a:pt x="4284" y="2616"/>
                    <a:pt x="4251" y="2620"/>
                    <a:pt x="4217" y="2629"/>
                  </a:cubicBezTo>
                  <a:cubicBezTo>
                    <a:pt x="4069" y="2668"/>
                    <a:pt x="3921" y="2747"/>
                    <a:pt x="3784" y="2816"/>
                  </a:cubicBezTo>
                  <a:cubicBezTo>
                    <a:pt x="3665" y="2885"/>
                    <a:pt x="3557" y="2964"/>
                    <a:pt x="3429" y="3042"/>
                  </a:cubicBezTo>
                  <a:cubicBezTo>
                    <a:pt x="3478" y="2619"/>
                    <a:pt x="3547" y="2225"/>
                    <a:pt x="3567" y="1821"/>
                  </a:cubicBezTo>
                  <a:cubicBezTo>
                    <a:pt x="3586" y="1486"/>
                    <a:pt x="3577" y="1141"/>
                    <a:pt x="3537" y="806"/>
                  </a:cubicBezTo>
                  <a:cubicBezTo>
                    <a:pt x="3523" y="641"/>
                    <a:pt x="3413" y="543"/>
                    <a:pt x="3281" y="543"/>
                  </a:cubicBezTo>
                  <a:cubicBezTo>
                    <a:pt x="3224" y="543"/>
                    <a:pt x="3163" y="561"/>
                    <a:pt x="3104" y="599"/>
                  </a:cubicBezTo>
                  <a:cubicBezTo>
                    <a:pt x="2897" y="718"/>
                    <a:pt x="2720" y="895"/>
                    <a:pt x="2542" y="1052"/>
                  </a:cubicBezTo>
                  <a:cubicBezTo>
                    <a:pt x="2473" y="1112"/>
                    <a:pt x="2414" y="1190"/>
                    <a:pt x="2365" y="1259"/>
                  </a:cubicBezTo>
                  <a:cubicBezTo>
                    <a:pt x="2158" y="905"/>
                    <a:pt x="1971" y="570"/>
                    <a:pt x="1774" y="235"/>
                  </a:cubicBezTo>
                  <a:cubicBezTo>
                    <a:pt x="1689" y="99"/>
                    <a:pt x="1575" y="0"/>
                    <a:pt x="14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9"/>
            <p:cNvSpPr/>
            <p:nvPr/>
          </p:nvSpPr>
          <p:spPr>
            <a:xfrm>
              <a:off x="4816878" y="4577963"/>
              <a:ext cx="32538" cy="31756"/>
            </a:xfrm>
            <a:custGeom>
              <a:avLst/>
              <a:gdLst/>
              <a:ahLst/>
              <a:cxnLst/>
              <a:rect l="l" t="t" r="r" b="b"/>
              <a:pathLst>
                <a:path w="828" h="808" extrusionOk="0">
                  <a:moveTo>
                    <a:pt x="453" y="0"/>
                  </a:moveTo>
                  <a:cubicBezTo>
                    <a:pt x="266" y="10"/>
                    <a:pt x="0" y="305"/>
                    <a:pt x="20" y="552"/>
                  </a:cubicBezTo>
                  <a:cubicBezTo>
                    <a:pt x="20" y="680"/>
                    <a:pt x="197" y="808"/>
                    <a:pt x="384" y="808"/>
                  </a:cubicBezTo>
                  <a:cubicBezTo>
                    <a:pt x="572" y="798"/>
                    <a:pt x="828" y="502"/>
                    <a:pt x="828" y="296"/>
                  </a:cubicBezTo>
                  <a:cubicBezTo>
                    <a:pt x="828" y="168"/>
                    <a:pt x="621" y="0"/>
                    <a:pt x="4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9"/>
            <p:cNvSpPr/>
            <p:nvPr/>
          </p:nvSpPr>
          <p:spPr>
            <a:xfrm>
              <a:off x="4862545" y="4589910"/>
              <a:ext cx="30613" cy="33407"/>
            </a:xfrm>
            <a:custGeom>
              <a:avLst/>
              <a:gdLst/>
              <a:ahLst/>
              <a:cxnLst/>
              <a:rect l="l" t="t" r="r" b="b"/>
              <a:pathLst>
                <a:path w="779" h="850" extrusionOk="0">
                  <a:moveTo>
                    <a:pt x="406" y="1"/>
                  </a:moveTo>
                  <a:cubicBezTo>
                    <a:pt x="363" y="1"/>
                    <a:pt x="322" y="17"/>
                    <a:pt x="286" y="61"/>
                  </a:cubicBezTo>
                  <a:cubicBezTo>
                    <a:pt x="178" y="189"/>
                    <a:pt x="109" y="356"/>
                    <a:pt x="1" y="523"/>
                  </a:cubicBezTo>
                  <a:cubicBezTo>
                    <a:pt x="99" y="642"/>
                    <a:pt x="158" y="750"/>
                    <a:pt x="247" y="819"/>
                  </a:cubicBezTo>
                  <a:cubicBezTo>
                    <a:pt x="281" y="840"/>
                    <a:pt x="314" y="849"/>
                    <a:pt x="344" y="849"/>
                  </a:cubicBezTo>
                  <a:cubicBezTo>
                    <a:pt x="427" y="849"/>
                    <a:pt x="495" y="783"/>
                    <a:pt x="552" y="711"/>
                  </a:cubicBezTo>
                  <a:cubicBezTo>
                    <a:pt x="621" y="622"/>
                    <a:pt x="690" y="523"/>
                    <a:pt x="730" y="415"/>
                  </a:cubicBezTo>
                  <a:cubicBezTo>
                    <a:pt x="779" y="277"/>
                    <a:pt x="710" y="159"/>
                    <a:pt x="592" y="80"/>
                  </a:cubicBezTo>
                  <a:cubicBezTo>
                    <a:pt x="538" y="39"/>
                    <a:pt x="471" y="1"/>
                    <a:pt x="4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9"/>
            <p:cNvSpPr/>
            <p:nvPr/>
          </p:nvSpPr>
          <p:spPr>
            <a:xfrm>
              <a:off x="4849772" y="4543812"/>
              <a:ext cx="32931" cy="26568"/>
            </a:xfrm>
            <a:custGeom>
              <a:avLst/>
              <a:gdLst/>
              <a:ahLst/>
              <a:cxnLst/>
              <a:rect l="l" t="t" r="r" b="b"/>
              <a:pathLst>
                <a:path w="838" h="676" extrusionOk="0">
                  <a:moveTo>
                    <a:pt x="444" y="1"/>
                  </a:moveTo>
                  <a:cubicBezTo>
                    <a:pt x="364" y="1"/>
                    <a:pt x="277" y="34"/>
                    <a:pt x="198" y="51"/>
                  </a:cubicBezTo>
                  <a:cubicBezTo>
                    <a:pt x="1" y="101"/>
                    <a:pt x="1" y="298"/>
                    <a:pt x="30" y="396"/>
                  </a:cubicBezTo>
                  <a:cubicBezTo>
                    <a:pt x="67" y="506"/>
                    <a:pt x="120" y="675"/>
                    <a:pt x="349" y="675"/>
                  </a:cubicBezTo>
                  <a:cubicBezTo>
                    <a:pt x="366" y="675"/>
                    <a:pt x="385" y="674"/>
                    <a:pt x="405" y="672"/>
                  </a:cubicBezTo>
                  <a:cubicBezTo>
                    <a:pt x="464" y="623"/>
                    <a:pt x="592" y="554"/>
                    <a:pt x="680" y="455"/>
                  </a:cubicBezTo>
                  <a:cubicBezTo>
                    <a:pt x="838" y="278"/>
                    <a:pt x="720" y="22"/>
                    <a:pt x="473" y="2"/>
                  </a:cubicBezTo>
                  <a:cubicBezTo>
                    <a:pt x="464" y="1"/>
                    <a:pt x="454" y="1"/>
                    <a:pt x="4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9"/>
            <p:cNvSpPr/>
            <p:nvPr/>
          </p:nvSpPr>
          <p:spPr>
            <a:xfrm>
              <a:off x="3864528" y="4880454"/>
              <a:ext cx="129328" cy="114803"/>
            </a:xfrm>
            <a:custGeom>
              <a:avLst/>
              <a:gdLst/>
              <a:ahLst/>
              <a:cxnLst/>
              <a:rect l="l" t="t" r="r" b="b"/>
              <a:pathLst>
                <a:path w="3291" h="2921" extrusionOk="0">
                  <a:moveTo>
                    <a:pt x="2818" y="302"/>
                  </a:moveTo>
                  <a:lnTo>
                    <a:pt x="2818" y="302"/>
                  </a:lnTo>
                  <a:cubicBezTo>
                    <a:pt x="2808" y="312"/>
                    <a:pt x="2798" y="322"/>
                    <a:pt x="2788" y="331"/>
                  </a:cubicBezTo>
                  <a:cubicBezTo>
                    <a:pt x="2739" y="420"/>
                    <a:pt x="2700" y="519"/>
                    <a:pt x="2641" y="607"/>
                  </a:cubicBezTo>
                  <a:cubicBezTo>
                    <a:pt x="2503" y="814"/>
                    <a:pt x="2532" y="913"/>
                    <a:pt x="2778" y="1001"/>
                  </a:cubicBezTo>
                  <a:cubicBezTo>
                    <a:pt x="2828" y="1011"/>
                    <a:pt x="2877" y="1031"/>
                    <a:pt x="2946" y="1060"/>
                  </a:cubicBezTo>
                  <a:cubicBezTo>
                    <a:pt x="2788" y="1149"/>
                    <a:pt x="2650" y="1228"/>
                    <a:pt x="2512" y="1316"/>
                  </a:cubicBezTo>
                  <a:cubicBezTo>
                    <a:pt x="2375" y="1415"/>
                    <a:pt x="2315" y="1523"/>
                    <a:pt x="2434" y="1681"/>
                  </a:cubicBezTo>
                  <a:cubicBezTo>
                    <a:pt x="2503" y="1770"/>
                    <a:pt x="2493" y="1839"/>
                    <a:pt x="2384" y="1878"/>
                  </a:cubicBezTo>
                  <a:cubicBezTo>
                    <a:pt x="2049" y="1976"/>
                    <a:pt x="1715" y="2075"/>
                    <a:pt x="1380" y="2173"/>
                  </a:cubicBezTo>
                  <a:cubicBezTo>
                    <a:pt x="1360" y="2144"/>
                    <a:pt x="1340" y="2114"/>
                    <a:pt x="1311" y="2075"/>
                  </a:cubicBezTo>
                  <a:cubicBezTo>
                    <a:pt x="1606" y="1809"/>
                    <a:pt x="1902" y="1543"/>
                    <a:pt x="2187" y="1257"/>
                  </a:cubicBezTo>
                  <a:cubicBezTo>
                    <a:pt x="2266" y="1179"/>
                    <a:pt x="2443" y="1070"/>
                    <a:pt x="2296" y="942"/>
                  </a:cubicBezTo>
                  <a:cubicBezTo>
                    <a:pt x="2262" y="911"/>
                    <a:pt x="2233" y="899"/>
                    <a:pt x="2205" y="899"/>
                  </a:cubicBezTo>
                  <a:cubicBezTo>
                    <a:pt x="2119" y="899"/>
                    <a:pt x="2058" y="1023"/>
                    <a:pt x="1990" y="1090"/>
                  </a:cubicBezTo>
                  <a:cubicBezTo>
                    <a:pt x="1715" y="1356"/>
                    <a:pt x="1449" y="1642"/>
                    <a:pt x="1183" y="1917"/>
                  </a:cubicBezTo>
                  <a:cubicBezTo>
                    <a:pt x="1124" y="1967"/>
                    <a:pt x="1064" y="2016"/>
                    <a:pt x="1005" y="2065"/>
                  </a:cubicBezTo>
                  <a:cubicBezTo>
                    <a:pt x="986" y="2055"/>
                    <a:pt x="966" y="2045"/>
                    <a:pt x="956" y="2045"/>
                  </a:cubicBezTo>
                  <a:cubicBezTo>
                    <a:pt x="1035" y="1701"/>
                    <a:pt x="1124" y="1356"/>
                    <a:pt x="1212" y="1021"/>
                  </a:cubicBezTo>
                  <a:cubicBezTo>
                    <a:pt x="1319" y="1074"/>
                    <a:pt x="1410" y="1152"/>
                    <a:pt x="1470" y="1152"/>
                  </a:cubicBezTo>
                  <a:cubicBezTo>
                    <a:pt x="1476" y="1152"/>
                    <a:pt x="1482" y="1151"/>
                    <a:pt x="1488" y="1149"/>
                  </a:cubicBezTo>
                  <a:cubicBezTo>
                    <a:pt x="1557" y="1129"/>
                    <a:pt x="1626" y="1031"/>
                    <a:pt x="1665" y="952"/>
                  </a:cubicBezTo>
                  <a:cubicBezTo>
                    <a:pt x="1764" y="784"/>
                    <a:pt x="1833" y="617"/>
                    <a:pt x="1931" y="410"/>
                  </a:cubicBezTo>
                  <a:cubicBezTo>
                    <a:pt x="1971" y="489"/>
                    <a:pt x="1990" y="519"/>
                    <a:pt x="2000" y="548"/>
                  </a:cubicBezTo>
                  <a:cubicBezTo>
                    <a:pt x="2048" y="649"/>
                    <a:pt x="2102" y="696"/>
                    <a:pt x="2173" y="696"/>
                  </a:cubicBezTo>
                  <a:cubicBezTo>
                    <a:pt x="2219" y="696"/>
                    <a:pt x="2273" y="676"/>
                    <a:pt x="2335" y="637"/>
                  </a:cubicBezTo>
                  <a:cubicBezTo>
                    <a:pt x="2483" y="528"/>
                    <a:pt x="2631" y="430"/>
                    <a:pt x="2778" y="322"/>
                  </a:cubicBezTo>
                  <a:cubicBezTo>
                    <a:pt x="2798" y="322"/>
                    <a:pt x="2808" y="312"/>
                    <a:pt x="2818" y="302"/>
                  </a:cubicBezTo>
                  <a:close/>
                  <a:moveTo>
                    <a:pt x="2920" y="0"/>
                  </a:moveTo>
                  <a:cubicBezTo>
                    <a:pt x="2859" y="0"/>
                    <a:pt x="2796" y="12"/>
                    <a:pt x="2749" y="36"/>
                  </a:cubicBezTo>
                  <a:cubicBezTo>
                    <a:pt x="2572" y="105"/>
                    <a:pt x="2404" y="233"/>
                    <a:pt x="2237" y="341"/>
                  </a:cubicBezTo>
                  <a:cubicBezTo>
                    <a:pt x="2134" y="214"/>
                    <a:pt x="2041" y="150"/>
                    <a:pt x="1951" y="150"/>
                  </a:cubicBezTo>
                  <a:cubicBezTo>
                    <a:pt x="1859" y="150"/>
                    <a:pt x="1770" y="217"/>
                    <a:pt x="1675" y="351"/>
                  </a:cubicBezTo>
                  <a:cubicBezTo>
                    <a:pt x="1586" y="479"/>
                    <a:pt x="1527" y="627"/>
                    <a:pt x="1449" y="765"/>
                  </a:cubicBezTo>
                  <a:cubicBezTo>
                    <a:pt x="1367" y="739"/>
                    <a:pt x="1301" y="724"/>
                    <a:pt x="1246" y="724"/>
                  </a:cubicBezTo>
                  <a:cubicBezTo>
                    <a:pt x="1133" y="724"/>
                    <a:pt x="1065" y="787"/>
                    <a:pt x="1005" y="952"/>
                  </a:cubicBezTo>
                  <a:cubicBezTo>
                    <a:pt x="887" y="1247"/>
                    <a:pt x="759" y="1563"/>
                    <a:pt x="749" y="1868"/>
                  </a:cubicBezTo>
                  <a:cubicBezTo>
                    <a:pt x="739" y="2282"/>
                    <a:pt x="552" y="2489"/>
                    <a:pt x="217" y="2636"/>
                  </a:cubicBezTo>
                  <a:cubicBezTo>
                    <a:pt x="188" y="2646"/>
                    <a:pt x="148" y="2656"/>
                    <a:pt x="129" y="2686"/>
                  </a:cubicBezTo>
                  <a:cubicBezTo>
                    <a:pt x="79" y="2745"/>
                    <a:pt x="40" y="2804"/>
                    <a:pt x="1" y="2873"/>
                  </a:cubicBezTo>
                  <a:cubicBezTo>
                    <a:pt x="64" y="2881"/>
                    <a:pt x="140" y="2920"/>
                    <a:pt x="198" y="2920"/>
                  </a:cubicBezTo>
                  <a:cubicBezTo>
                    <a:pt x="212" y="2920"/>
                    <a:pt x="225" y="2918"/>
                    <a:pt x="237" y="2912"/>
                  </a:cubicBezTo>
                  <a:cubicBezTo>
                    <a:pt x="424" y="2814"/>
                    <a:pt x="592" y="2686"/>
                    <a:pt x="779" y="2587"/>
                  </a:cubicBezTo>
                  <a:cubicBezTo>
                    <a:pt x="917" y="2518"/>
                    <a:pt x="1074" y="2469"/>
                    <a:pt x="1222" y="2430"/>
                  </a:cubicBezTo>
                  <a:cubicBezTo>
                    <a:pt x="1616" y="2331"/>
                    <a:pt x="2020" y="2272"/>
                    <a:pt x="2404" y="2154"/>
                  </a:cubicBezTo>
                  <a:cubicBezTo>
                    <a:pt x="2769" y="2045"/>
                    <a:pt x="2808" y="1888"/>
                    <a:pt x="2680" y="1533"/>
                  </a:cubicBezTo>
                  <a:cubicBezTo>
                    <a:pt x="2769" y="1484"/>
                    <a:pt x="2847" y="1435"/>
                    <a:pt x="2936" y="1385"/>
                  </a:cubicBezTo>
                  <a:cubicBezTo>
                    <a:pt x="3074" y="1287"/>
                    <a:pt x="3291" y="1228"/>
                    <a:pt x="3251" y="1031"/>
                  </a:cubicBezTo>
                  <a:cubicBezTo>
                    <a:pt x="3222" y="903"/>
                    <a:pt x="3044" y="814"/>
                    <a:pt x="2916" y="696"/>
                  </a:cubicBezTo>
                  <a:cubicBezTo>
                    <a:pt x="2956" y="627"/>
                    <a:pt x="3015" y="519"/>
                    <a:pt x="3084" y="400"/>
                  </a:cubicBezTo>
                  <a:cubicBezTo>
                    <a:pt x="3153" y="282"/>
                    <a:pt x="3222" y="134"/>
                    <a:pt x="3094" y="46"/>
                  </a:cubicBezTo>
                  <a:cubicBezTo>
                    <a:pt x="3052" y="15"/>
                    <a:pt x="2987" y="0"/>
                    <a:pt x="29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9"/>
            <p:cNvSpPr/>
            <p:nvPr/>
          </p:nvSpPr>
          <p:spPr>
            <a:xfrm>
              <a:off x="3963642" y="4725338"/>
              <a:ext cx="133572" cy="123567"/>
            </a:xfrm>
            <a:custGeom>
              <a:avLst/>
              <a:gdLst/>
              <a:ahLst/>
              <a:cxnLst/>
              <a:rect l="l" t="t" r="r" b="b"/>
              <a:pathLst>
                <a:path w="3399" h="3144" extrusionOk="0">
                  <a:moveTo>
                    <a:pt x="1893" y="260"/>
                  </a:moveTo>
                  <a:cubicBezTo>
                    <a:pt x="2296" y="260"/>
                    <a:pt x="2671" y="434"/>
                    <a:pt x="2896" y="732"/>
                  </a:cubicBezTo>
                  <a:cubicBezTo>
                    <a:pt x="3290" y="1244"/>
                    <a:pt x="3192" y="1983"/>
                    <a:pt x="2650" y="2466"/>
                  </a:cubicBezTo>
                  <a:cubicBezTo>
                    <a:pt x="2364" y="2722"/>
                    <a:pt x="2030" y="2870"/>
                    <a:pt x="1498" y="2880"/>
                  </a:cubicBezTo>
                  <a:cubicBezTo>
                    <a:pt x="1492" y="2880"/>
                    <a:pt x="1487" y="2880"/>
                    <a:pt x="1482" y="2880"/>
                  </a:cubicBezTo>
                  <a:cubicBezTo>
                    <a:pt x="742" y="2880"/>
                    <a:pt x="277" y="2186"/>
                    <a:pt x="365" y="1589"/>
                  </a:cubicBezTo>
                  <a:cubicBezTo>
                    <a:pt x="453" y="939"/>
                    <a:pt x="847" y="525"/>
                    <a:pt x="1458" y="328"/>
                  </a:cubicBezTo>
                  <a:cubicBezTo>
                    <a:pt x="1603" y="282"/>
                    <a:pt x="1750" y="260"/>
                    <a:pt x="1893" y="260"/>
                  </a:cubicBezTo>
                  <a:close/>
                  <a:moveTo>
                    <a:pt x="1893" y="1"/>
                  </a:moveTo>
                  <a:cubicBezTo>
                    <a:pt x="1210" y="1"/>
                    <a:pt x="517" y="405"/>
                    <a:pt x="227" y="1087"/>
                  </a:cubicBezTo>
                  <a:cubicBezTo>
                    <a:pt x="0" y="1638"/>
                    <a:pt x="40" y="2180"/>
                    <a:pt x="453" y="2643"/>
                  </a:cubicBezTo>
                  <a:cubicBezTo>
                    <a:pt x="737" y="2973"/>
                    <a:pt x="1153" y="3144"/>
                    <a:pt x="1598" y="3144"/>
                  </a:cubicBezTo>
                  <a:cubicBezTo>
                    <a:pt x="1818" y="3144"/>
                    <a:pt x="2045" y="3102"/>
                    <a:pt x="2266" y="3017"/>
                  </a:cubicBezTo>
                  <a:cubicBezTo>
                    <a:pt x="2936" y="2761"/>
                    <a:pt x="3389" y="2121"/>
                    <a:pt x="3389" y="1560"/>
                  </a:cubicBezTo>
                  <a:cubicBezTo>
                    <a:pt x="3399" y="939"/>
                    <a:pt x="3192" y="545"/>
                    <a:pt x="2788" y="269"/>
                  </a:cubicBezTo>
                  <a:cubicBezTo>
                    <a:pt x="2518" y="86"/>
                    <a:pt x="2206" y="1"/>
                    <a:pt x="18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9"/>
            <p:cNvSpPr/>
            <p:nvPr/>
          </p:nvSpPr>
          <p:spPr>
            <a:xfrm>
              <a:off x="3908269" y="4771083"/>
              <a:ext cx="43031" cy="76168"/>
            </a:xfrm>
            <a:custGeom>
              <a:avLst/>
              <a:gdLst/>
              <a:ahLst/>
              <a:cxnLst/>
              <a:rect l="l" t="t" r="r" b="b"/>
              <a:pathLst>
                <a:path w="1095" h="1938" extrusionOk="0">
                  <a:moveTo>
                    <a:pt x="250" y="0"/>
                  </a:moveTo>
                  <a:cubicBezTo>
                    <a:pt x="170" y="0"/>
                    <a:pt x="58" y="37"/>
                    <a:pt x="40" y="90"/>
                  </a:cubicBezTo>
                  <a:cubicBezTo>
                    <a:pt x="1" y="218"/>
                    <a:pt x="129" y="228"/>
                    <a:pt x="227" y="238"/>
                  </a:cubicBezTo>
                  <a:cubicBezTo>
                    <a:pt x="444" y="287"/>
                    <a:pt x="493" y="366"/>
                    <a:pt x="464" y="593"/>
                  </a:cubicBezTo>
                  <a:cubicBezTo>
                    <a:pt x="444" y="681"/>
                    <a:pt x="414" y="770"/>
                    <a:pt x="424" y="859"/>
                  </a:cubicBezTo>
                  <a:cubicBezTo>
                    <a:pt x="424" y="957"/>
                    <a:pt x="424" y="1095"/>
                    <a:pt x="483" y="1134"/>
                  </a:cubicBezTo>
                  <a:cubicBezTo>
                    <a:pt x="739" y="1312"/>
                    <a:pt x="848" y="1499"/>
                    <a:pt x="631" y="1785"/>
                  </a:cubicBezTo>
                  <a:cubicBezTo>
                    <a:pt x="611" y="1804"/>
                    <a:pt x="661" y="1913"/>
                    <a:pt x="700" y="1932"/>
                  </a:cubicBezTo>
                  <a:cubicBezTo>
                    <a:pt x="707" y="1936"/>
                    <a:pt x="716" y="1938"/>
                    <a:pt x="726" y="1938"/>
                  </a:cubicBezTo>
                  <a:cubicBezTo>
                    <a:pt x="770" y="1938"/>
                    <a:pt x="834" y="1905"/>
                    <a:pt x="858" y="1873"/>
                  </a:cubicBezTo>
                  <a:cubicBezTo>
                    <a:pt x="927" y="1785"/>
                    <a:pt x="966" y="1686"/>
                    <a:pt x="1015" y="1578"/>
                  </a:cubicBezTo>
                  <a:cubicBezTo>
                    <a:pt x="1094" y="1420"/>
                    <a:pt x="1065" y="1262"/>
                    <a:pt x="927" y="1174"/>
                  </a:cubicBezTo>
                  <a:cubicBezTo>
                    <a:pt x="680" y="1036"/>
                    <a:pt x="651" y="839"/>
                    <a:pt x="730" y="602"/>
                  </a:cubicBezTo>
                  <a:cubicBezTo>
                    <a:pt x="739" y="573"/>
                    <a:pt x="739" y="533"/>
                    <a:pt x="739" y="504"/>
                  </a:cubicBezTo>
                  <a:cubicBezTo>
                    <a:pt x="749" y="218"/>
                    <a:pt x="582" y="31"/>
                    <a:pt x="276" y="2"/>
                  </a:cubicBezTo>
                  <a:cubicBezTo>
                    <a:pt x="268" y="1"/>
                    <a:pt x="260" y="0"/>
                    <a:pt x="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9"/>
            <p:cNvSpPr/>
            <p:nvPr/>
          </p:nvSpPr>
          <p:spPr>
            <a:xfrm>
              <a:off x="4006597" y="4871297"/>
              <a:ext cx="38747" cy="55495"/>
            </a:xfrm>
            <a:custGeom>
              <a:avLst/>
              <a:gdLst/>
              <a:ahLst/>
              <a:cxnLst/>
              <a:rect l="l" t="t" r="r" b="b"/>
              <a:pathLst>
                <a:path w="986" h="1412" extrusionOk="0">
                  <a:moveTo>
                    <a:pt x="174" y="1"/>
                  </a:moveTo>
                  <a:cubicBezTo>
                    <a:pt x="119" y="1"/>
                    <a:pt x="55" y="29"/>
                    <a:pt x="20" y="72"/>
                  </a:cubicBezTo>
                  <a:cubicBezTo>
                    <a:pt x="1" y="82"/>
                    <a:pt x="40" y="210"/>
                    <a:pt x="70" y="220"/>
                  </a:cubicBezTo>
                  <a:cubicBezTo>
                    <a:pt x="277" y="289"/>
                    <a:pt x="247" y="436"/>
                    <a:pt x="178" y="614"/>
                  </a:cubicBezTo>
                  <a:cubicBezTo>
                    <a:pt x="237" y="742"/>
                    <a:pt x="277" y="899"/>
                    <a:pt x="365" y="1008"/>
                  </a:cubicBezTo>
                  <a:cubicBezTo>
                    <a:pt x="474" y="1155"/>
                    <a:pt x="621" y="1264"/>
                    <a:pt x="759" y="1382"/>
                  </a:cubicBezTo>
                  <a:cubicBezTo>
                    <a:pt x="808" y="1412"/>
                    <a:pt x="887" y="1402"/>
                    <a:pt x="956" y="1412"/>
                  </a:cubicBezTo>
                  <a:cubicBezTo>
                    <a:pt x="956" y="1352"/>
                    <a:pt x="986" y="1264"/>
                    <a:pt x="956" y="1224"/>
                  </a:cubicBezTo>
                  <a:cubicBezTo>
                    <a:pt x="897" y="1126"/>
                    <a:pt x="818" y="1017"/>
                    <a:pt x="730" y="958"/>
                  </a:cubicBezTo>
                  <a:cubicBezTo>
                    <a:pt x="533" y="840"/>
                    <a:pt x="444" y="702"/>
                    <a:pt x="503" y="466"/>
                  </a:cubicBezTo>
                  <a:cubicBezTo>
                    <a:pt x="543" y="259"/>
                    <a:pt x="375" y="23"/>
                    <a:pt x="198" y="3"/>
                  </a:cubicBezTo>
                  <a:cubicBezTo>
                    <a:pt x="190" y="2"/>
                    <a:pt x="182" y="1"/>
                    <a:pt x="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9"/>
            <p:cNvSpPr/>
            <p:nvPr/>
          </p:nvSpPr>
          <p:spPr>
            <a:xfrm>
              <a:off x="3966354" y="4702229"/>
              <a:ext cx="47629" cy="30459"/>
            </a:xfrm>
            <a:custGeom>
              <a:avLst/>
              <a:gdLst/>
              <a:ahLst/>
              <a:cxnLst/>
              <a:rect l="l" t="t" r="r" b="b"/>
              <a:pathLst>
                <a:path w="1212" h="775" extrusionOk="0">
                  <a:moveTo>
                    <a:pt x="869" y="0"/>
                  </a:moveTo>
                  <a:cubicBezTo>
                    <a:pt x="743" y="0"/>
                    <a:pt x="635" y="77"/>
                    <a:pt x="581" y="227"/>
                  </a:cubicBezTo>
                  <a:cubicBezTo>
                    <a:pt x="515" y="410"/>
                    <a:pt x="427" y="502"/>
                    <a:pt x="258" y="502"/>
                  </a:cubicBezTo>
                  <a:cubicBezTo>
                    <a:pt x="228" y="502"/>
                    <a:pt x="194" y="499"/>
                    <a:pt x="158" y="493"/>
                  </a:cubicBezTo>
                  <a:cubicBezTo>
                    <a:pt x="156" y="492"/>
                    <a:pt x="153" y="492"/>
                    <a:pt x="151" y="492"/>
                  </a:cubicBezTo>
                  <a:cubicBezTo>
                    <a:pt x="112" y="492"/>
                    <a:pt x="56" y="563"/>
                    <a:pt x="0" y="591"/>
                  </a:cubicBezTo>
                  <a:cubicBezTo>
                    <a:pt x="40" y="640"/>
                    <a:pt x="69" y="709"/>
                    <a:pt x="118" y="729"/>
                  </a:cubicBezTo>
                  <a:cubicBezTo>
                    <a:pt x="188" y="760"/>
                    <a:pt x="258" y="775"/>
                    <a:pt x="324" y="775"/>
                  </a:cubicBezTo>
                  <a:cubicBezTo>
                    <a:pt x="510" y="775"/>
                    <a:pt x="672" y="659"/>
                    <a:pt x="759" y="463"/>
                  </a:cubicBezTo>
                  <a:cubicBezTo>
                    <a:pt x="788" y="404"/>
                    <a:pt x="818" y="335"/>
                    <a:pt x="857" y="256"/>
                  </a:cubicBezTo>
                  <a:cubicBezTo>
                    <a:pt x="926" y="286"/>
                    <a:pt x="966" y="325"/>
                    <a:pt x="1005" y="325"/>
                  </a:cubicBezTo>
                  <a:cubicBezTo>
                    <a:pt x="1074" y="325"/>
                    <a:pt x="1143" y="305"/>
                    <a:pt x="1212" y="286"/>
                  </a:cubicBezTo>
                  <a:cubicBezTo>
                    <a:pt x="1182" y="227"/>
                    <a:pt x="1172" y="138"/>
                    <a:pt x="1123" y="99"/>
                  </a:cubicBezTo>
                  <a:cubicBezTo>
                    <a:pt x="1038" y="33"/>
                    <a:pt x="950" y="0"/>
                    <a:pt x="8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9"/>
            <p:cNvSpPr/>
            <p:nvPr/>
          </p:nvSpPr>
          <p:spPr>
            <a:xfrm>
              <a:off x="4057333" y="4872240"/>
              <a:ext cx="19767" cy="20870"/>
            </a:xfrm>
            <a:custGeom>
              <a:avLst/>
              <a:gdLst/>
              <a:ahLst/>
              <a:cxnLst/>
              <a:rect l="l" t="t" r="r" b="b"/>
              <a:pathLst>
                <a:path w="503" h="531" extrusionOk="0">
                  <a:moveTo>
                    <a:pt x="163" y="0"/>
                  </a:moveTo>
                  <a:cubicBezTo>
                    <a:pt x="121" y="0"/>
                    <a:pt x="48" y="40"/>
                    <a:pt x="0" y="48"/>
                  </a:cubicBezTo>
                  <a:cubicBezTo>
                    <a:pt x="20" y="107"/>
                    <a:pt x="20" y="166"/>
                    <a:pt x="49" y="215"/>
                  </a:cubicBezTo>
                  <a:cubicBezTo>
                    <a:pt x="99" y="304"/>
                    <a:pt x="148" y="383"/>
                    <a:pt x="217" y="452"/>
                  </a:cubicBezTo>
                  <a:cubicBezTo>
                    <a:pt x="246" y="491"/>
                    <a:pt x="315" y="531"/>
                    <a:pt x="365" y="531"/>
                  </a:cubicBezTo>
                  <a:cubicBezTo>
                    <a:pt x="404" y="521"/>
                    <a:pt x="434" y="452"/>
                    <a:pt x="503" y="373"/>
                  </a:cubicBezTo>
                  <a:cubicBezTo>
                    <a:pt x="394" y="245"/>
                    <a:pt x="296" y="117"/>
                    <a:pt x="187" y="8"/>
                  </a:cubicBezTo>
                  <a:cubicBezTo>
                    <a:pt x="182" y="3"/>
                    <a:pt x="173" y="0"/>
                    <a:pt x="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9"/>
            <p:cNvSpPr/>
            <p:nvPr/>
          </p:nvSpPr>
          <p:spPr>
            <a:xfrm>
              <a:off x="4341469" y="4849093"/>
              <a:ext cx="100562" cy="87959"/>
            </a:xfrm>
            <a:custGeom>
              <a:avLst/>
              <a:gdLst/>
              <a:ahLst/>
              <a:cxnLst/>
              <a:rect l="l" t="t" r="r" b="b"/>
              <a:pathLst>
                <a:path w="2559" h="2238" extrusionOk="0">
                  <a:moveTo>
                    <a:pt x="1867" y="298"/>
                  </a:moveTo>
                  <a:cubicBezTo>
                    <a:pt x="1891" y="298"/>
                    <a:pt x="1916" y="299"/>
                    <a:pt x="1941" y="302"/>
                  </a:cubicBezTo>
                  <a:cubicBezTo>
                    <a:pt x="2187" y="341"/>
                    <a:pt x="2316" y="499"/>
                    <a:pt x="2256" y="735"/>
                  </a:cubicBezTo>
                  <a:cubicBezTo>
                    <a:pt x="2178" y="1031"/>
                    <a:pt x="1981" y="1238"/>
                    <a:pt x="1764" y="1435"/>
                  </a:cubicBezTo>
                  <a:cubicBezTo>
                    <a:pt x="1449" y="1711"/>
                    <a:pt x="1094" y="1917"/>
                    <a:pt x="749" y="1957"/>
                  </a:cubicBezTo>
                  <a:cubicBezTo>
                    <a:pt x="306" y="1957"/>
                    <a:pt x="178" y="1750"/>
                    <a:pt x="336" y="1435"/>
                  </a:cubicBezTo>
                  <a:cubicBezTo>
                    <a:pt x="552" y="1011"/>
                    <a:pt x="927" y="755"/>
                    <a:pt x="1311" y="519"/>
                  </a:cubicBezTo>
                  <a:cubicBezTo>
                    <a:pt x="1479" y="412"/>
                    <a:pt x="1648" y="298"/>
                    <a:pt x="1867" y="298"/>
                  </a:cubicBezTo>
                  <a:close/>
                  <a:moveTo>
                    <a:pt x="1922" y="1"/>
                  </a:moveTo>
                  <a:cubicBezTo>
                    <a:pt x="1865" y="1"/>
                    <a:pt x="1808" y="9"/>
                    <a:pt x="1754" y="26"/>
                  </a:cubicBezTo>
                  <a:cubicBezTo>
                    <a:pt x="1074" y="243"/>
                    <a:pt x="503" y="647"/>
                    <a:pt x="129" y="1267"/>
                  </a:cubicBezTo>
                  <a:cubicBezTo>
                    <a:pt x="40" y="1415"/>
                    <a:pt x="1" y="1632"/>
                    <a:pt x="20" y="1799"/>
                  </a:cubicBezTo>
                  <a:cubicBezTo>
                    <a:pt x="62" y="2069"/>
                    <a:pt x="314" y="2238"/>
                    <a:pt x="626" y="2238"/>
                  </a:cubicBezTo>
                  <a:cubicBezTo>
                    <a:pt x="679" y="2238"/>
                    <a:pt x="733" y="2233"/>
                    <a:pt x="789" y="2223"/>
                  </a:cubicBezTo>
                  <a:cubicBezTo>
                    <a:pt x="1537" y="2065"/>
                    <a:pt x="2109" y="1642"/>
                    <a:pt x="2463" y="952"/>
                  </a:cubicBezTo>
                  <a:cubicBezTo>
                    <a:pt x="2513" y="863"/>
                    <a:pt x="2513" y="755"/>
                    <a:pt x="2542" y="657"/>
                  </a:cubicBezTo>
                  <a:cubicBezTo>
                    <a:pt x="2559" y="241"/>
                    <a:pt x="2232" y="1"/>
                    <a:pt x="19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9"/>
            <p:cNvSpPr/>
            <p:nvPr/>
          </p:nvSpPr>
          <p:spPr>
            <a:xfrm>
              <a:off x="4471159" y="4889336"/>
              <a:ext cx="63151" cy="110872"/>
            </a:xfrm>
            <a:custGeom>
              <a:avLst/>
              <a:gdLst/>
              <a:ahLst/>
              <a:cxnLst/>
              <a:rect l="l" t="t" r="r" b="b"/>
              <a:pathLst>
                <a:path w="1607" h="2821" extrusionOk="0">
                  <a:moveTo>
                    <a:pt x="587" y="281"/>
                  </a:moveTo>
                  <a:cubicBezTo>
                    <a:pt x="655" y="281"/>
                    <a:pt x="730" y="308"/>
                    <a:pt x="808" y="361"/>
                  </a:cubicBezTo>
                  <a:cubicBezTo>
                    <a:pt x="1035" y="529"/>
                    <a:pt x="1114" y="785"/>
                    <a:pt x="1183" y="1031"/>
                  </a:cubicBezTo>
                  <a:cubicBezTo>
                    <a:pt x="1232" y="1248"/>
                    <a:pt x="1252" y="1465"/>
                    <a:pt x="1291" y="1741"/>
                  </a:cubicBezTo>
                  <a:cubicBezTo>
                    <a:pt x="1242" y="1918"/>
                    <a:pt x="1193" y="2154"/>
                    <a:pt x="1094" y="2371"/>
                  </a:cubicBezTo>
                  <a:cubicBezTo>
                    <a:pt x="1038" y="2493"/>
                    <a:pt x="958" y="2552"/>
                    <a:pt x="874" y="2552"/>
                  </a:cubicBezTo>
                  <a:cubicBezTo>
                    <a:pt x="795" y="2552"/>
                    <a:pt x="712" y="2501"/>
                    <a:pt x="641" y="2401"/>
                  </a:cubicBezTo>
                  <a:cubicBezTo>
                    <a:pt x="572" y="2302"/>
                    <a:pt x="493" y="2184"/>
                    <a:pt x="473" y="2066"/>
                  </a:cubicBezTo>
                  <a:cubicBezTo>
                    <a:pt x="404" y="1613"/>
                    <a:pt x="345" y="1150"/>
                    <a:pt x="286" y="687"/>
                  </a:cubicBezTo>
                  <a:cubicBezTo>
                    <a:pt x="286" y="637"/>
                    <a:pt x="296" y="578"/>
                    <a:pt x="316" y="519"/>
                  </a:cubicBezTo>
                  <a:cubicBezTo>
                    <a:pt x="372" y="362"/>
                    <a:pt x="469" y="281"/>
                    <a:pt x="587" y="281"/>
                  </a:cubicBezTo>
                  <a:close/>
                  <a:moveTo>
                    <a:pt x="591" y="0"/>
                  </a:moveTo>
                  <a:cubicBezTo>
                    <a:pt x="469" y="0"/>
                    <a:pt x="355" y="54"/>
                    <a:pt x="237" y="155"/>
                  </a:cubicBezTo>
                  <a:cubicBezTo>
                    <a:pt x="30" y="342"/>
                    <a:pt x="20" y="578"/>
                    <a:pt x="1" y="824"/>
                  </a:cubicBezTo>
                  <a:cubicBezTo>
                    <a:pt x="70" y="1258"/>
                    <a:pt x="119" y="1691"/>
                    <a:pt x="217" y="2125"/>
                  </a:cubicBezTo>
                  <a:cubicBezTo>
                    <a:pt x="257" y="2302"/>
                    <a:pt x="365" y="2470"/>
                    <a:pt x="473" y="2617"/>
                  </a:cubicBezTo>
                  <a:cubicBezTo>
                    <a:pt x="587" y="2754"/>
                    <a:pt x="725" y="2821"/>
                    <a:pt x="863" y="2821"/>
                  </a:cubicBezTo>
                  <a:cubicBezTo>
                    <a:pt x="1013" y="2821"/>
                    <a:pt x="1163" y="2742"/>
                    <a:pt x="1281" y="2588"/>
                  </a:cubicBezTo>
                  <a:cubicBezTo>
                    <a:pt x="1340" y="2509"/>
                    <a:pt x="1390" y="2410"/>
                    <a:pt x="1419" y="2312"/>
                  </a:cubicBezTo>
                  <a:cubicBezTo>
                    <a:pt x="1606" y="1800"/>
                    <a:pt x="1537" y="1297"/>
                    <a:pt x="1390" y="795"/>
                  </a:cubicBezTo>
                  <a:cubicBezTo>
                    <a:pt x="1301" y="490"/>
                    <a:pt x="1143" y="233"/>
                    <a:pt x="848" y="76"/>
                  </a:cubicBezTo>
                  <a:cubicBezTo>
                    <a:pt x="757" y="24"/>
                    <a:pt x="672" y="0"/>
                    <a:pt x="5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9"/>
            <p:cNvSpPr/>
            <p:nvPr/>
          </p:nvSpPr>
          <p:spPr>
            <a:xfrm>
              <a:off x="4006990" y="4994070"/>
              <a:ext cx="20160" cy="16743"/>
            </a:xfrm>
            <a:custGeom>
              <a:avLst/>
              <a:gdLst/>
              <a:ahLst/>
              <a:cxnLst/>
              <a:rect l="l" t="t" r="r" b="b"/>
              <a:pathLst>
                <a:path w="513" h="426" extrusionOk="0">
                  <a:moveTo>
                    <a:pt x="290" y="1"/>
                  </a:moveTo>
                  <a:cubicBezTo>
                    <a:pt x="289" y="1"/>
                    <a:pt x="287" y="1"/>
                    <a:pt x="286" y="2"/>
                  </a:cubicBezTo>
                  <a:cubicBezTo>
                    <a:pt x="178" y="90"/>
                    <a:pt x="89" y="189"/>
                    <a:pt x="10" y="287"/>
                  </a:cubicBezTo>
                  <a:cubicBezTo>
                    <a:pt x="1" y="297"/>
                    <a:pt x="120" y="426"/>
                    <a:pt x="146" y="426"/>
                  </a:cubicBezTo>
                  <a:cubicBezTo>
                    <a:pt x="147" y="426"/>
                    <a:pt x="148" y="425"/>
                    <a:pt x="148" y="425"/>
                  </a:cubicBezTo>
                  <a:cubicBezTo>
                    <a:pt x="257" y="356"/>
                    <a:pt x="355" y="268"/>
                    <a:pt x="513" y="149"/>
                  </a:cubicBezTo>
                  <a:cubicBezTo>
                    <a:pt x="401" y="75"/>
                    <a:pt x="316" y="1"/>
                    <a:pt x="2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9"/>
            <p:cNvSpPr/>
            <p:nvPr/>
          </p:nvSpPr>
          <p:spPr>
            <a:xfrm>
              <a:off x="4044992" y="4980040"/>
              <a:ext cx="15444" cy="17214"/>
            </a:xfrm>
            <a:custGeom>
              <a:avLst/>
              <a:gdLst/>
              <a:ahLst/>
              <a:cxnLst/>
              <a:rect l="l" t="t" r="r" b="b"/>
              <a:pathLst>
                <a:path w="393" h="438" extrusionOk="0">
                  <a:moveTo>
                    <a:pt x="218" y="0"/>
                  </a:moveTo>
                  <a:cubicBezTo>
                    <a:pt x="115" y="0"/>
                    <a:pt x="1" y="141"/>
                    <a:pt x="19" y="240"/>
                  </a:cubicBezTo>
                  <a:cubicBezTo>
                    <a:pt x="19" y="299"/>
                    <a:pt x="78" y="339"/>
                    <a:pt x="157" y="437"/>
                  </a:cubicBezTo>
                  <a:cubicBezTo>
                    <a:pt x="255" y="319"/>
                    <a:pt x="334" y="240"/>
                    <a:pt x="383" y="152"/>
                  </a:cubicBezTo>
                  <a:cubicBezTo>
                    <a:pt x="393" y="132"/>
                    <a:pt x="304" y="24"/>
                    <a:pt x="245" y="4"/>
                  </a:cubicBezTo>
                  <a:cubicBezTo>
                    <a:pt x="236" y="1"/>
                    <a:pt x="227" y="0"/>
                    <a:pt x="2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9"/>
            <p:cNvSpPr/>
            <p:nvPr/>
          </p:nvSpPr>
          <p:spPr>
            <a:xfrm>
              <a:off x="3900527" y="4610857"/>
              <a:ext cx="121193" cy="82339"/>
            </a:xfrm>
            <a:custGeom>
              <a:avLst/>
              <a:gdLst/>
              <a:ahLst/>
              <a:cxnLst/>
              <a:rect l="l" t="t" r="r" b="b"/>
              <a:pathLst>
                <a:path w="3084" h="2095" extrusionOk="0">
                  <a:moveTo>
                    <a:pt x="2877" y="0"/>
                  </a:moveTo>
                  <a:cubicBezTo>
                    <a:pt x="2828" y="0"/>
                    <a:pt x="2779" y="40"/>
                    <a:pt x="2729" y="69"/>
                  </a:cubicBezTo>
                  <a:cubicBezTo>
                    <a:pt x="2148" y="444"/>
                    <a:pt x="1567" y="828"/>
                    <a:pt x="996" y="1212"/>
                  </a:cubicBezTo>
                  <a:cubicBezTo>
                    <a:pt x="720" y="1399"/>
                    <a:pt x="464" y="1596"/>
                    <a:pt x="198" y="1783"/>
                  </a:cubicBezTo>
                  <a:cubicBezTo>
                    <a:pt x="119" y="1852"/>
                    <a:pt x="1" y="1921"/>
                    <a:pt x="89" y="2039"/>
                  </a:cubicBezTo>
                  <a:cubicBezTo>
                    <a:pt x="120" y="2080"/>
                    <a:pt x="150" y="2095"/>
                    <a:pt x="180" y="2095"/>
                  </a:cubicBezTo>
                  <a:cubicBezTo>
                    <a:pt x="239" y="2095"/>
                    <a:pt x="297" y="2039"/>
                    <a:pt x="355" y="2000"/>
                  </a:cubicBezTo>
                  <a:cubicBezTo>
                    <a:pt x="464" y="1911"/>
                    <a:pt x="572" y="1833"/>
                    <a:pt x="680" y="1754"/>
                  </a:cubicBezTo>
                  <a:cubicBezTo>
                    <a:pt x="1409" y="1271"/>
                    <a:pt x="2138" y="788"/>
                    <a:pt x="2857" y="306"/>
                  </a:cubicBezTo>
                  <a:cubicBezTo>
                    <a:pt x="2926" y="256"/>
                    <a:pt x="2976" y="197"/>
                    <a:pt x="3084" y="109"/>
                  </a:cubicBezTo>
                  <a:cubicBezTo>
                    <a:pt x="2985" y="59"/>
                    <a:pt x="2926" y="10"/>
                    <a:pt x="28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9"/>
            <p:cNvSpPr/>
            <p:nvPr/>
          </p:nvSpPr>
          <p:spPr>
            <a:xfrm>
              <a:off x="3860284" y="4564523"/>
              <a:ext cx="120015" cy="73574"/>
            </a:xfrm>
            <a:custGeom>
              <a:avLst/>
              <a:gdLst/>
              <a:ahLst/>
              <a:cxnLst/>
              <a:rect l="l" t="t" r="r" b="b"/>
              <a:pathLst>
                <a:path w="3054" h="1872" extrusionOk="0">
                  <a:moveTo>
                    <a:pt x="2845" y="1"/>
                  </a:moveTo>
                  <a:cubicBezTo>
                    <a:pt x="2809" y="1"/>
                    <a:pt x="2774" y="16"/>
                    <a:pt x="2739" y="37"/>
                  </a:cubicBezTo>
                  <a:cubicBezTo>
                    <a:pt x="2483" y="165"/>
                    <a:pt x="2236" y="303"/>
                    <a:pt x="2000" y="450"/>
                  </a:cubicBezTo>
                  <a:cubicBezTo>
                    <a:pt x="1360" y="835"/>
                    <a:pt x="729" y="1229"/>
                    <a:pt x="99" y="1632"/>
                  </a:cubicBezTo>
                  <a:cubicBezTo>
                    <a:pt x="40" y="1672"/>
                    <a:pt x="30" y="1780"/>
                    <a:pt x="0" y="1849"/>
                  </a:cubicBezTo>
                  <a:cubicBezTo>
                    <a:pt x="47" y="1856"/>
                    <a:pt x="104" y="1872"/>
                    <a:pt x="150" y="1872"/>
                  </a:cubicBezTo>
                  <a:cubicBezTo>
                    <a:pt x="172" y="1872"/>
                    <a:pt x="191" y="1868"/>
                    <a:pt x="207" y="1859"/>
                  </a:cubicBezTo>
                  <a:cubicBezTo>
                    <a:pt x="1094" y="1337"/>
                    <a:pt x="1980" y="795"/>
                    <a:pt x="2867" y="263"/>
                  </a:cubicBezTo>
                  <a:cubicBezTo>
                    <a:pt x="2926" y="234"/>
                    <a:pt x="2995" y="214"/>
                    <a:pt x="3054" y="194"/>
                  </a:cubicBezTo>
                  <a:cubicBezTo>
                    <a:pt x="2978" y="49"/>
                    <a:pt x="2910" y="1"/>
                    <a:pt x="2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9"/>
            <p:cNvSpPr/>
            <p:nvPr/>
          </p:nvSpPr>
          <p:spPr>
            <a:xfrm>
              <a:off x="3892392" y="4618128"/>
              <a:ext cx="54231" cy="33682"/>
            </a:xfrm>
            <a:custGeom>
              <a:avLst/>
              <a:gdLst/>
              <a:ahLst/>
              <a:cxnLst/>
              <a:rect l="l" t="t" r="r" b="b"/>
              <a:pathLst>
                <a:path w="1380" h="857" extrusionOk="0">
                  <a:moveTo>
                    <a:pt x="1198" y="1"/>
                  </a:moveTo>
                  <a:cubicBezTo>
                    <a:pt x="1163" y="1"/>
                    <a:pt x="1124" y="11"/>
                    <a:pt x="1084" y="32"/>
                  </a:cubicBezTo>
                  <a:cubicBezTo>
                    <a:pt x="749" y="229"/>
                    <a:pt x="424" y="426"/>
                    <a:pt x="109" y="633"/>
                  </a:cubicBezTo>
                  <a:cubicBezTo>
                    <a:pt x="50" y="663"/>
                    <a:pt x="40" y="761"/>
                    <a:pt x="1" y="830"/>
                  </a:cubicBezTo>
                  <a:cubicBezTo>
                    <a:pt x="61" y="837"/>
                    <a:pt x="126" y="857"/>
                    <a:pt x="180" y="857"/>
                  </a:cubicBezTo>
                  <a:cubicBezTo>
                    <a:pt x="205" y="857"/>
                    <a:pt x="228" y="852"/>
                    <a:pt x="247" y="840"/>
                  </a:cubicBezTo>
                  <a:cubicBezTo>
                    <a:pt x="572" y="663"/>
                    <a:pt x="897" y="456"/>
                    <a:pt x="1222" y="259"/>
                  </a:cubicBezTo>
                  <a:cubicBezTo>
                    <a:pt x="1272" y="229"/>
                    <a:pt x="1321" y="200"/>
                    <a:pt x="1380" y="180"/>
                  </a:cubicBezTo>
                  <a:cubicBezTo>
                    <a:pt x="1360" y="160"/>
                    <a:pt x="1340" y="140"/>
                    <a:pt x="1331" y="131"/>
                  </a:cubicBezTo>
                  <a:cubicBezTo>
                    <a:pt x="1331" y="49"/>
                    <a:pt x="1275" y="1"/>
                    <a:pt x="11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9"/>
            <p:cNvSpPr/>
            <p:nvPr/>
          </p:nvSpPr>
          <p:spPr>
            <a:xfrm>
              <a:off x="3806836" y="4835809"/>
              <a:ext cx="47236" cy="45316"/>
            </a:xfrm>
            <a:custGeom>
              <a:avLst/>
              <a:gdLst/>
              <a:ahLst/>
              <a:cxnLst/>
              <a:rect l="l" t="t" r="r" b="b"/>
              <a:pathLst>
                <a:path w="1202" h="1153" extrusionOk="0">
                  <a:moveTo>
                    <a:pt x="804" y="284"/>
                  </a:moveTo>
                  <a:cubicBezTo>
                    <a:pt x="832" y="284"/>
                    <a:pt x="927" y="346"/>
                    <a:pt x="927" y="374"/>
                  </a:cubicBezTo>
                  <a:cubicBezTo>
                    <a:pt x="927" y="571"/>
                    <a:pt x="550" y="859"/>
                    <a:pt x="301" y="859"/>
                  </a:cubicBezTo>
                  <a:cubicBezTo>
                    <a:pt x="289" y="859"/>
                    <a:pt x="278" y="858"/>
                    <a:pt x="267" y="857"/>
                  </a:cubicBezTo>
                  <a:cubicBezTo>
                    <a:pt x="365" y="591"/>
                    <a:pt x="572" y="423"/>
                    <a:pt x="799" y="285"/>
                  </a:cubicBezTo>
                  <a:cubicBezTo>
                    <a:pt x="800" y="285"/>
                    <a:pt x="802" y="284"/>
                    <a:pt x="804" y="284"/>
                  </a:cubicBezTo>
                  <a:close/>
                  <a:moveTo>
                    <a:pt x="862" y="0"/>
                  </a:moveTo>
                  <a:cubicBezTo>
                    <a:pt x="835" y="0"/>
                    <a:pt x="807" y="3"/>
                    <a:pt x="779" y="9"/>
                  </a:cubicBezTo>
                  <a:cubicBezTo>
                    <a:pt x="513" y="59"/>
                    <a:pt x="60" y="541"/>
                    <a:pt x="30" y="807"/>
                  </a:cubicBezTo>
                  <a:cubicBezTo>
                    <a:pt x="1" y="1004"/>
                    <a:pt x="109" y="1132"/>
                    <a:pt x="306" y="1152"/>
                  </a:cubicBezTo>
                  <a:cubicBezTo>
                    <a:pt x="313" y="1153"/>
                    <a:pt x="321" y="1153"/>
                    <a:pt x="328" y="1153"/>
                  </a:cubicBezTo>
                  <a:cubicBezTo>
                    <a:pt x="682" y="1153"/>
                    <a:pt x="1193" y="692"/>
                    <a:pt x="1193" y="344"/>
                  </a:cubicBezTo>
                  <a:cubicBezTo>
                    <a:pt x="1201" y="146"/>
                    <a:pt x="1051" y="0"/>
                    <a:pt x="8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9"/>
            <p:cNvSpPr/>
            <p:nvPr/>
          </p:nvSpPr>
          <p:spPr>
            <a:xfrm>
              <a:off x="3726704" y="4894091"/>
              <a:ext cx="50262" cy="42761"/>
            </a:xfrm>
            <a:custGeom>
              <a:avLst/>
              <a:gdLst/>
              <a:ahLst/>
              <a:cxnLst/>
              <a:rect l="l" t="t" r="r" b="b"/>
              <a:pathLst>
                <a:path w="1279" h="1088" extrusionOk="0">
                  <a:moveTo>
                    <a:pt x="976" y="250"/>
                  </a:moveTo>
                  <a:lnTo>
                    <a:pt x="976" y="250"/>
                  </a:lnTo>
                  <a:cubicBezTo>
                    <a:pt x="968" y="543"/>
                    <a:pt x="717" y="786"/>
                    <a:pt x="467" y="786"/>
                  </a:cubicBezTo>
                  <a:cubicBezTo>
                    <a:pt x="423" y="786"/>
                    <a:pt x="379" y="779"/>
                    <a:pt x="336" y="763"/>
                  </a:cubicBezTo>
                  <a:cubicBezTo>
                    <a:pt x="454" y="477"/>
                    <a:pt x="690" y="359"/>
                    <a:pt x="976" y="250"/>
                  </a:cubicBezTo>
                  <a:close/>
                  <a:moveTo>
                    <a:pt x="995" y="1"/>
                  </a:moveTo>
                  <a:cubicBezTo>
                    <a:pt x="979" y="1"/>
                    <a:pt x="963" y="2"/>
                    <a:pt x="946" y="4"/>
                  </a:cubicBezTo>
                  <a:cubicBezTo>
                    <a:pt x="592" y="73"/>
                    <a:pt x="306" y="250"/>
                    <a:pt x="139" y="575"/>
                  </a:cubicBezTo>
                  <a:cubicBezTo>
                    <a:pt x="1" y="832"/>
                    <a:pt x="158" y="1088"/>
                    <a:pt x="464" y="1088"/>
                  </a:cubicBezTo>
                  <a:cubicBezTo>
                    <a:pt x="779" y="1088"/>
                    <a:pt x="1212" y="694"/>
                    <a:pt x="1252" y="378"/>
                  </a:cubicBezTo>
                  <a:cubicBezTo>
                    <a:pt x="1279" y="152"/>
                    <a:pt x="1173" y="1"/>
                    <a:pt x="9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9"/>
            <p:cNvSpPr/>
            <p:nvPr/>
          </p:nvSpPr>
          <p:spPr>
            <a:xfrm>
              <a:off x="3802592" y="4898728"/>
              <a:ext cx="35643" cy="32189"/>
            </a:xfrm>
            <a:custGeom>
              <a:avLst/>
              <a:gdLst/>
              <a:ahLst/>
              <a:cxnLst/>
              <a:rect l="l" t="t" r="r" b="b"/>
              <a:pathLst>
                <a:path w="907" h="819" extrusionOk="0">
                  <a:moveTo>
                    <a:pt x="572" y="221"/>
                  </a:moveTo>
                  <a:lnTo>
                    <a:pt x="572" y="221"/>
                  </a:lnTo>
                  <a:cubicBezTo>
                    <a:pt x="670" y="408"/>
                    <a:pt x="582" y="507"/>
                    <a:pt x="345" y="526"/>
                  </a:cubicBezTo>
                  <a:cubicBezTo>
                    <a:pt x="325" y="507"/>
                    <a:pt x="316" y="487"/>
                    <a:pt x="296" y="477"/>
                  </a:cubicBezTo>
                  <a:cubicBezTo>
                    <a:pt x="385" y="388"/>
                    <a:pt x="473" y="310"/>
                    <a:pt x="572" y="221"/>
                  </a:cubicBezTo>
                  <a:close/>
                  <a:moveTo>
                    <a:pt x="608" y="1"/>
                  </a:moveTo>
                  <a:cubicBezTo>
                    <a:pt x="560" y="1"/>
                    <a:pt x="511" y="14"/>
                    <a:pt x="463" y="44"/>
                  </a:cubicBezTo>
                  <a:cubicBezTo>
                    <a:pt x="316" y="132"/>
                    <a:pt x="188" y="280"/>
                    <a:pt x="89" y="428"/>
                  </a:cubicBezTo>
                  <a:cubicBezTo>
                    <a:pt x="0" y="576"/>
                    <a:pt x="89" y="753"/>
                    <a:pt x="257" y="802"/>
                  </a:cubicBezTo>
                  <a:cubicBezTo>
                    <a:pt x="287" y="813"/>
                    <a:pt x="320" y="818"/>
                    <a:pt x="354" y="818"/>
                  </a:cubicBezTo>
                  <a:cubicBezTo>
                    <a:pt x="597" y="818"/>
                    <a:pt x="907" y="564"/>
                    <a:pt x="907" y="339"/>
                  </a:cubicBezTo>
                  <a:cubicBezTo>
                    <a:pt x="907" y="150"/>
                    <a:pt x="767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9"/>
            <p:cNvSpPr/>
            <p:nvPr/>
          </p:nvSpPr>
          <p:spPr>
            <a:xfrm>
              <a:off x="3859144" y="4869411"/>
              <a:ext cx="19727" cy="17529"/>
            </a:xfrm>
            <a:custGeom>
              <a:avLst/>
              <a:gdLst/>
              <a:ahLst/>
              <a:cxnLst/>
              <a:rect l="l" t="t" r="r" b="b"/>
              <a:pathLst>
                <a:path w="502" h="446" extrusionOk="0">
                  <a:moveTo>
                    <a:pt x="315" y="0"/>
                  </a:moveTo>
                  <a:cubicBezTo>
                    <a:pt x="187" y="0"/>
                    <a:pt x="0" y="175"/>
                    <a:pt x="9" y="287"/>
                  </a:cubicBezTo>
                  <a:cubicBezTo>
                    <a:pt x="19" y="346"/>
                    <a:pt x="88" y="405"/>
                    <a:pt x="108" y="445"/>
                  </a:cubicBezTo>
                  <a:cubicBezTo>
                    <a:pt x="112" y="445"/>
                    <a:pt x="117" y="445"/>
                    <a:pt x="122" y="445"/>
                  </a:cubicBezTo>
                  <a:cubicBezTo>
                    <a:pt x="305" y="445"/>
                    <a:pt x="502" y="255"/>
                    <a:pt x="482" y="130"/>
                  </a:cubicBezTo>
                  <a:cubicBezTo>
                    <a:pt x="472" y="80"/>
                    <a:pt x="384" y="2"/>
                    <a:pt x="335" y="2"/>
                  </a:cubicBezTo>
                  <a:cubicBezTo>
                    <a:pt x="328" y="1"/>
                    <a:pt x="322" y="0"/>
                    <a:pt x="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9"/>
            <p:cNvSpPr/>
            <p:nvPr/>
          </p:nvSpPr>
          <p:spPr>
            <a:xfrm>
              <a:off x="3856000" y="4803623"/>
              <a:ext cx="15915" cy="13245"/>
            </a:xfrm>
            <a:custGeom>
              <a:avLst/>
              <a:gdLst/>
              <a:ahLst/>
              <a:cxnLst/>
              <a:rect l="l" t="t" r="r" b="b"/>
              <a:pathLst>
                <a:path w="405" h="337" extrusionOk="0">
                  <a:moveTo>
                    <a:pt x="243" y="0"/>
                  </a:moveTo>
                  <a:cubicBezTo>
                    <a:pt x="241" y="0"/>
                    <a:pt x="239" y="0"/>
                    <a:pt x="237" y="1"/>
                  </a:cubicBezTo>
                  <a:cubicBezTo>
                    <a:pt x="149" y="40"/>
                    <a:pt x="80" y="129"/>
                    <a:pt x="1" y="188"/>
                  </a:cubicBezTo>
                  <a:cubicBezTo>
                    <a:pt x="48" y="244"/>
                    <a:pt x="104" y="337"/>
                    <a:pt x="143" y="337"/>
                  </a:cubicBezTo>
                  <a:cubicBezTo>
                    <a:pt x="145" y="337"/>
                    <a:pt x="147" y="336"/>
                    <a:pt x="149" y="336"/>
                  </a:cubicBezTo>
                  <a:cubicBezTo>
                    <a:pt x="237" y="306"/>
                    <a:pt x="316" y="237"/>
                    <a:pt x="405" y="188"/>
                  </a:cubicBezTo>
                  <a:cubicBezTo>
                    <a:pt x="405" y="159"/>
                    <a:pt x="405" y="129"/>
                    <a:pt x="405" y="109"/>
                  </a:cubicBezTo>
                  <a:cubicBezTo>
                    <a:pt x="349" y="72"/>
                    <a:pt x="276" y="0"/>
                    <a:pt x="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9"/>
            <p:cNvSpPr/>
            <p:nvPr/>
          </p:nvSpPr>
          <p:spPr>
            <a:xfrm>
              <a:off x="3769698" y="4938303"/>
              <a:ext cx="12811" cy="9826"/>
            </a:xfrm>
            <a:custGeom>
              <a:avLst/>
              <a:gdLst/>
              <a:ahLst/>
              <a:cxnLst/>
              <a:rect l="l" t="t" r="r" b="b"/>
              <a:pathLst>
                <a:path w="326" h="250" extrusionOk="0">
                  <a:moveTo>
                    <a:pt x="147" y="1"/>
                  </a:moveTo>
                  <a:cubicBezTo>
                    <a:pt x="144" y="1"/>
                    <a:pt x="141" y="1"/>
                    <a:pt x="138" y="2"/>
                  </a:cubicBezTo>
                  <a:cubicBezTo>
                    <a:pt x="89" y="22"/>
                    <a:pt x="49" y="91"/>
                    <a:pt x="0" y="140"/>
                  </a:cubicBezTo>
                  <a:cubicBezTo>
                    <a:pt x="46" y="177"/>
                    <a:pt x="93" y="249"/>
                    <a:pt x="139" y="249"/>
                  </a:cubicBezTo>
                  <a:cubicBezTo>
                    <a:pt x="142" y="249"/>
                    <a:pt x="145" y="249"/>
                    <a:pt x="148" y="248"/>
                  </a:cubicBezTo>
                  <a:cubicBezTo>
                    <a:pt x="197" y="248"/>
                    <a:pt x="246" y="179"/>
                    <a:pt x="325" y="101"/>
                  </a:cubicBezTo>
                  <a:cubicBezTo>
                    <a:pt x="243" y="55"/>
                    <a:pt x="186" y="1"/>
                    <a:pt x="1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9"/>
            <p:cNvSpPr/>
            <p:nvPr/>
          </p:nvSpPr>
          <p:spPr>
            <a:xfrm>
              <a:off x="5054170" y="4479949"/>
              <a:ext cx="13204" cy="10572"/>
            </a:xfrm>
            <a:custGeom>
              <a:avLst/>
              <a:gdLst/>
              <a:ahLst/>
              <a:cxnLst/>
              <a:rect l="l" t="t" r="r" b="b"/>
              <a:pathLst>
                <a:path w="336" h="269" extrusionOk="0">
                  <a:moveTo>
                    <a:pt x="188" y="1"/>
                  </a:moveTo>
                  <a:cubicBezTo>
                    <a:pt x="184" y="1"/>
                    <a:pt x="181" y="1"/>
                    <a:pt x="178" y="2"/>
                  </a:cubicBezTo>
                  <a:cubicBezTo>
                    <a:pt x="109" y="22"/>
                    <a:pt x="60" y="90"/>
                    <a:pt x="1" y="130"/>
                  </a:cubicBezTo>
                  <a:cubicBezTo>
                    <a:pt x="38" y="177"/>
                    <a:pt x="85" y="268"/>
                    <a:pt x="115" y="268"/>
                  </a:cubicBezTo>
                  <a:cubicBezTo>
                    <a:pt x="116" y="268"/>
                    <a:pt x="118" y="268"/>
                    <a:pt x="119" y="268"/>
                  </a:cubicBezTo>
                  <a:cubicBezTo>
                    <a:pt x="198" y="248"/>
                    <a:pt x="267" y="189"/>
                    <a:pt x="336" y="150"/>
                  </a:cubicBezTo>
                  <a:cubicBezTo>
                    <a:pt x="336" y="130"/>
                    <a:pt x="336" y="100"/>
                    <a:pt x="336" y="81"/>
                  </a:cubicBezTo>
                  <a:cubicBezTo>
                    <a:pt x="290" y="53"/>
                    <a:pt x="228" y="1"/>
                    <a:pt x="1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9"/>
            <p:cNvSpPr/>
            <p:nvPr/>
          </p:nvSpPr>
          <p:spPr>
            <a:xfrm>
              <a:off x="5151358" y="4452518"/>
              <a:ext cx="10885" cy="14345"/>
            </a:xfrm>
            <a:custGeom>
              <a:avLst/>
              <a:gdLst/>
              <a:ahLst/>
              <a:cxnLst/>
              <a:rect l="l" t="t" r="r" b="b"/>
              <a:pathLst>
                <a:path w="277" h="365" extrusionOk="0">
                  <a:moveTo>
                    <a:pt x="128" y="0"/>
                  </a:moveTo>
                  <a:cubicBezTo>
                    <a:pt x="79" y="40"/>
                    <a:pt x="0" y="79"/>
                    <a:pt x="10" y="119"/>
                  </a:cubicBezTo>
                  <a:cubicBezTo>
                    <a:pt x="20" y="188"/>
                    <a:pt x="69" y="257"/>
                    <a:pt x="128" y="365"/>
                  </a:cubicBezTo>
                  <a:cubicBezTo>
                    <a:pt x="197" y="276"/>
                    <a:pt x="276" y="217"/>
                    <a:pt x="256" y="178"/>
                  </a:cubicBezTo>
                  <a:cubicBezTo>
                    <a:pt x="237" y="109"/>
                    <a:pt x="168" y="60"/>
                    <a:pt x="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9"/>
            <p:cNvSpPr/>
            <p:nvPr/>
          </p:nvSpPr>
          <p:spPr>
            <a:xfrm>
              <a:off x="5100269" y="4390542"/>
              <a:ext cx="12025" cy="12852"/>
            </a:xfrm>
            <a:custGeom>
              <a:avLst/>
              <a:gdLst/>
              <a:ahLst/>
              <a:cxnLst/>
              <a:rect l="l" t="t" r="r" b="b"/>
              <a:pathLst>
                <a:path w="306" h="327" extrusionOk="0">
                  <a:moveTo>
                    <a:pt x="123" y="1"/>
                  </a:moveTo>
                  <a:cubicBezTo>
                    <a:pt x="89" y="1"/>
                    <a:pt x="0" y="92"/>
                    <a:pt x="0" y="129"/>
                  </a:cubicBezTo>
                  <a:cubicBezTo>
                    <a:pt x="10" y="188"/>
                    <a:pt x="89" y="238"/>
                    <a:pt x="158" y="326"/>
                  </a:cubicBezTo>
                  <a:cubicBezTo>
                    <a:pt x="227" y="238"/>
                    <a:pt x="305" y="159"/>
                    <a:pt x="296" y="139"/>
                  </a:cubicBezTo>
                  <a:cubicBezTo>
                    <a:pt x="256" y="80"/>
                    <a:pt x="197" y="21"/>
                    <a:pt x="128" y="1"/>
                  </a:cubicBezTo>
                  <a:cubicBezTo>
                    <a:pt x="127" y="1"/>
                    <a:pt x="125" y="1"/>
                    <a:pt x="1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9"/>
            <p:cNvSpPr/>
            <p:nvPr/>
          </p:nvSpPr>
          <p:spPr>
            <a:xfrm>
              <a:off x="5149432" y="4537288"/>
              <a:ext cx="11239" cy="12459"/>
            </a:xfrm>
            <a:custGeom>
              <a:avLst/>
              <a:gdLst/>
              <a:ahLst/>
              <a:cxnLst/>
              <a:rect l="l" t="t" r="r" b="b"/>
              <a:pathLst>
                <a:path w="286" h="317" extrusionOk="0">
                  <a:moveTo>
                    <a:pt x="138" y="1"/>
                  </a:moveTo>
                  <a:cubicBezTo>
                    <a:pt x="79" y="80"/>
                    <a:pt x="0" y="139"/>
                    <a:pt x="10" y="168"/>
                  </a:cubicBezTo>
                  <a:cubicBezTo>
                    <a:pt x="30" y="227"/>
                    <a:pt x="89" y="286"/>
                    <a:pt x="148" y="316"/>
                  </a:cubicBezTo>
                  <a:cubicBezTo>
                    <a:pt x="149" y="316"/>
                    <a:pt x="151" y="317"/>
                    <a:pt x="153" y="317"/>
                  </a:cubicBezTo>
                  <a:cubicBezTo>
                    <a:pt x="188" y="317"/>
                    <a:pt x="285" y="235"/>
                    <a:pt x="276" y="198"/>
                  </a:cubicBezTo>
                  <a:cubicBezTo>
                    <a:pt x="266" y="139"/>
                    <a:pt x="207" y="89"/>
                    <a:pt x="1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9"/>
            <p:cNvSpPr/>
            <p:nvPr/>
          </p:nvSpPr>
          <p:spPr>
            <a:xfrm>
              <a:off x="5039472" y="4557409"/>
              <a:ext cx="13204" cy="9354"/>
            </a:xfrm>
            <a:custGeom>
              <a:avLst/>
              <a:gdLst/>
              <a:ahLst/>
              <a:cxnLst/>
              <a:rect l="l" t="t" r="r" b="b"/>
              <a:pathLst>
                <a:path w="336" h="238" extrusionOk="0">
                  <a:moveTo>
                    <a:pt x="156" y="0"/>
                  </a:moveTo>
                  <a:cubicBezTo>
                    <a:pt x="153" y="0"/>
                    <a:pt x="151" y="0"/>
                    <a:pt x="148" y="1"/>
                  </a:cubicBezTo>
                  <a:cubicBezTo>
                    <a:pt x="89" y="11"/>
                    <a:pt x="50" y="80"/>
                    <a:pt x="0" y="129"/>
                  </a:cubicBezTo>
                  <a:cubicBezTo>
                    <a:pt x="50" y="168"/>
                    <a:pt x="89" y="237"/>
                    <a:pt x="138" y="237"/>
                  </a:cubicBezTo>
                  <a:cubicBezTo>
                    <a:pt x="188" y="237"/>
                    <a:pt x="237" y="178"/>
                    <a:pt x="335" y="119"/>
                  </a:cubicBezTo>
                  <a:cubicBezTo>
                    <a:pt x="253" y="64"/>
                    <a:pt x="195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9"/>
            <p:cNvSpPr/>
            <p:nvPr/>
          </p:nvSpPr>
          <p:spPr>
            <a:xfrm>
              <a:off x="4305864" y="4566330"/>
              <a:ext cx="10492" cy="11319"/>
            </a:xfrm>
            <a:custGeom>
              <a:avLst/>
              <a:gdLst/>
              <a:ahLst/>
              <a:cxnLst/>
              <a:rect l="l" t="t" r="r" b="b"/>
              <a:pathLst>
                <a:path w="267" h="288" extrusionOk="0">
                  <a:moveTo>
                    <a:pt x="138" y="1"/>
                  </a:moveTo>
                  <a:cubicBezTo>
                    <a:pt x="69" y="79"/>
                    <a:pt x="10" y="129"/>
                    <a:pt x="0" y="178"/>
                  </a:cubicBezTo>
                  <a:cubicBezTo>
                    <a:pt x="0" y="215"/>
                    <a:pt x="79" y="287"/>
                    <a:pt x="113" y="287"/>
                  </a:cubicBezTo>
                  <a:cubicBezTo>
                    <a:pt x="115" y="287"/>
                    <a:pt x="117" y="287"/>
                    <a:pt x="119" y="286"/>
                  </a:cubicBezTo>
                  <a:cubicBezTo>
                    <a:pt x="178" y="276"/>
                    <a:pt x="237" y="217"/>
                    <a:pt x="256" y="158"/>
                  </a:cubicBezTo>
                  <a:cubicBezTo>
                    <a:pt x="266" y="129"/>
                    <a:pt x="197" y="79"/>
                    <a:pt x="1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9"/>
            <p:cNvSpPr/>
            <p:nvPr/>
          </p:nvSpPr>
          <p:spPr>
            <a:xfrm>
              <a:off x="4255914" y="4496612"/>
              <a:ext cx="12025" cy="9393"/>
            </a:xfrm>
            <a:custGeom>
              <a:avLst/>
              <a:gdLst/>
              <a:ahLst/>
              <a:cxnLst/>
              <a:rect l="l" t="t" r="r" b="b"/>
              <a:pathLst>
                <a:path w="306" h="239" extrusionOk="0">
                  <a:moveTo>
                    <a:pt x="120" y="0"/>
                  </a:moveTo>
                  <a:cubicBezTo>
                    <a:pt x="116" y="0"/>
                    <a:pt x="113" y="1"/>
                    <a:pt x="109" y="1"/>
                  </a:cubicBezTo>
                  <a:cubicBezTo>
                    <a:pt x="70" y="21"/>
                    <a:pt x="10" y="80"/>
                    <a:pt x="1" y="129"/>
                  </a:cubicBezTo>
                  <a:cubicBezTo>
                    <a:pt x="1" y="167"/>
                    <a:pt x="71" y="239"/>
                    <a:pt x="112" y="239"/>
                  </a:cubicBezTo>
                  <a:cubicBezTo>
                    <a:pt x="114" y="239"/>
                    <a:pt x="117" y="238"/>
                    <a:pt x="119" y="238"/>
                  </a:cubicBezTo>
                  <a:cubicBezTo>
                    <a:pt x="168" y="238"/>
                    <a:pt x="217" y="169"/>
                    <a:pt x="306" y="100"/>
                  </a:cubicBezTo>
                  <a:cubicBezTo>
                    <a:pt x="215" y="54"/>
                    <a:pt x="166" y="0"/>
                    <a:pt x="1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9"/>
            <p:cNvSpPr/>
            <p:nvPr/>
          </p:nvSpPr>
          <p:spPr>
            <a:xfrm>
              <a:off x="4268686" y="4484272"/>
              <a:ext cx="8567" cy="10926"/>
            </a:xfrm>
            <a:custGeom>
              <a:avLst/>
              <a:gdLst/>
              <a:ahLst/>
              <a:cxnLst/>
              <a:rect l="l" t="t" r="r" b="b"/>
              <a:pathLst>
                <a:path w="218" h="278" extrusionOk="0">
                  <a:moveTo>
                    <a:pt x="99" y="0"/>
                  </a:moveTo>
                  <a:cubicBezTo>
                    <a:pt x="50" y="89"/>
                    <a:pt x="1" y="138"/>
                    <a:pt x="1" y="187"/>
                  </a:cubicBezTo>
                  <a:cubicBezTo>
                    <a:pt x="1" y="224"/>
                    <a:pt x="68" y="277"/>
                    <a:pt x="109" y="277"/>
                  </a:cubicBezTo>
                  <a:cubicBezTo>
                    <a:pt x="113" y="277"/>
                    <a:pt x="116" y="277"/>
                    <a:pt x="119" y="276"/>
                  </a:cubicBezTo>
                  <a:cubicBezTo>
                    <a:pt x="158" y="276"/>
                    <a:pt x="217" y="207"/>
                    <a:pt x="217" y="177"/>
                  </a:cubicBezTo>
                  <a:cubicBezTo>
                    <a:pt x="217" y="128"/>
                    <a:pt x="158" y="89"/>
                    <a:pt x="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9"/>
            <p:cNvSpPr/>
            <p:nvPr/>
          </p:nvSpPr>
          <p:spPr>
            <a:xfrm>
              <a:off x="4224946" y="4577885"/>
              <a:ext cx="10885" cy="8254"/>
            </a:xfrm>
            <a:custGeom>
              <a:avLst/>
              <a:gdLst/>
              <a:ahLst/>
              <a:cxnLst/>
              <a:rect l="l" t="t" r="r" b="b"/>
              <a:pathLst>
                <a:path w="277" h="210" extrusionOk="0">
                  <a:moveTo>
                    <a:pt x="130" y="1"/>
                  </a:moveTo>
                  <a:cubicBezTo>
                    <a:pt x="126" y="1"/>
                    <a:pt x="122" y="1"/>
                    <a:pt x="119" y="2"/>
                  </a:cubicBezTo>
                  <a:cubicBezTo>
                    <a:pt x="79" y="2"/>
                    <a:pt x="40" y="61"/>
                    <a:pt x="1" y="91"/>
                  </a:cubicBezTo>
                  <a:cubicBezTo>
                    <a:pt x="40" y="130"/>
                    <a:pt x="70" y="199"/>
                    <a:pt x="119" y="209"/>
                  </a:cubicBezTo>
                  <a:cubicBezTo>
                    <a:pt x="121" y="210"/>
                    <a:pt x="123" y="210"/>
                    <a:pt x="126" y="210"/>
                  </a:cubicBezTo>
                  <a:cubicBezTo>
                    <a:pt x="157" y="210"/>
                    <a:pt x="213" y="155"/>
                    <a:pt x="276" y="101"/>
                  </a:cubicBezTo>
                  <a:cubicBezTo>
                    <a:pt x="213" y="55"/>
                    <a:pt x="174" y="1"/>
                    <a:pt x="1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9"/>
            <p:cNvSpPr/>
            <p:nvPr/>
          </p:nvSpPr>
          <p:spPr>
            <a:xfrm>
              <a:off x="4219915" y="4474565"/>
              <a:ext cx="8567" cy="10887"/>
            </a:xfrm>
            <a:custGeom>
              <a:avLst/>
              <a:gdLst/>
              <a:ahLst/>
              <a:cxnLst/>
              <a:rect l="l" t="t" r="r" b="b"/>
              <a:pathLst>
                <a:path w="218" h="277" extrusionOk="0">
                  <a:moveTo>
                    <a:pt x="109" y="1"/>
                  </a:moveTo>
                  <a:cubicBezTo>
                    <a:pt x="50" y="80"/>
                    <a:pt x="0" y="129"/>
                    <a:pt x="10" y="168"/>
                  </a:cubicBezTo>
                  <a:cubicBezTo>
                    <a:pt x="10" y="208"/>
                    <a:pt x="79" y="237"/>
                    <a:pt x="109" y="277"/>
                  </a:cubicBezTo>
                  <a:cubicBezTo>
                    <a:pt x="148" y="237"/>
                    <a:pt x="207" y="198"/>
                    <a:pt x="207" y="159"/>
                  </a:cubicBezTo>
                  <a:cubicBezTo>
                    <a:pt x="217" y="119"/>
                    <a:pt x="158" y="80"/>
                    <a:pt x="1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9"/>
            <p:cNvSpPr/>
            <p:nvPr/>
          </p:nvSpPr>
          <p:spPr>
            <a:xfrm>
              <a:off x="4235793" y="4588771"/>
              <a:ext cx="8567" cy="10887"/>
            </a:xfrm>
            <a:custGeom>
              <a:avLst/>
              <a:gdLst/>
              <a:ahLst/>
              <a:cxnLst/>
              <a:rect l="l" t="t" r="r" b="b"/>
              <a:pathLst>
                <a:path w="218" h="277" extrusionOk="0">
                  <a:moveTo>
                    <a:pt x="89" y="1"/>
                  </a:moveTo>
                  <a:cubicBezTo>
                    <a:pt x="59" y="40"/>
                    <a:pt x="0" y="80"/>
                    <a:pt x="0" y="119"/>
                  </a:cubicBezTo>
                  <a:cubicBezTo>
                    <a:pt x="0" y="158"/>
                    <a:pt x="50" y="208"/>
                    <a:pt x="99" y="277"/>
                  </a:cubicBezTo>
                  <a:cubicBezTo>
                    <a:pt x="158" y="208"/>
                    <a:pt x="217" y="158"/>
                    <a:pt x="207" y="119"/>
                  </a:cubicBezTo>
                  <a:cubicBezTo>
                    <a:pt x="197" y="80"/>
                    <a:pt x="128" y="40"/>
                    <a:pt x="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9"/>
            <p:cNvSpPr/>
            <p:nvPr/>
          </p:nvSpPr>
          <p:spPr>
            <a:xfrm>
              <a:off x="4246639" y="4639860"/>
              <a:ext cx="10492" cy="8568"/>
            </a:xfrm>
            <a:custGeom>
              <a:avLst/>
              <a:gdLst/>
              <a:ahLst/>
              <a:cxnLst/>
              <a:rect l="l" t="t" r="r" b="b"/>
              <a:pathLst>
                <a:path w="267" h="218" extrusionOk="0">
                  <a:moveTo>
                    <a:pt x="118" y="0"/>
                  </a:moveTo>
                  <a:cubicBezTo>
                    <a:pt x="114" y="0"/>
                    <a:pt x="111" y="0"/>
                    <a:pt x="109" y="1"/>
                  </a:cubicBezTo>
                  <a:cubicBezTo>
                    <a:pt x="69" y="1"/>
                    <a:pt x="0" y="80"/>
                    <a:pt x="0" y="100"/>
                  </a:cubicBezTo>
                  <a:cubicBezTo>
                    <a:pt x="20" y="149"/>
                    <a:pt x="69" y="198"/>
                    <a:pt x="118" y="218"/>
                  </a:cubicBezTo>
                  <a:cubicBezTo>
                    <a:pt x="148" y="218"/>
                    <a:pt x="197" y="149"/>
                    <a:pt x="266" y="100"/>
                  </a:cubicBezTo>
                  <a:cubicBezTo>
                    <a:pt x="202" y="54"/>
                    <a:pt x="155" y="0"/>
                    <a:pt x="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9"/>
            <p:cNvSpPr/>
            <p:nvPr/>
          </p:nvSpPr>
          <p:spPr>
            <a:xfrm>
              <a:off x="4001173" y="4761847"/>
              <a:ext cx="32971" cy="37927"/>
            </a:xfrm>
            <a:custGeom>
              <a:avLst/>
              <a:gdLst/>
              <a:ahLst/>
              <a:cxnLst/>
              <a:rect l="l" t="t" r="r" b="b"/>
              <a:pathLst>
                <a:path w="839" h="965" extrusionOk="0">
                  <a:moveTo>
                    <a:pt x="326" y="283"/>
                  </a:moveTo>
                  <a:cubicBezTo>
                    <a:pt x="346" y="283"/>
                    <a:pt x="387" y="299"/>
                    <a:pt x="395" y="315"/>
                  </a:cubicBezTo>
                  <a:cubicBezTo>
                    <a:pt x="454" y="434"/>
                    <a:pt x="503" y="562"/>
                    <a:pt x="552" y="680"/>
                  </a:cubicBezTo>
                  <a:cubicBezTo>
                    <a:pt x="523" y="700"/>
                    <a:pt x="484" y="719"/>
                    <a:pt x="444" y="729"/>
                  </a:cubicBezTo>
                  <a:cubicBezTo>
                    <a:pt x="385" y="611"/>
                    <a:pt x="326" y="493"/>
                    <a:pt x="267" y="374"/>
                  </a:cubicBezTo>
                  <a:cubicBezTo>
                    <a:pt x="257" y="355"/>
                    <a:pt x="296" y="305"/>
                    <a:pt x="316" y="286"/>
                  </a:cubicBezTo>
                  <a:cubicBezTo>
                    <a:pt x="318" y="284"/>
                    <a:pt x="321" y="283"/>
                    <a:pt x="326" y="283"/>
                  </a:cubicBezTo>
                  <a:close/>
                  <a:moveTo>
                    <a:pt x="361" y="0"/>
                  </a:moveTo>
                  <a:cubicBezTo>
                    <a:pt x="318" y="0"/>
                    <a:pt x="273" y="10"/>
                    <a:pt x="227" y="30"/>
                  </a:cubicBezTo>
                  <a:cubicBezTo>
                    <a:pt x="89" y="89"/>
                    <a:pt x="1" y="177"/>
                    <a:pt x="11" y="345"/>
                  </a:cubicBezTo>
                  <a:cubicBezTo>
                    <a:pt x="21" y="562"/>
                    <a:pt x="99" y="749"/>
                    <a:pt x="267" y="877"/>
                  </a:cubicBezTo>
                  <a:cubicBezTo>
                    <a:pt x="337" y="924"/>
                    <a:pt x="451" y="964"/>
                    <a:pt x="544" y="964"/>
                  </a:cubicBezTo>
                  <a:cubicBezTo>
                    <a:pt x="568" y="964"/>
                    <a:pt x="591" y="962"/>
                    <a:pt x="612" y="956"/>
                  </a:cubicBezTo>
                  <a:cubicBezTo>
                    <a:pt x="700" y="916"/>
                    <a:pt x="749" y="768"/>
                    <a:pt x="838" y="650"/>
                  </a:cubicBezTo>
                  <a:cubicBezTo>
                    <a:pt x="740" y="453"/>
                    <a:pt x="671" y="276"/>
                    <a:pt x="572" y="118"/>
                  </a:cubicBezTo>
                  <a:cubicBezTo>
                    <a:pt x="520" y="40"/>
                    <a:pt x="445" y="0"/>
                    <a:pt x="3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9"/>
            <p:cNvSpPr/>
            <p:nvPr/>
          </p:nvSpPr>
          <p:spPr>
            <a:xfrm>
              <a:off x="4046093" y="4771829"/>
              <a:ext cx="34110" cy="36512"/>
            </a:xfrm>
            <a:custGeom>
              <a:avLst/>
              <a:gdLst/>
              <a:ahLst/>
              <a:cxnLst/>
              <a:rect l="l" t="t" r="r" b="b"/>
              <a:pathLst>
                <a:path w="868" h="929" extrusionOk="0">
                  <a:moveTo>
                    <a:pt x="414" y="229"/>
                  </a:moveTo>
                  <a:lnTo>
                    <a:pt x="414" y="229"/>
                  </a:lnTo>
                  <a:cubicBezTo>
                    <a:pt x="483" y="396"/>
                    <a:pt x="523" y="524"/>
                    <a:pt x="572" y="662"/>
                  </a:cubicBezTo>
                  <a:cubicBezTo>
                    <a:pt x="316" y="554"/>
                    <a:pt x="266" y="436"/>
                    <a:pt x="414" y="229"/>
                  </a:cubicBezTo>
                  <a:close/>
                  <a:moveTo>
                    <a:pt x="388" y="0"/>
                  </a:moveTo>
                  <a:cubicBezTo>
                    <a:pt x="275" y="0"/>
                    <a:pt x="162" y="73"/>
                    <a:pt x="99" y="199"/>
                  </a:cubicBezTo>
                  <a:cubicBezTo>
                    <a:pt x="1" y="426"/>
                    <a:pt x="89" y="731"/>
                    <a:pt x="335" y="869"/>
                  </a:cubicBezTo>
                  <a:cubicBezTo>
                    <a:pt x="393" y="907"/>
                    <a:pt x="475" y="929"/>
                    <a:pt x="549" y="929"/>
                  </a:cubicBezTo>
                  <a:cubicBezTo>
                    <a:pt x="590" y="929"/>
                    <a:pt x="629" y="922"/>
                    <a:pt x="661" y="909"/>
                  </a:cubicBezTo>
                  <a:cubicBezTo>
                    <a:pt x="749" y="869"/>
                    <a:pt x="789" y="731"/>
                    <a:pt x="867" y="623"/>
                  </a:cubicBezTo>
                  <a:cubicBezTo>
                    <a:pt x="779" y="436"/>
                    <a:pt x="720" y="258"/>
                    <a:pt x="611" y="120"/>
                  </a:cubicBezTo>
                  <a:cubicBezTo>
                    <a:pt x="549" y="38"/>
                    <a:pt x="469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9"/>
            <p:cNvSpPr/>
            <p:nvPr/>
          </p:nvSpPr>
          <p:spPr>
            <a:xfrm>
              <a:off x="4033320" y="4807513"/>
              <a:ext cx="13597" cy="14738"/>
            </a:xfrm>
            <a:custGeom>
              <a:avLst/>
              <a:gdLst/>
              <a:ahLst/>
              <a:cxnLst/>
              <a:rect l="l" t="t" r="r" b="b"/>
              <a:pathLst>
                <a:path w="346" h="375" extrusionOk="0">
                  <a:moveTo>
                    <a:pt x="168" y="1"/>
                  </a:moveTo>
                  <a:cubicBezTo>
                    <a:pt x="148" y="1"/>
                    <a:pt x="119" y="1"/>
                    <a:pt x="99" y="10"/>
                  </a:cubicBezTo>
                  <a:cubicBezTo>
                    <a:pt x="69" y="60"/>
                    <a:pt x="0" y="148"/>
                    <a:pt x="20" y="168"/>
                  </a:cubicBezTo>
                  <a:cubicBezTo>
                    <a:pt x="69" y="257"/>
                    <a:pt x="148" y="306"/>
                    <a:pt x="227" y="375"/>
                  </a:cubicBezTo>
                  <a:cubicBezTo>
                    <a:pt x="266" y="335"/>
                    <a:pt x="345" y="276"/>
                    <a:pt x="335" y="257"/>
                  </a:cubicBezTo>
                  <a:cubicBezTo>
                    <a:pt x="296" y="158"/>
                    <a:pt x="227" y="79"/>
                    <a:pt x="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9"/>
            <p:cNvSpPr/>
            <p:nvPr/>
          </p:nvSpPr>
          <p:spPr>
            <a:xfrm>
              <a:off x="4036425" y="4754105"/>
              <a:ext cx="13951" cy="12537"/>
            </a:xfrm>
            <a:custGeom>
              <a:avLst/>
              <a:gdLst/>
              <a:ahLst/>
              <a:cxnLst/>
              <a:rect l="l" t="t" r="r" b="b"/>
              <a:pathLst>
                <a:path w="355" h="319" extrusionOk="0">
                  <a:moveTo>
                    <a:pt x="118" y="0"/>
                  </a:moveTo>
                  <a:cubicBezTo>
                    <a:pt x="109" y="0"/>
                    <a:pt x="0" y="99"/>
                    <a:pt x="0" y="118"/>
                  </a:cubicBezTo>
                  <a:cubicBezTo>
                    <a:pt x="40" y="197"/>
                    <a:pt x="99" y="266"/>
                    <a:pt x="168" y="315"/>
                  </a:cubicBezTo>
                  <a:cubicBezTo>
                    <a:pt x="170" y="318"/>
                    <a:pt x="173" y="319"/>
                    <a:pt x="177" y="319"/>
                  </a:cubicBezTo>
                  <a:cubicBezTo>
                    <a:pt x="204" y="319"/>
                    <a:pt x="268" y="258"/>
                    <a:pt x="355" y="197"/>
                  </a:cubicBezTo>
                  <a:cubicBezTo>
                    <a:pt x="256" y="118"/>
                    <a:pt x="197" y="49"/>
                    <a:pt x="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9"/>
            <p:cNvSpPr/>
            <p:nvPr/>
          </p:nvSpPr>
          <p:spPr>
            <a:xfrm>
              <a:off x="3999248" y="4807867"/>
              <a:ext cx="13597" cy="12105"/>
            </a:xfrm>
            <a:custGeom>
              <a:avLst/>
              <a:gdLst/>
              <a:ahLst/>
              <a:cxnLst/>
              <a:rect l="l" t="t" r="r" b="b"/>
              <a:pathLst>
                <a:path w="346" h="308" extrusionOk="0">
                  <a:moveTo>
                    <a:pt x="126" y="1"/>
                  </a:moveTo>
                  <a:cubicBezTo>
                    <a:pt x="100" y="1"/>
                    <a:pt x="1" y="110"/>
                    <a:pt x="1" y="120"/>
                  </a:cubicBezTo>
                  <a:cubicBezTo>
                    <a:pt x="40" y="198"/>
                    <a:pt x="99" y="257"/>
                    <a:pt x="168" y="307"/>
                  </a:cubicBezTo>
                  <a:cubicBezTo>
                    <a:pt x="169" y="307"/>
                    <a:pt x="171" y="308"/>
                    <a:pt x="172" y="308"/>
                  </a:cubicBezTo>
                  <a:cubicBezTo>
                    <a:pt x="197" y="308"/>
                    <a:pt x="262" y="244"/>
                    <a:pt x="345" y="189"/>
                  </a:cubicBezTo>
                  <a:cubicBezTo>
                    <a:pt x="257" y="110"/>
                    <a:pt x="198" y="41"/>
                    <a:pt x="129" y="1"/>
                  </a:cubicBezTo>
                  <a:cubicBezTo>
                    <a:pt x="128" y="1"/>
                    <a:pt x="127" y="1"/>
                    <a:pt x="1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9"/>
            <p:cNvSpPr/>
            <p:nvPr/>
          </p:nvSpPr>
          <p:spPr>
            <a:xfrm>
              <a:off x="3817290" y="4846970"/>
              <a:ext cx="25976" cy="22599"/>
            </a:xfrm>
            <a:custGeom>
              <a:avLst/>
              <a:gdLst/>
              <a:ahLst/>
              <a:cxnLst/>
              <a:rect l="l" t="t" r="r" b="b"/>
              <a:pathLst>
                <a:path w="661" h="575" extrusionOk="0">
                  <a:moveTo>
                    <a:pt x="538" y="0"/>
                  </a:moveTo>
                  <a:cubicBezTo>
                    <a:pt x="536" y="0"/>
                    <a:pt x="534" y="1"/>
                    <a:pt x="533" y="1"/>
                  </a:cubicBezTo>
                  <a:cubicBezTo>
                    <a:pt x="306" y="139"/>
                    <a:pt x="99" y="307"/>
                    <a:pt x="1" y="573"/>
                  </a:cubicBezTo>
                  <a:cubicBezTo>
                    <a:pt x="12" y="574"/>
                    <a:pt x="23" y="575"/>
                    <a:pt x="35" y="575"/>
                  </a:cubicBezTo>
                  <a:cubicBezTo>
                    <a:pt x="284" y="575"/>
                    <a:pt x="661" y="287"/>
                    <a:pt x="661" y="90"/>
                  </a:cubicBezTo>
                  <a:cubicBezTo>
                    <a:pt x="661" y="62"/>
                    <a:pt x="566" y="0"/>
                    <a:pt x="5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9"/>
            <p:cNvSpPr/>
            <p:nvPr/>
          </p:nvSpPr>
          <p:spPr>
            <a:xfrm>
              <a:off x="3814185" y="4907374"/>
              <a:ext cx="14776" cy="12066"/>
            </a:xfrm>
            <a:custGeom>
              <a:avLst/>
              <a:gdLst/>
              <a:ahLst/>
              <a:cxnLst/>
              <a:rect l="l" t="t" r="r" b="b"/>
              <a:pathLst>
                <a:path w="376" h="307" extrusionOk="0">
                  <a:moveTo>
                    <a:pt x="277" y="1"/>
                  </a:moveTo>
                  <a:lnTo>
                    <a:pt x="277" y="1"/>
                  </a:lnTo>
                  <a:cubicBezTo>
                    <a:pt x="178" y="90"/>
                    <a:pt x="90" y="168"/>
                    <a:pt x="1" y="257"/>
                  </a:cubicBezTo>
                  <a:cubicBezTo>
                    <a:pt x="21" y="267"/>
                    <a:pt x="30" y="287"/>
                    <a:pt x="50" y="306"/>
                  </a:cubicBezTo>
                  <a:cubicBezTo>
                    <a:pt x="287" y="287"/>
                    <a:pt x="375" y="188"/>
                    <a:pt x="2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9"/>
            <p:cNvSpPr/>
            <p:nvPr/>
          </p:nvSpPr>
          <p:spPr>
            <a:xfrm>
              <a:off x="4407690" y="4869057"/>
              <a:ext cx="15523" cy="12066"/>
            </a:xfrm>
            <a:custGeom>
              <a:avLst/>
              <a:gdLst/>
              <a:ahLst/>
              <a:cxnLst/>
              <a:rect l="l" t="t" r="r" b="b"/>
              <a:pathLst>
                <a:path w="395" h="307" extrusionOk="0">
                  <a:moveTo>
                    <a:pt x="148" y="1"/>
                  </a:moveTo>
                  <a:cubicBezTo>
                    <a:pt x="99" y="1"/>
                    <a:pt x="0" y="99"/>
                    <a:pt x="10" y="149"/>
                  </a:cubicBezTo>
                  <a:cubicBezTo>
                    <a:pt x="10" y="208"/>
                    <a:pt x="89" y="296"/>
                    <a:pt x="148" y="306"/>
                  </a:cubicBezTo>
                  <a:cubicBezTo>
                    <a:pt x="151" y="307"/>
                    <a:pt x="154" y="307"/>
                    <a:pt x="157" y="307"/>
                  </a:cubicBezTo>
                  <a:cubicBezTo>
                    <a:pt x="206" y="307"/>
                    <a:pt x="283" y="233"/>
                    <a:pt x="394" y="168"/>
                  </a:cubicBezTo>
                  <a:cubicBezTo>
                    <a:pt x="276" y="89"/>
                    <a:pt x="217" y="1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9"/>
            <p:cNvSpPr/>
            <p:nvPr/>
          </p:nvSpPr>
          <p:spPr>
            <a:xfrm>
              <a:off x="4488961" y="4909339"/>
              <a:ext cx="10492" cy="8568"/>
            </a:xfrm>
            <a:custGeom>
              <a:avLst/>
              <a:gdLst/>
              <a:ahLst/>
              <a:cxnLst/>
              <a:rect l="l" t="t" r="r" b="b"/>
              <a:pathLst>
                <a:path w="267" h="218" extrusionOk="0">
                  <a:moveTo>
                    <a:pt x="119" y="0"/>
                  </a:moveTo>
                  <a:cubicBezTo>
                    <a:pt x="80" y="0"/>
                    <a:pt x="40" y="59"/>
                    <a:pt x="1" y="99"/>
                  </a:cubicBezTo>
                  <a:cubicBezTo>
                    <a:pt x="40" y="138"/>
                    <a:pt x="70" y="197"/>
                    <a:pt x="119" y="217"/>
                  </a:cubicBezTo>
                  <a:cubicBezTo>
                    <a:pt x="121" y="218"/>
                    <a:pt x="123" y="218"/>
                    <a:pt x="125" y="218"/>
                  </a:cubicBezTo>
                  <a:cubicBezTo>
                    <a:pt x="155" y="218"/>
                    <a:pt x="202" y="155"/>
                    <a:pt x="267" y="109"/>
                  </a:cubicBezTo>
                  <a:cubicBezTo>
                    <a:pt x="198" y="59"/>
                    <a:pt x="158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9"/>
            <p:cNvSpPr/>
            <p:nvPr/>
          </p:nvSpPr>
          <p:spPr>
            <a:xfrm>
              <a:off x="4011234" y="4772969"/>
              <a:ext cx="11671" cy="17568"/>
            </a:xfrm>
            <a:custGeom>
              <a:avLst/>
              <a:gdLst/>
              <a:ahLst/>
              <a:cxnLst/>
              <a:rect l="l" t="t" r="r" b="b"/>
              <a:pathLst>
                <a:path w="297" h="447" extrusionOk="0">
                  <a:moveTo>
                    <a:pt x="70" y="0"/>
                  </a:moveTo>
                  <a:cubicBezTo>
                    <a:pt x="65" y="0"/>
                    <a:pt x="62" y="1"/>
                    <a:pt x="60" y="3"/>
                  </a:cubicBezTo>
                  <a:cubicBezTo>
                    <a:pt x="40" y="22"/>
                    <a:pt x="1" y="72"/>
                    <a:pt x="11" y="91"/>
                  </a:cubicBezTo>
                  <a:cubicBezTo>
                    <a:pt x="70" y="210"/>
                    <a:pt x="129" y="328"/>
                    <a:pt x="188" y="446"/>
                  </a:cubicBezTo>
                  <a:cubicBezTo>
                    <a:pt x="228" y="436"/>
                    <a:pt x="267" y="417"/>
                    <a:pt x="296" y="397"/>
                  </a:cubicBezTo>
                  <a:cubicBezTo>
                    <a:pt x="247" y="279"/>
                    <a:pt x="198" y="151"/>
                    <a:pt x="139" y="32"/>
                  </a:cubicBezTo>
                  <a:cubicBezTo>
                    <a:pt x="131" y="16"/>
                    <a:pt x="90" y="0"/>
                    <a:pt x="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9"/>
            <p:cNvSpPr/>
            <p:nvPr/>
          </p:nvSpPr>
          <p:spPr>
            <a:xfrm>
              <a:off x="4056547" y="4780790"/>
              <a:ext cx="12025" cy="17097"/>
            </a:xfrm>
            <a:custGeom>
              <a:avLst/>
              <a:gdLst/>
              <a:ahLst/>
              <a:cxnLst/>
              <a:rect l="l" t="t" r="r" b="b"/>
              <a:pathLst>
                <a:path w="306" h="435" extrusionOk="0">
                  <a:moveTo>
                    <a:pt x="148" y="1"/>
                  </a:moveTo>
                  <a:cubicBezTo>
                    <a:pt x="0" y="208"/>
                    <a:pt x="50" y="326"/>
                    <a:pt x="306" y="434"/>
                  </a:cubicBezTo>
                  <a:cubicBezTo>
                    <a:pt x="257" y="296"/>
                    <a:pt x="217" y="168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5" name="Google Shape;625;p29"/>
          <p:cNvGrpSpPr/>
          <p:nvPr/>
        </p:nvGrpSpPr>
        <p:grpSpPr>
          <a:xfrm>
            <a:off x="7375942" y="2552723"/>
            <a:ext cx="1411090" cy="1327941"/>
            <a:chOff x="7375942" y="2552723"/>
            <a:chExt cx="1411090" cy="1327941"/>
          </a:xfrm>
        </p:grpSpPr>
        <p:sp>
          <p:nvSpPr>
            <p:cNvPr id="626" name="Google Shape;626;p29"/>
            <p:cNvSpPr/>
            <p:nvPr/>
          </p:nvSpPr>
          <p:spPr>
            <a:xfrm>
              <a:off x="7560698" y="2552723"/>
              <a:ext cx="1226334" cy="1327941"/>
            </a:xfrm>
            <a:custGeom>
              <a:avLst/>
              <a:gdLst/>
              <a:ahLst/>
              <a:cxnLst/>
              <a:rect l="l" t="t" r="r" b="b"/>
              <a:pathLst>
                <a:path w="17279" h="18708" extrusionOk="0">
                  <a:moveTo>
                    <a:pt x="5860" y="1"/>
                  </a:moveTo>
                  <a:cubicBezTo>
                    <a:pt x="5630" y="1"/>
                    <a:pt x="5376" y="29"/>
                    <a:pt x="5093" y="92"/>
                  </a:cubicBezTo>
                  <a:cubicBezTo>
                    <a:pt x="0" y="1225"/>
                    <a:pt x="3054" y="8584"/>
                    <a:pt x="4522" y="9943"/>
                  </a:cubicBezTo>
                  <a:cubicBezTo>
                    <a:pt x="5989" y="11293"/>
                    <a:pt x="2355" y="15105"/>
                    <a:pt x="6334" y="18090"/>
                  </a:cubicBezTo>
                  <a:cubicBezTo>
                    <a:pt x="6902" y="18516"/>
                    <a:pt x="7544" y="18707"/>
                    <a:pt x="8177" y="18707"/>
                  </a:cubicBezTo>
                  <a:cubicBezTo>
                    <a:pt x="9563" y="18707"/>
                    <a:pt x="10903" y="17786"/>
                    <a:pt x="11309" y="16385"/>
                  </a:cubicBezTo>
                  <a:cubicBezTo>
                    <a:pt x="12333" y="12879"/>
                    <a:pt x="14028" y="10278"/>
                    <a:pt x="15653" y="8465"/>
                  </a:cubicBezTo>
                  <a:cubicBezTo>
                    <a:pt x="17278" y="6653"/>
                    <a:pt x="17081" y="5077"/>
                    <a:pt x="15160" y="3599"/>
                  </a:cubicBezTo>
                  <a:cubicBezTo>
                    <a:pt x="14342" y="2974"/>
                    <a:pt x="13626" y="2840"/>
                    <a:pt x="12915" y="2840"/>
                  </a:cubicBezTo>
                  <a:cubicBezTo>
                    <a:pt x="12385" y="2840"/>
                    <a:pt x="11857" y="2915"/>
                    <a:pt x="11293" y="2915"/>
                  </a:cubicBezTo>
                  <a:cubicBezTo>
                    <a:pt x="10840" y="2915"/>
                    <a:pt x="10363" y="2867"/>
                    <a:pt x="9841" y="2693"/>
                  </a:cubicBezTo>
                  <a:cubicBezTo>
                    <a:pt x="8016" y="2085"/>
                    <a:pt x="7817" y="1"/>
                    <a:pt x="5860" y="1"/>
                  </a:cubicBezTo>
                  <a:close/>
                </a:path>
              </a:pathLst>
            </a:custGeom>
            <a:solidFill>
              <a:srgbClr val="D5A6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7" name="Google Shape;627;p29"/>
            <p:cNvGrpSpPr/>
            <p:nvPr/>
          </p:nvGrpSpPr>
          <p:grpSpPr>
            <a:xfrm>
              <a:off x="7375942" y="2800824"/>
              <a:ext cx="1112518" cy="855248"/>
              <a:chOff x="9146126" y="2217935"/>
              <a:chExt cx="318663" cy="244972"/>
            </a:xfrm>
          </p:grpSpPr>
          <p:sp>
            <p:nvSpPr>
              <p:cNvPr id="628" name="Google Shape;628;p29"/>
              <p:cNvSpPr/>
              <p:nvPr/>
            </p:nvSpPr>
            <p:spPr>
              <a:xfrm>
                <a:off x="9146126" y="2217935"/>
                <a:ext cx="318663" cy="244972"/>
              </a:xfrm>
              <a:custGeom>
                <a:avLst/>
                <a:gdLst/>
                <a:ahLst/>
                <a:cxnLst/>
                <a:rect l="l" t="t" r="r" b="b"/>
                <a:pathLst>
                  <a:path w="8109" h="6233" extrusionOk="0">
                    <a:moveTo>
                      <a:pt x="5736" y="89"/>
                    </a:moveTo>
                    <a:cubicBezTo>
                      <a:pt x="6046" y="89"/>
                      <a:pt x="6348" y="194"/>
                      <a:pt x="6640" y="317"/>
                    </a:cubicBezTo>
                    <a:cubicBezTo>
                      <a:pt x="6887" y="415"/>
                      <a:pt x="7113" y="573"/>
                      <a:pt x="7320" y="750"/>
                    </a:cubicBezTo>
                    <a:cubicBezTo>
                      <a:pt x="7468" y="868"/>
                      <a:pt x="7556" y="1026"/>
                      <a:pt x="7635" y="1193"/>
                    </a:cubicBezTo>
                    <a:cubicBezTo>
                      <a:pt x="7694" y="1331"/>
                      <a:pt x="7724" y="1479"/>
                      <a:pt x="7773" y="1617"/>
                    </a:cubicBezTo>
                    <a:cubicBezTo>
                      <a:pt x="7822" y="1784"/>
                      <a:pt x="7852" y="1942"/>
                      <a:pt x="7763" y="2119"/>
                    </a:cubicBezTo>
                    <a:cubicBezTo>
                      <a:pt x="7645" y="2149"/>
                      <a:pt x="7537" y="2198"/>
                      <a:pt x="7517" y="2356"/>
                    </a:cubicBezTo>
                    <a:cubicBezTo>
                      <a:pt x="7507" y="2405"/>
                      <a:pt x="7448" y="2444"/>
                      <a:pt x="7399" y="2523"/>
                    </a:cubicBezTo>
                    <a:cubicBezTo>
                      <a:pt x="7340" y="2425"/>
                      <a:pt x="7300" y="2356"/>
                      <a:pt x="7251" y="2287"/>
                    </a:cubicBezTo>
                    <a:cubicBezTo>
                      <a:pt x="7212" y="2247"/>
                      <a:pt x="7162" y="2188"/>
                      <a:pt x="7103" y="2178"/>
                    </a:cubicBezTo>
                    <a:cubicBezTo>
                      <a:pt x="7084" y="2170"/>
                      <a:pt x="7064" y="2166"/>
                      <a:pt x="7046" y="2166"/>
                    </a:cubicBezTo>
                    <a:cubicBezTo>
                      <a:pt x="6998" y="2166"/>
                      <a:pt x="6957" y="2194"/>
                      <a:pt x="6936" y="2257"/>
                    </a:cubicBezTo>
                    <a:cubicBezTo>
                      <a:pt x="6837" y="2582"/>
                      <a:pt x="6581" y="2779"/>
                      <a:pt x="6345" y="2986"/>
                    </a:cubicBezTo>
                    <a:cubicBezTo>
                      <a:pt x="6296" y="3026"/>
                      <a:pt x="6256" y="3065"/>
                      <a:pt x="6217" y="3104"/>
                    </a:cubicBezTo>
                    <a:cubicBezTo>
                      <a:pt x="6079" y="3262"/>
                      <a:pt x="6069" y="3420"/>
                      <a:pt x="6177" y="3607"/>
                    </a:cubicBezTo>
                    <a:cubicBezTo>
                      <a:pt x="6227" y="3686"/>
                      <a:pt x="6296" y="3764"/>
                      <a:pt x="6335" y="3853"/>
                    </a:cubicBezTo>
                    <a:cubicBezTo>
                      <a:pt x="6384" y="3971"/>
                      <a:pt x="6414" y="4080"/>
                      <a:pt x="6315" y="4198"/>
                    </a:cubicBezTo>
                    <a:cubicBezTo>
                      <a:pt x="6273" y="4240"/>
                      <a:pt x="6234" y="4260"/>
                      <a:pt x="6192" y="4260"/>
                    </a:cubicBezTo>
                    <a:cubicBezTo>
                      <a:pt x="6166" y="4260"/>
                      <a:pt x="6139" y="4252"/>
                      <a:pt x="6108" y="4237"/>
                    </a:cubicBezTo>
                    <a:cubicBezTo>
                      <a:pt x="5970" y="4168"/>
                      <a:pt x="5892" y="4050"/>
                      <a:pt x="5823" y="3922"/>
                    </a:cubicBezTo>
                    <a:cubicBezTo>
                      <a:pt x="5773" y="3843"/>
                      <a:pt x="5734" y="3755"/>
                      <a:pt x="5665" y="3686"/>
                    </a:cubicBezTo>
                    <a:cubicBezTo>
                      <a:pt x="5598" y="3603"/>
                      <a:pt x="5496" y="3561"/>
                      <a:pt x="5392" y="3561"/>
                    </a:cubicBezTo>
                    <a:cubicBezTo>
                      <a:pt x="5298" y="3561"/>
                      <a:pt x="5203" y="3596"/>
                      <a:pt x="5133" y="3666"/>
                    </a:cubicBezTo>
                    <a:cubicBezTo>
                      <a:pt x="5045" y="3755"/>
                      <a:pt x="4976" y="3843"/>
                      <a:pt x="4887" y="3932"/>
                    </a:cubicBezTo>
                    <a:cubicBezTo>
                      <a:pt x="4803" y="4025"/>
                      <a:pt x="4720" y="4100"/>
                      <a:pt x="4595" y="4100"/>
                    </a:cubicBezTo>
                    <a:cubicBezTo>
                      <a:pt x="4587" y="4100"/>
                      <a:pt x="4580" y="4100"/>
                      <a:pt x="4572" y="4099"/>
                    </a:cubicBezTo>
                    <a:cubicBezTo>
                      <a:pt x="4562" y="4098"/>
                      <a:pt x="4553" y="4098"/>
                      <a:pt x="4545" y="4098"/>
                    </a:cubicBezTo>
                    <a:cubicBezTo>
                      <a:pt x="4466" y="4098"/>
                      <a:pt x="4436" y="4140"/>
                      <a:pt x="4453" y="4247"/>
                    </a:cubicBezTo>
                    <a:cubicBezTo>
                      <a:pt x="4477" y="4386"/>
                      <a:pt x="4367" y="4489"/>
                      <a:pt x="4237" y="4489"/>
                    </a:cubicBezTo>
                    <a:cubicBezTo>
                      <a:pt x="4202" y="4489"/>
                      <a:pt x="4165" y="4481"/>
                      <a:pt x="4128" y="4464"/>
                    </a:cubicBezTo>
                    <a:cubicBezTo>
                      <a:pt x="4069" y="4424"/>
                      <a:pt x="4020" y="4375"/>
                      <a:pt x="3961" y="4336"/>
                    </a:cubicBezTo>
                    <a:cubicBezTo>
                      <a:pt x="3862" y="4277"/>
                      <a:pt x="3764" y="4208"/>
                      <a:pt x="3656" y="4168"/>
                    </a:cubicBezTo>
                    <a:cubicBezTo>
                      <a:pt x="3625" y="4156"/>
                      <a:pt x="3594" y="4151"/>
                      <a:pt x="3563" y="4151"/>
                    </a:cubicBezTo>
                    <a:cubicBezTo>
                      <a:pt x="3493" y="4151"/>
                      <a:pt x="3422" y="4180"/>
                      <a:pt x="3360" y="4227"/>
                    </a:cubicBezTo>
                    <a:cubicBezTo>
                      <a:pt x="3173" y="4346"/>
                      <a:pt x="3015" y="4484"/>
                      <a:pt x="2966" y="4710"/>
                    </a:cubicBezTo>
                    <a:cubicBezTo>
                      <a:pt x="2946" y="4789"/>
                      <a:pt x="2936" y="4878"/>
                      <a:pt x="2936" y="4956"/>
                    </a:cubicBezTo>
                    <a:cubicBezTo>
                      <a:pt x="2936" y="5006"/>
                      <a:pt x="2946" y="5045"/>
                      <a:pt x="2946" y="5094"/>
                    </a:cubicBezTo>
                    <a:cubicBezTo>
                      <a:pt x="2966" y="5262"/>
                      <a:pt x="2917" y="5380"/>
                      <a:pt x="2799" y="5429"/>
                    </a:cubicBezTo>
                    <a:cubicBezTo>
                      <a:pt x="2773" y="5442"/>
                      <a:pt x="2742" y="5448"/>
                      <a:pt x="2709" y="5448"/>
                    </a:cubicBezTo>
                    <a:cubicBezTo>
                      <a:pt x="2616" y="5448"/>
                      <a:pt x="2507" y="5401"/>
                      <a:pt x="2434" y="5321"/>
                    </a:cubicBezTo>
                    <a:cubicBezTo>
                      <a:pt x="2296" y="5163"/>
                      <a:pt x="2178" y="4986"/>
                      <a:pt x="2001" y="4868"/>
                    </a:cubicBezTo>
                    <a:cubicBezTo>
                      <a:pt x="1894" y="4797"/>
                      <a:pt x="1788" y="4751"/>
                      <a:pt x="1679" y="4751"/>
                    </a:cubicBezTo>
                    <a:cubicBezTo>
                      <a:pt x="1607" y="4751"/>
                      <a:pt x="1534" y="4771"/>
                      <a:pt x="1459" y="4818"/>
                    </a:cubicBezTo>
                    <a:cubicBezTo>
                      <a:pt x="1410" y="4845"/>
                      <a:pt x="1363" y="4856"/>
                      <a:pt x="1318" y="4856"/>
                    </a:cubicBezTo>
                    <a:cubicBezTo>
                      <a:pt x="1264" y="4856"/>
                      <a:pt x="1212" y="4840"/>
                      <a:pt x="1163" y="4818"/>
                    </a:cubicBezTo>
                    <a:cubicBezTo>
                      <a:pt x="1065" y="4779"/>
                      <a:pt x="976" y="4700"/>
                      <a:pt x="888" y="4641"/>
                    </a:cubicBezTo>
                    <a:cubicBezTo>
                      <a:pt x="769" y="4562"/>
                      <a:pt x="651" y="4464"/>
                      <a:pt x="513" y="4405"/>
                    </a:cubicBezTo>
                    <a:cubicBezTo>
                      <a:pt x="405" y="4346"/>
                      <a:pt x="346" y="4267"/>
                      <a:pt x="316" y="4158"/>
                    </a:cubicBezTo>
                    <a:cubicBezTo>
                      <a:pt x="208" y="3774"/>
                      <a:pt x="129" y="3390"/>
                      <a:pt x="228" y="2986"/>
                    </a:cubicBezTo>
                    <a:cubicBezTo>
                      <a:pt x="287" y="2691"/>
                      <a:pt x="444" y="2444"/>
                      <a:pt x="592" y="2198"/>
                    </a:cubicBezTo>
                    <a:cubicBezTo>
                      <a:pt x="828" y="1814"/>
                      <a:pt x="1153" y="1528"/>
                      <a:pt x="1508" y="1272"/>
                    </a:cubicBezTo>
                    <a:cubicBezTo>
                      <a:pt x="1754" y="1105"/>
                      <a:pt x="2001" y="937"/>
                      <a:pt x="2257" y="790"/>
                    </a:cubicBezTo>
                    <a:cubicBezTo>
                      <a:pt x="2385" y="711"/>
                      <a:pt x="2542" y="681"/>
                      <a:pt x="2680" y="632"/>
                    </a:cubicBezTo>
                    <a:cubicBezTo>
                      <a:pt x="2877" y="543"/>
                      <a:pt x="3074" y="445"/>
                      <a:pt x="3281" y="366"/>
                    </a:cubicBezTo>
                    <a:cubicBezTo>
                      <a:pt x="3626" y="228"/>
                      <a:pt x="3991" y="198"/>
                      <a:pt x="4355" y="139"/>
                    </a:cubicBezTo>
                    <a:cubicBezTo>
                      <a:pt x="4605" y="100"/>
                      <a:pt x="4858" y="96"/>
                      <a:pt x="5111" y="96"/>
                    </a:cubicBezTo>
                    <a:cubicBezTo>
                      <a:pt x="5185" y="96"/>
                      <a:pt x="5260" y="96"/>
                      <a:pt x="5334" y="96"/>
                    </a:cubicBezTo>
                    <a:cubicBezTo>
                      <a:pt x="5455" y="96"/>
                      <a:pt x="5575" y="95"/>
                      <a:pt x="5695" y="90"/>
                    </a:cubicBezTo>
                    <a:cubicBezTo>
                      <a:pt x="5708" y="90"/>
                      <a:pt x="5722" y="89"/>
                      <a:pt x="5736" y="89"/>
                    </a:cubicBezTo>
                    <a:close/>
                    <a:moveTo>
                      <a:pt x="7773" y="2169"/>
                    </a:moveTo>
                    <a:cubicBezTo>
                      <a:pt x="7832" y="2336"/>
                      <a:pt x="7891" y="2444"/>
                      <a:pt x="7921" y="2573"/>
                    </a:cubicBezTo>
                    <a:cubicBezTo>
                      <a:pt x="7970" y="2819"/>
                      <a:pt x="7980" y="3065"/>
                      <a:pt x="7911" y="3321"/>
                    </a:cubicBezTo>
                    <a:cubicBezTo>
                      <a:pt x="7832" y="3646"/>
                      <a:pt x="7714" y="3961"/>
                      <a:pt x="7537" y="4237"/>
                    </a:cubicBezTo>
                    <a:cubicBezTo>
                      <a:pt x="7320" y="4582"/>
                      <a:pt x="7034" y="4878"/>
                      <a:pt x="6699" y="5124"/>
                    </a:cubicBezTo>
                    <a:cubicBezTo>
                      <a:pt x="6365" y="5360"/>
                      <a:pt x="5990" y="5508"/>
                      <a:pt x="5626" y="5666"/>
                    </a:cubicBezTo>
                    <a:cubicBezTo>
                      <a:pt x="5291" y="5804"/>
                      <a:pt x="4956" y="5922"/>
                      <a:pt x="4611" y="6010"/>
                    </a:cubicBezTo>
                    <a:cubicBezTo>
                      <a:pt x="4274" y="6103"/>
                      <a:pt x="3923" y="6131"/>
                      <a:pt x="3570" y="6131"/>
                    </a:cubicBezTo>
                    <a:cubicBezTo>
                      <a:pt x="3510" y="6131"/>
                      <a:pt x="3450" y="6130"/>
                      <a:pt x="3390" y="6129"/>
                    </a:cubicBezTo>
                    <a:cubicBezTo>
                      <a:pt x="2936" y="6119"/>
                      <a:pt x="2533" y="5961"/>
                      <a:pt x="2119" y="5794"/>
                    </a:cubicBezTo>
                    <a:cubicBezTo>
                      <a:pt x="1774" y="5646"/>
                      <a:pt x="1488" y="5410"/>
                      <a:pt x="1203" y="5183"/>
                    </a:cubicBezTo>
                    <a:cubicBezTo>
                      <a:pt x="1075" y="5084"/>
                      <a:pt x="986" y="4937"/>
                      <a:pt x="878" y="4818"/>
                    </a:cubicBezTo>
                    <a:cubicBezTo>
                      <a:pt x="878" y="4809"/>
                      <a:pt x="888" y="4799"/>
                      <a:pt x="897" y="4789"/>
                    </a:cubicBezTo>
                    <a:cubicBezTo>
                      <a:pt x="947" y="4828"/>
                      <a:pt x="996" y="4858"/>
                      <a:pt x="1055" y="4887"/>
                    </a:cubicBezTo>
                    <a:cubicBezTo>
                      <a:pt x="1140" y="4938"/>
                      <a:pt x="1227" y="4973"/>
                      <a:pt x="1315" y="4973"/>
                    </a:cubicBezTo>
                    <a:cubicBezTo>
                      <a:pt x="1380" y="4973"/>
                      <a:pt x="1445" y="4953"/>
                      <a:pt x="1508" y="4907"/>
                    </a:cubicBezTo>
                    <a:cubicBezTo>
                      <a:pt x="1568" y="4863"/>
                      <a:pt x="1626" y="4845"/>
                      <a:pt x="1683" y="4845"/>
                    </a:cubicBezTo>
                    <a:cubicBezTo>
                      <a:pt x="1766" y="4845"/>
                      <a:pt x="1846" y="4884"/>
                      <a:pt x="1922" y="4937"/>
                    </a:cubicBezTo>
                    <a:cubicBezTo>
                      <a:pt x="2060" y="5015"/>
                      <a:pt x="2168" y="5124"/>
                      <a:pt x="2257" y="5262"/>
                    </a:cubicBezTo>
                    <a:cubicBezTo>
                      <a:pt x="2355" y="5410"/>
                      <a:pt x="2473" y="5528"/>
                      <a:pt x="2671" y="5547"/>
                    </a:cubicBezTo>
                    <a:cubicBezTo>
                      <a:pt x="2679" y="5548"/>
                      <a:pt x="2687" y="5548"/>
                      <a:pt x="2695" y="5548"/>
                    </a:cubicBezTo>
                    <a:cubicBezTo>
                      <a:pt x="2836" y="5548"/>
                      <a:pt x="2978" y="5470"/>
                      <a:pt x="3015" y="5331"/>
                    </a:cubicBezTo>
                    <a:cubicBezTo>
                      <a:pt x="3035" y="5232"/>
                      <a:pt x="3055" y="5114"/>
                      <a:pt x="3035" y="5015"/>
                    </a:cubicBezTo>
                    <a:cubicBezTo>
                      <a:pt x="2976" y="4690"/>
                      <a:pt x="3133" y="4474"/>
                      <a:pt x="3390" y="4306"/>
                    </a:cubicBezTo>
                    <a:cubicBezTo>
                      <a:pt x="3445" y="4270"/>
                      <a:pt x="3505" y="4252"/>
                      <a:pt x="3567" y="4252"/>
                    </a:cubicBezTo>
                    <a:cubicBezTo>
                      <a:pt x="3671" y="4252"/>
                      <a:pt x="3779" y="4302"/>
                      <a:pt x="3872" y="4395"/>
                    </a:cubicBezTo>
                    <a:cubicBezTo>
                      <a:pt x="3931" y="4444"/>
                      <a:pt x="3981" y="4503"/>
                      <a:pt x="4050" y="4533"/>
                    </a:cubicBezTo>
                    <a:cubicBezTo>
                      <a:pt x="4117" y="4571"/>
                      <a:pt x="4185" y="4590"/>
                      <a:pt x="4248" y="4590"/>
                    </a:cubicBezTo>
                    <a:cubicBezTo>
                      <a:pt x="4381" y="4590"/>
                      <a:pt x="4496" y="4509"/>
                      <a:pt x="4542" y="4355"/>
                    </a:cubicBezTo>
                    <a:cubicBezTo>
                      <a:pt x="4572" y="4267"/>
                      <a:pt x="4611" y="4227"/>
                      <a:pt x="4700" y="4188"/>
                    </a:cubicBezTo>
                    <a:cubicBezTo>
                      <a:pt x="4798" y="4139"/>
                      <a:pt x="4887" y="4050"/>
                      <a:pt x="4976" y="3981"/>
                    </a:cubicBezTo>
                    <a:cubicBezTo>
                      <a:pt x="5064" y="3902"/>
                      <a:pt x="5143" y="3794"/>
                      <a:pt x="5251" y="3735"/>
                    </a:cubicBezTo>
                    <a:cubicBezTo>
                      <a:pt x="5321" y="3695"/>
                      <a:pt x="5381" y="3675"/>
                      <a:pt x="5435" y="3675"/>
                    </a:cubicBezTo>
                    <a:cubicBezTo>
                      <a:pt x="5526" y="3675"/>
                      <a:pt x="5601" y="3732"/>
                      <a:pt x="5675" y="3843"/>
                    </a:cubicBezTo>
                    <a:cubicBezTo>
                      <a:pt x="5714" y="3912"/>
                      <a:pt x="5724" y="3981"/>
                      <a:pt x="5764" y="4040"/>
                    </a:cubicBezTo>
                    <a:cubicBezTo>
                      <a:pt x="5842" y="4139"/>
                      <a:pt x="5921" y="4247"/>
                      <a:pt x="6030" y="4316"/>
                    </a:cubicBezTo>
                    <a:cubicBezTo>
                      <a:pt x="6083" y="4355"/>
                      <a:pt x="6139" y="4373"/>
                      <a:pt x="6194" y="4373"/>
                    </a:cubicBezTo>
                    <a:cubicBezTo>
                      <a:pt x="6330" y="4373"/>
                      <a:pt x="6452" y="4261"/>
                      <a:pt x="6473" y="4099"/>
                    </a:cubicBezTo>
                    <a:cubicBezTo>
                      <a:pt x="6483" y="3981"/>
                      <a:pt x="6463" y="3863"/>
                      <a:pt x="6394" y="3764"/>
                    </a:cubicBezTo>
                    <a:cubicBezTo>
                      <a:pt x="6325" y="3666"/>
                      <a:pt x="6266" y="3558"/>
                      <a:pt x="6217" y="3449"/>
                    </a:cubicBezTo>
                    <a:cubicBezTo>
                      <a:pt x="6177" y="3351"/>
                      <a:pt x="6187" y="3252"/>
                      <a:pt x="6286" y="3173"/>
                    </a:cubicBezTo>
                    <a:cubicBezTo>
                      <a:pt x="6414" y="3055"/>
                      <a:pt x="6542" y="2927"/>
                      <a:pt x="6680" y="2809"/>
                    </a:cubicBezTo>
                    <a:cubicBezTo>
                      <a:pt x="6818" y="2691"/>
                      <a:pt x="6926" y="2553"/>
                      <a:pt x="6995" y="2395"/>
                    </a:cubicBezTo>
                    <a:cubicBezTo>
                      <a:pt x="7015" y="2356"/>
                      <a:pt x="7044" y="2316"/>
                      <a:pt x="7084" y="2257"/>
                    </a:cubicBezTo>
                    <a:cubicBezTo>
                      <a:pt x="7133" y="2326"/>
                      <a:pt x="7162" y="2366"/>
                      <a:pt x="7192" y="2415"/>
                    </a:cubicBezTo>
                    <a:cubicBezTo>
                      <a:pt x="7212" y="2444"/>
                      <a:pt x="7222" y="2484"/>
                      <a:pt x="7251" y="2513"/>
                    </a:cubicBezTo>
                    <a:cubicBezTo>
                      <a:pt x="7294" y="2575"/>
                      <a:pt x="7345" y="2605"/>
                      <a:pt x="7396" y="2605"/>
                    </a:cubicBezTo>
                    <a:cubicBezTo>
                      <a:pt x="7452" y="2605"/>
                      <a:pt x="7506" y="2570"/>
                      <a:pt x="7547" y="2504"/>
                    </a:cubicBezTo>
                    <a:cubicBezTo>
                      <a:pt x="7566" y="2464"/>
                      <a:pt x="7576" y="2415"/>
                      <a:pt x="7606" y="2375"/>
                    </a:cubicBezTo>
                    <a:cubicBezTo>
                      <a:pt x="7645" y="2316"/>
                      <a:pt x="7694" y="2267"/>
                      <a:pt x="7773" y="2169"/>
                    </a:cubicBezTo>
                    <a:close/>
                    <a:moveTo>
                      <a:pt x="5481" y="1"/>
                    </a:moveTo>
                    <a:cubicBezTo>
                      <a:pt x="5388" y="1"/>
                      <a:pt x="5295" y="4"/>
                      <a:pt x="5202" y="11"/>
                    </a:cubicBezTo>
                    <a:cubicBezTo>
                      <a:pt x="5130" y="11"/>
                      <a:pt x="5053" y="7"/>
                      <a:pt x="4978" y="7"/>
                    </a:cubicBezTo>
                    <a:cubicBezTo>
                      <a:pt x="4941" y="7"/>
                      <a:pt x="4903" y="8"/>
                      <a:pt x="4867" y="11"/>
                    </a:cubicBezTo>
                    <a:cubicBezTo>
                      <a:pt x="4562" y="41"/>
                      <a:pt x="4247" y="70"/>
                      <a:pt x="3931" y="110"/>
                    </a:cubicBezTo>
                    <a:cubicBezTo>
                      <a:pt x="3803" y="120"/>
                      <a:pt x="3675" y="139"/>
                      <a:pt x="3547" y="179"/>
                    </a:cubicBezTo>
                    <a:cubicBezTo>
                      <a:pt x="3133" y="307"/>
                      <a:pt x="2720" y="474"/>
                      <a:pt x="2336" y="681"/>
                    </a:cubicBezTo>
                    <a:cubicBezTo>
                      <a:pt x="2089" y="809"/>
                      <a:pt x="1873" y="967"/>
                      <a:pt x="1636" y="1105"/>
                    </a:cubicBezTo>
                    <a:cubicBezTo>
                      <a:pt x="1262" y="1331"/>
                      <a:pt x="917" y="1587"/>
                      <a:pt x="661" y="1952"/>
                    </a:cubicBezTo>
                    <a:cubicBezTo>
                      <a:pt x="493" y="2178"/>
                      <a:pt x="326" y="2425"/>
                      <a:pt x="218" y="2681"/>
                    </a:cubicBezTo>
                    <a:cubicBezTo>
                      <a:pt x="1" y="3223"/>
                      <a:pt x="50" y="3764"/>
                      <a:pt x="267" y="4296"/>
                    </a:cubicBezTo>
                    <a:cubicBezTo>
                      <a:pt x="287" y="4355"/>
                      <a:pt x="336" y="4415"/>
                      <a:pt x="385" y="4444"/>
                    </a:cubicBezTo>
                    <a:cubicBezTo>
                      <a:pt x="454" y="4474"/>
                      <a:pt x="493" y="4523"/>
                      <a:pt x="543" y="4582"/>
                    </a:cubicBezTo>
                    <a:cubicBezTo>
                      <a:pt x="750" y="4818"/>
                      <a:pt x="947" y="5065"/>
                      <a:pt x="1173" y="5281"/>
                    </a:cubicBezTo>
                    <a:cubicBezTo>
                      <a:pt x="1400" y="5488"/>
                      <a:pt x="1626" y="5695"/>
                      <a:pt x="1912" y="5813"/>
                    </a:cubicBezTo>
                    <a:cubicBezTo>
                      <a:pt x="2099" y="5892"/>
                      <a:pt x="2306" y="5951"/>
                      <a:pt x="2483" y="6040"/>
                    </a:cubicBezTo>
                    <a:cubicBezTo>
                      <a:pt x="2811" y="6204"/>
                      <a:pt x="3150" y="6233"/>
                      <a:pt x="3492" y="6233"/>
                    </a:cubicBezTo>
                    <a:cubicBezTo>
                      <a:pt x="3602" y="6233"/>
                      <a:pt x="3712" y="6230"/>
                      <a:pt x="3823" y="6227"/>
                    </a:cubicBezTo>
                    <a:cubicBezTo>
                      <a:pt x="4148" y="6217"/>
                      <a:pt x="4473" y="6158"/>
                      <a:pt x="4779" y="6050"/>
                    </a:cubicBezTo>
                    <a:cubicBezTo>
                      <a:pt x="4877" y="6010"/>
                      <a:pt x="4985" y="6010"/>
                      <a:pt x="5084" y="5981"/>
                    </a:cubicBezTo>
                    <a:cubicBezTo>
                      <a:pt x="5389" y="5863"/>
                      <a:pt x="5705" y="5744"/>
                      <a:pt x="6010" y="5616"/>
                    </a:cubicBezTo>
                    <a:cubicBezTo>
                      <a:pt x="6187" y="5538"/>
                      <a:pt x="6365" y="5439"/>
                      <a:pt x="6542" y="5341"/>
                    </a:cubicBezTo>
                    <a:cubicBezTo>
                      <a:pt x="6837" y="5183"/>
                      <a:pt x="7084" y="4956"/>
                      <a:pt x="7300" y="4710"/>
                    </a:cubicBezTo>
                    <a:cubicBezTo>
                      <a:pt x="7448" y="4533"/>
                      <a:pt x="7586" y="4336"/>
                      <a:pt x="7694" y="4129"/>
                    </a:cubicBezTo>
                    <a:cubicBezTo>
                      <a:pt x="7813" y="3922"/>
                      <a:pt x="7901" y="3686"/>
                      <a:pt x="7980" y="3449"/>
                    </a:cubicBezTo>
                    <a:cubicBezTo>
                      <a:pt x="8108" y="3085"/>
                      <a:pt x="8088" y="2710"/>
                      <a:pt x="7950" y="2346"/>
                    </a:cubicBezTo>
                    <a:cubicBezTo>
                      <a:pt x="7921" y="2257"/>
                      <a:pt x="7931" y="2159"/>
                      <a:pt x="7921" y="2060"/>
                    </a:cubicBezTo>
                    <a:cubicBezTo>
                      <a:pt x="7921" y="1981"/>
                      <a:pt x="7950" y="1893"/>
                      <a:pt x="7931" y="1814"/>
                    </a:cubicBezTo>
                    <a:cubicBezTo>
                      <a:pt x="7862" y="1587"/>
                      <a:pt x="7793" y="1371"/>
                      <a:pt x="7714" y="1144"/>
                    </a:cubicBezTo>
                    <a:cubicBezTo>
                      <a:pt x="7625" y="927"/>
                      <a:pt x="7497" y="730"/>
                      <a:pt x="7310" y="602"/>
                    </a:cubicBezTo>
                    <a:cubicBezTo>
                      <a:pt x="7015" y="405"/>
                      <a:pt x="6719" y="228"/>
                      <a:pt x="6374" y="130"/>
                    </a:cubicBezTo>
                    <a:cubicBezTo>
                      <a:pt x="6081" y="39"/>
                      <a:pt x="5782" y="1"/>
                      <a:pt x="5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29"/>
              <p:cNvSpPr/>
              <p:nvPr/>
            </p:nvSpPr>
            <p:spPr>
              <a:xfrm>
                <a:off x="9340503" y="2267532"/>
                <a:ext cx="49554" cy="46102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1173" extrusionOk="0">
                    <a:moveTo>
                      <a:pt x="1061" y="146"/>
                    </a:moveTo>
                    <a:cubicBezTo>
                      <a:pt x="1079" y="146"/>
                      <a:pt x="1096" y="147"/>
                      <a:pt x="1113" y="148"/>
                    </a:cubicBezTo>
                    <a:cubicBezTo>
                      <a:pt x="1038" y="289"/>
                      <a:pt x="828" y="385"/>
                      <a:pt x="630" y="385"/>
                    </a:cubicBezTo>
                    <a:cubicBezTo>
                      <a:pt x="620" y="385"/>
                      <a:pt x="610" y="385"/>
                      <a:pt x="601" y="385"/>
                    </a:cubicBezTo>
                    <a:cubicBezTo>
                      <a:pt x="646" y="248"/>
                      <a:pt x="859" y="146"/>
                      <a:pt x="1061" y="146"/>
                    </a:cubicBezTo>
                    <a:close/>
                    <a:moveTo>
                      <a:pt x="453" y="316"/>
                    </a:moveTo>
                    <a:cubicBezTo>
                      <a:pt x="463" y="355"/>
                      <a:pt x="493" y="385"/>
                      <a:pt x="483" y="414"/>
                    </a:cubicBezTo>
                    <a:cubicBezTo>
                      <a:pt x="424" y="601"/>
                      <a:pt x="364" y="788"/>
                      <a:pt x="296" y="966"/>
                    </a:cubicBezTo>
                    <a:cubicBezTo>
                      <a:pt x="286" y="995"/>
                      <a:pt x="227" y="1005"/>
                      <a:pt x="187" y="1015"/>
                    </a:cubicBezTo>
                    <a:cubicBezTo>
                      <a:pt x="177" y="976"/>
                      <a:pt x="148" y="936"/>
                      <a:pt x="158" y="907"/>
                    </a:cubicBezTo>
                    <a:cubicBezTo>
                      <a:pt x="236" y="710"/>
                      <a:pt x="325" y="513"/>
                      <a:pt x="404" y="316"/>
                    </a:cubicBezTo>
                    <a:close/>
                    <a:moveTo>
                      <a:pt x="1172" y="0"/>
                    </a:moveTo>
                    <a:cubicBezTo>
                      <a:pt x="1133" y="10"/>
                      <a:pt x="1113" y="10"/>
                      <a:pt x="1093" y="10"/>
                    </a:cubicBezTo>
                    <a:cubicBezTo>
                      <a:pt x="877" y="79"/>
                      <a:pt x="670" y="148"/>
                      <a:pt x="453" y="207"/>
                    </a:cubicBezTo>
                    <a:cubicBezTo>
                      <a:pt x="364" y="237"/>
                      <a:pt x="325" y="276"/>
                      <a:pt x="296" y="345"/>
                    </a:cubicBezTo>
                    <a:cubicBezTo>
                      <a:pt x="197" y="572"/>
                      <a:pt x="108" y="798"/>
                      <a:pt x="0" y="1035"/>
                    </a:cubicBezTo>
                    <a:cubicBezTo>
                      <a:pt x="99" y="1074"/>
                      <a:pt x="197" y="1123"/>
                      <a:pt x="315" y="1173"/>
                    </a:cubicBezTo>
                    <a:cubicBezTo>
                      <a:pt x="374" y="985"/>
                      <a:pt x="443" y="838"/>
                      <a:pt x="493" y="680"/>
                    </a:cubicBezTo>
                    <a:cubicBezTo>
                      <a:pt x="522" y="582"/>
                      <a:pt x="581" y="532"/>
                      <a:pt x="680" y="503"/>
                    </a:cubicBezTo>
                    <a:cubicBezTo>
                      <a:pt x="867" y="434"/>
                      <a:pt x="1054" y="345"/>
                      <a:pt x="1261" y="266"/>
                    </a:cubicBezTo>
                    <a:cubicBezTo>
                      <a:pt x="1231" y="168"/>
                      <a:pt x="1202" y="89"/>
                      <a:pt x="11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29"/>
              <p:cNvSpPr/>
              <p:nvPr/>
            </p:nvSpPr>
            <p:spPr>
              <a:xfrm>
                <a:off x="9257266" y="2294256"/>
                <a:ext cx="70460" cy="27865"/>
              </a:xfrm>
              <a:custGeom>
                <a:avLst/>
                <a:gdLst/>
                <a:ahLst/>
                <a:cxnLst/>
                <a:rect l="l" t="t" r="r" b="b"/>
                <a:pathLst>
                  <a:path w="1793" h="709" extrusionOk="0">
                    <a:moveTo>
                      <a:pt x="1793" y="0"/>
                    </a:moveTo>
                    <a:lnTo>
                      <a:pt x="1793" y="0"/>
                    </a:lnTo>
                    <a:cubicBezTo>
                      <a:pt x="1697" y="78"/>
                      <a:pt x="1659" y="105"/>
                      <a:pt x="1597" y="105"/>
                    </a:cubicBezTo>
                    <a:cubicBezTo>
                      <a:pt x="1558" y="105"/>
                      <a:pt x="1509" y="94"/>
                      <a:pt x="1428" y="79"/>
                    </a:cubicBezTo>
                    <a:cubicBezTo>
                      <a:pt x="1391" y="73"/>
                      <a:pt x="1350" y="56"/>
                      <a:pt x="1308" y="56"/>
                    </a:cubicBezTo>
                    <a:cubicBezTo>
                      <a:pt x="1273" y="56"/>
                      <a:pt x="1238" y="68"/>
                      <a:pt x="1202" y="108"/>
                    </a:cubicBezTo>
                    <a:cubicBezTo>
                      <a:pt x="1310" y="138"/>
                      <a:pt x="1409" y="168"/>
                      <a:pt x="1517" y="197"/>
                    </a:cubicBezTo>
                    <a:cubicBezTo>
                      <a:pt x="1428" y="315"/>
                      <a:pt x="1360" y="433"/>
                      <a:pt x="1231" y="453"/>
                    </a:cubicBezTo>
                    <a:cubicBezTo>
                      <a:pt x="956" y="512"/>
                      <a:pt x="690" y="562"/>
                      <a:pt x="424" y="611"/>
                    </a:cubicBezTo>
                    <a:cubicBezTo>
                      <a:pt x="420" y="613"/>
                      <a:pt x="416" y="613"/>
                      <a:pt x="412" y="613"/>
                    </a:cubicBezTo>
                    <a:cubicBezTo>
                      <a:pt x="392" y="613"/>
                      <a:pt x="362" y="596"/>
                      <a:pt x="305" y="571"/>
                    </a:cubicBezTo>
                    <a:cubicBezTo>
                      <a:pt x="493" y="424"/>
                      <a:pt x="660" y="305"/>
                      <a:pt x="847" y="168"/>
                    </a:cubicBezTo>
                    <a:lnTo>
                      <a:pt x="847" y="168"/>
                    </a:lnTo>
                    <a:cubicBezTo>
                      <a:pt x="788" y="177"/>
                      <a:pt x="759" y="168"/>
                      <a:pt x="729" y="187"/>
                    </a:cubicBezTo>
                    <a:cubicBezTo>
                      <a:pt x="640" y="236"/>
                      <a:pt x="552" y="286"/>
                      <a:pt x="463" y="335"/>
                    </a:cubicBezTo>
                    <a:cubicBezTo>
                      <a:pt x="305" y="424"/>
                      <a:pt x="217" y="601"/>
                      <a:pt x="0" y="611"/>
                    </a:cubicBezTo>
                    <a:cubicBezTo>
                      <a:pt x="69" y="660"/>
                      <a:pt x="128" y="690"/>
                      <a:pt x="197" y="699"/>
                    </a:cubicBezTo>
                    <a:cubicBezTo>
                      <a:pt x="294" y="699"/>
                      <a:pt x="388" y="708"/>
                      <a:pt x="483" y="708"/>
                    </a:cubicBezTo>
                    <a:cubicBezTo>
                      <a:pt x="563" y="708"/>
                      <a:pt x="644" y="702"/>
                      <a:pt x="729" y="680"/>
                    </a:cubicBezTo>
                    <a:cubicBezTo>
                      <a:pt x="926" y="621"/>
                      <a:pt x="1143" y="611"/>
                      <a:pt x="1350" y="522"/>
                    </a:cubicBezTo>
                    <a:cubicBezTo>
                      <a:pt x="1527" y="443"/>
                      <a:pt x="1625" y="305"/>
                      <a:pt x="1734" y="158"/>
                    </a:cubicBezTo>
                    <a:cubicBezTo>
                      <a:pt x="1763" y="118"/>
                      <a:pt x="1773" y="49"/>
                      <a:pt x="17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29"/>
              <p:cNvSpPr/>
              <p:nvPr/>
            </p:nvSpPr>
            <p:spPr>
              <a:xfrm>
                <a:off x="9341642" y="2245052"/>
                <a:ext cx="34503" cy="14385"/>
              </a:xfrm>
              <a:custGeom>
                <a:avLst/>
                <a:gdLst/>
                <a:ahLst/>
                <a:cxnLst/>
                <a:rect l="l" t="t" r="r" b="b"/>
                <a:pathLst>
                  <a:path w="878" h="366" extrusionOk="0">
                    <a:moveTo>
                      <a:pt x="432" y="99"/>
                    </a:moveTo>
                    <a:cubicBezTo>
                      <a:pt x="469" y="99"/>
                      <a:pt x="505" y="101"/>
                      <a:pt x="540" y="101"/>
                    </a:cubicBezTo>
                    <a:cubicBezTo>
                      <a:pt x="554" y="101"/>
                      <a:pt x="568" y="101"/>
                      <a:pt x="582" y="100"/>
                    </a:cubicBezTo>
                    <a:cubicBezTo>
                      <a:pt x="651" y="100"/>
                      <a:pt x="720" y="109"/>
                      <a:pt x="720" y="237"/>
                    </a:cubicBezTo>
                    <a:cubicBezTo>
                      <a:pt x="698" y="236"/>
                      <a:pt x="675" y="236"/>
                      <a:pt x="653" y="236"/>
                    </a:cubicBezTo>
                    <a:cubicBezTo>
                      <a:pt x="587" y="236"/>
                      <a:pt x="520" y="240"/>
                      <a:pt x="452" y="240"/>
                    </a:cubicBezTo>
                    <a:cubicBezTo>
                      <a:pt x="363" y="240"/>
                      <a:pt x="271" y="233"/>
                      <a:pt x="178" y="198"/>
                    </a:cubicBezTo>
                    <a:cubicBezTo>
                      <a:pt x="258" y="112"/>
                      <a:pt x="346" y="99"/>
                      <a:pt x="432" y="99"/>
                    </a:cubicBezTo>
                    <a:close/>
                    <a:moveTo>
                      <a:pt x="537" y="1"/>
                    </a:moveTo>
                    <a:cubicBezTo>
                      <a:pt x="359" y="1"/>
                      <a:pt x="184" y="22"/>
                      <a:pt x="1" y="90"/>
                    </a:cubicBezTo>
                    <a:cubicBezTo>
                      <a:pt x="50" y="178"/>
                      <a:pt x="99" y="257"/>
                      <a:pt x="148" y="365"/>
                    </a:cubicBezTo>
                    <a:cubicBezTo>
                      <a:pt x="220" y="333"/>
                      <a:pt x="293" y="323"/>
                      <a:pt x="366" y="323"/>
                    </a:cubicBezTo>
                    <a:cubicBezTo>
                      <a:pt x="461" y="323"/>
                      <a:pt x="557" y="339"/>
                      <a:pt x="653" y="339"/>
                    </a:cubicBezTo>
                    <a:cubicBezTo>
                      <a:pt x="728" y="339"/>
                      <a:pt x="802" y="329"/>
                      <a:pt x="877" y="297"/>
                    </a:cubicBezTo>
                    <a:cubicBezTo>
                      <a:pt x="838" y="198"/>
                      <a:pt x="808" y="109"/>
                      <a:pt x="779" y="11"/>
                    </a:cubicBezTo>
                    <a:cubicBezTo>
                      <a:pt x="697" y="5"/>
                      <a:pt x="616" y="1"/>
                      <a:pt x="5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29"/>
              <p:cNvSpPr/>
              <p:nvPr/>
            </p:nvSpPr>
            <p:spPr>
              <a:xfrm>
                <a:off x="9197255" y="2334892"/>
                <a:ext cx="36036" cy="22874"/>
              </a:xfrm>
              <a:custGeom>
                <a:avLst/>
                <a:gdLst/>
                <a:ahLst/>
                <a:cxnLst/>
                <a:rect l="l" t="t" r="r" b="b"/>
                <a:pathLst>
                  <a:path w="917" h="582" extrusionOk="0">
                    <a:moveTo>
                      <a:pt x="759" y="138"/>
                    </a:moveTo>
                    <a:lnTo>
                      <a:pt x="759" y="138"/>
                    </a:lnTo>
                    <a:cubicBezTo>
                      <a:pt x="828" y="207"/>
                      <a:pt x="798" y="266"/>
                      <a:pt x="739" y="286"/>
                    </a:cubicBezTo>
                    <a:cubicBezTo>
                      <a:pt x="631" y="335"/>
                      <a:pt x="522" y="385"/>
                      <a:pt x="414" y="414"/>
                    </a:cubicBezTo>
                    <a:cubicBezTo>
                      <a:pt x="391" y="421"/>
                      <a:pt x="367" y="423"/>
                      <a:pt x="341" y="423"/>
                    </a:cubicBezTo>
                    <a:cubicBezTo>
                      <a:pt x="289" y="423"/>
                      <a:pt x="230" y="414"/>
                      <a:pt x="158" y="414"/>
                    </a:cubicBezTo>
                    <a:cubicBezTo>
                      <a:pt x="384" y="316"/>
                      <a:pt x="572" y="227"/>
                      <a:pt x="759" y="138"/>
                    </a:cubicBezTo>
                    <a:close/>
                    <a:moveTo>
                      <a:pt x="857" y="0"/>
                    </a:moveTo>
                    <a:cubicBezTo>
                      <a:pt x="562" y="109"/>
                      <a:pt x="325" y="286"/>
                      <a:pt x="0" y="335"/>
                    </a:cubicBezTo>
                    <a:cubicBezTo>
                      <a:pt x="50" y="424"/>
                      <a:pt x="89" y="493"/>
                      <a:pt x="138" y="582"/>
                    </a:cubicBezTo>
                    <a:cubicBezTo>
                      <a:pt x="345" y="522"/>
                      <a:pt x="522" y="463"/>
                      <a:pt x="700" y="404"/>
                    </a:cubicBezTo>
                    <a:cubicBezTo>
                      <a:pt x="897" y="345"/>
                      <a:pt x="916" y="325"/>
                      <a:pt x="887" y="119"/>
                    </a:cubicBezTo>
                    <a:cubicBezTo>
                      <a:pt x="877" y="89"/>
                      <a:pt x="867" y="59"/>
                      <a:pt x="8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29"/>
              <p:cNvSpPr/>
              <p:nvPr/>
            </p:nvSpPr>
            <p:spPr>
              <a:xfrm>
                <a:off x="9309141" y="2324084"/>
                <a:ext cx="32145" cy="22088"/>
              </a:xfrm>
              <a:custGeom>
                <a:avLst/>
                <a:gdLst/>
                <a:ahLst/>
                <a:cxnLst/>
                <a:rect l="l" t="t" r="r" b="b"/>
                <a:pathLst>
                  <a:path w="818" h="562" extrusionOk="0">
                    <a:moveTo>
                      <a:pt x="611" y="128"/>
                    </a:moveTo>
                    <a:cubicBezTo>
                      <a:pt x="640" y="128"/>
                      <a:pt x="690" y="177"/>
                      <a:pt x="700" y="206"/>
                    </a:cubicBezTo>
                    <a:cubicBezTo>
                      <a:pt x="700" y="236"/>
                      <a:pt x="670" y="305"/>
                      <a:pt x="640" y="305"/>
                    </a:cubicBezTo>
                    <a:cubicBezTo>
                      <a:pt x="500" y="338"/>
                      <a:pt x="366" y="413"/>
                      <a:pt x="205" y="413"/>
                    </a:cubicBezTo>
                    <a:cubicBezTo>
                      <a:pt x="174" y="413"/>
                      <a:pt x="142" y="410"/>
                      <a:pt x="108" y="403"/>
                    </a:cubicBezTo>
                    <a:cubicBezTo>
                      <a:pt x="227" y="187"/>
                      <a:pt x="434" y="167"/>
                      <a:pt x="611" y="128"/>
                    </a:cubicBezTo>
                    <a:close/>
                    <a:moveTo>
                      <a:pt x="719" y="0"/>
                    </a:moveTo>
                    <a:cubicBezTo>
                      <a:pt x="700" y="0"/>
                      <a:pt x="675" y="7"/>
                      <a:pt x="640" y="19"/>
                    </a:cubicBezTo>
                    <a:cubicBezTo>
                      <a:pt x="503" y="59"/>
                      <a:pt x="365" y="88"/>
                      <a:pt x="237" y="147"/>
                    </a:cubicBezTo>
                    <a:cubicBezTo>
                      <a:pt x="158" y="177"/>
                      <a:pt x="69" y="236"/>
                      <a:pt x="30" y="305"/>
                    </a:cubicBezTo>
                    <a:cubicBezTo>
                      <a:pt x="0" y="364"/>
                      <a:pt x="30" y="453"/>
                      <a:pt x="30" y="561"/>
                    </a:cubicBezTo>
                    <a:cubicBezTo>
                      <a:pt x="315" y="492"/>
                      <a:pt x="562" y="423"/>
                      <a:pt x="818" y="364"/>
                    </a:cubicBezTo>
                    <a:cubicBezTo>
                      <a:pt x="808" y="266"/>
                      <a:pt x="798" y="177"/>
                      <a:pt x="788" y="98"/>
                    </a:cubicBezTo>
                    <a:cubicBezTo>
                      <a:pt x="775" y="31"/>
                      <a:pt x="761" y="0"/>
                      <a:pt x="7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29"/>
              <p:cNvSpPr/>
              <p:nvPr/>
            </p:nvSpPr>
            <p:spPr>
              <a:xfrm>
                <a:off x="9177487" y="2308954"/>
                <a:ext cx="31399" cy="18236"/>
              </a:xfrm>
              <a:custGeom>
                <a:avLst/>
                <a:gdLst/>
                <a:ahLst/>
                <a:cxnLst/>
                <a:rect l="l" t="t" r="r" b="b"/>
                <a:pathLst>
                  <a:path w="799" h="464" extrusionOk="0">
                    <a:moveTo>
                      <a:pt x="194" y="136"/>
                    </a:moveTo>
                    <a:cubicBezTo>
                      <a:pt x="202" y="136"/>
                      <a:pt x="210" y="137"/>
                      <a:pt x="218" y="138"/>
                    </a:cubicBezTo>
                    <a:cubicBezTo>
                      <a:pt x="326" y="138"/>
                      <a:pt x="424" y="158"/>
                      <a:pt x="533" y="158"/>
                    </a:cubicBezTo>
                    <a:cubicBezTo>
                      <a:pt x="621" y="168"/>
                      <a:pt x="651" y="227"/>
                      <a:pt x="651" y="306"/>
                    </a:cubicBezTo>
                    <a:cubicBezTo>
                      <a:pt x="624" y="310"/>
                      <a:pt x="596" y="312"/>
                      <a:pt x="567" y="312"/>
                    </a:cubicBezTo>
                    <a:cubicBezTo>
                      <a:pt x="448" y="312"/>
                      <a:pt x="307" y="279"/>
                      <a:pt x="109" y="207"/>
                    </a:cubicBezTo>
                    <a:cubicBezTo>
                      <a:pt x="117" y="158"/>
                      <a:pt x="153" y="136"/>
                      <a:pt x="194" y="136"/>
                    </a:cubicBezTo>
                    <a:close/>
                    <a:moveTo>
                      <a:pt x="60" y="0"/>
                    </a:moveTo>
                    <a:cubicBezTo>
                      <a:pt x="1" y="119"/>
                      <a:pt x="60" y="217"/>
                      <a:pt x="70" y="316"/>
                    </a:cubicBezTo>
                    <a:cubicBezTo>
                      <a:pt x="316" y="365"/>
                      <a:pt x="543" y="404"/>
                      <a:pt x="799" y="463"/>
                    </a:cubicBezTo>
                    <a:cubicBezTo>
                      <a:pt x="759" y="316"/>
                      <a:pt x="730" y="197"/>
                      <a:pt x="690" y="89"/>
                    </a:cubicBezTo>
                    <a:cubicBezTo>
                      <a:pt x="474" y="59"/>
                      <a:pt x="267" y="30"/>
                      <a:pt x="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9"/>
              <p:cNvSpPr/>
              <p:nvPr/>
            </p:nvSpPr>
            <p:spPr>
              <a:xfrm>
                <a:off x="9290946" y="2251183"/>
                <a:ext cx="37175" cy="24525"/>
              </a:xfrm>
              <a:custGeom>
                <a:avLst/>
                <a:gdLst/>
                <a:ahLst/>
                <a:cxnLst/>
                <a:rect l="l" t="t" r="r" b="b"/>
                <a:pathLst>
                  <a:path w="946" h="624" extrusionOk="0">
                    <a:moveTo>
                      <a:pt x="708" y="117"/>
                    </a:moveTo>
                    <a:cubicBezTo>
                      <a:pt x="744" y="117"/>
                      <a:pt x="786" y="132"/>
                      <a:pt x="837" y="170"/>
                    </a:cubicBezTo>
                    <a:cubicBezTo>
                      <a:pt x="607" y="276"/>
                      <a:pt x="451" y="466"/>
                      <a:pt x="187" y="466"/>
                    </a:cubicBezTo>
                    <a:cubicBezTo>
                      <a:pt x="181" y="466"/>
                      <a:pt x="174" y="466"/>
                      <a:pt x="168" y="466"/>
                    </a:cubicBezTo>
                    <a:cubicBezTo>
                      <a:pt x="187" y="328"/>
                      <a:pt x="306" y="347"/>
                      <a:pt x="365" y="298"/>
                    </a:cubicBezTo>
                    <a:cubicBezTo>
                      <a:pt x="434" y="249"/>
                      <a:pt x="503" y="209"/>
                      <a:pt x="581" y="170"/>
                    </a:cubicBezTo>
                    <a:cubicBezTo>
                      <a:pt x="620" y="142"/>
                      <a:pt x="660" y="117"/>
                      <a:pt x="708" y="117"/>
                    </a:cubicBezTo>
                    <a:close/>
                    <a:moveTo>
                      <a:pt x="741" y="0"/>
                    </a:moveTo>
                    <a:cubicBezTo>
                      <a:pt x="690" y="0"/>
                      <a:pt x="630" y="39"/>
                      <a:pt x="522" y="111"/>
                    </a:cubicBezTo>
                    <a:cubicBezTo>
                      <a:pt x="443" y="160"/>
                      <a:pt x="345" y="190"/>
                      <a:pt x="266" y="239"/>
                    </a:cubicBezTo>
                    <a:cubicBezTo>
                      <a:pt x="177" y="288"/>
                      <a:pt x="99" y="338"/>
                      <a:pt x="0" y="397"/>
                    </a:cubicBezTo>
                    <a:cubicBezTo>
                      <a:pt x="69" y="485"/>
                      <a:pt x="128" y="554"/>
                      <a:pt x="187" y="623"/>
                    </a:cubicBezTo>
                    <a:cubicBezTo>
                      <a:pt x="325" y="544"/>
                      <a:pt x="453" y="485"/>
                      <a:pt x="571" y="407"/>
                    </a:cubicBezTo>
                    <a:cubicBezTo>
                      <a:pt x="690" y="318"/>
                      <a:pt x="867" y="318"/>
                      <a:pt x="946" y="180"/>
                    </a:cubicBezTo>
                    <a:cubicBezTo>
                      <a:pt x="849" y="56"/>
                      <a:pt x="802" y="0"/>
                      <a:pt x="7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29"/>
              <p:cNvSpPr/>
              <p:nvPr/>
            </p:nvSpPr>
            <p:spPr>
              <a:xfrm>
                <a:off x="9239817" y="2337210"/>
                <a:ext cx="27941" cy="31403"/>
              </a:xfrm>
              <a:custGeom>
                <a:avLst/>
                <a:gdLst/>
                <a:ahLst/>
                <a:cxnLst/>
                <a:rect l="l" t="t" r="r" b="b"/>
                <a:pathLst>
                  <a:path w="711" h="799" extrusionOk="0">
                    <a:moveTo>
                      <a:pt x="491" y="175"/>
                    </a:moveTo>
                    <a:cubicBezTo>
                      <a:pt x="506" y="175"/>
                      <a:pt x="534" y="190"/>
                      <a:pt x="582" y="197"/>
                    </a:cubicBezTo>
                    <a:cubicBezTo>
                      <a:pt x="464" y="385"/>
                      <a:pt x="385" y="552"/>
                      <a:pt x="188" y="641"/>
                    </a:cubicBezTo>
                    <a:cubicBezTo>
                      <a:pt x="168" y="611"/>
                      <a:pt x="129" y="562"/>
                      <a:pt x="139" y="552"/>
                    </a:cubicBezTo>
                    <a:cubicBezTo>
                      <a:pt x="247" y="424"/>
                      <a:pt x="365" y="296"/>
                      <a:pt x="484" y="178"/>
                    </a:cubicBezTo>
                    <a:cubicBezTo>
                      <a:pt x="485" y="176"/>
                      <a:pt x="488" y="175"/>
                      <a:pt x="491" y="175"/>
                    </a:cubicBezTo>
                    <a:close/>
                    <a:moveTo>
                      <a:pt x="513" y="0"/>
                    </a:moveTo>
                    <a:cubicBezTo>
                      <a:pt x="336" y="197"/>
                      <a:pt x="168" y="375"/>
                      <a:pt x="1" y="552"/>
                    </a:cubicBezTo>
                    <a:cubicBezTo>
                      <a:pt x="80" y="651"/>
                      <a:pt x="89" y="779"/>
                      <a:pt x="227" y="798"/>
                    </a:cubicBezTo>
                    <a:cubicBezTo>
                      <a:pt x="385" y="611"/>
                      <a:pt x="543" y="424"/>
                      <a:pt x="710" y="227"/>
                    </a:cubicBezTo>
                    <a:cubicBezTo>
                      <a:pt x="641" y="158"/>
                      <a:pt x="582" y="89"/>
                      <a:pt x="5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29"/>
              <p:cNvSpPr/>
              <p:nvPr/>
            </p:nvSpPr>
            <p:spPr>
              <a:xfrm>
                <a:off x="9270038" y="2331237"/>
                <a:ext cx="31006" cy="15682"/>
              </a:xfrm>
              <a:custGeom>
                <a:avLst/>
                <a:gdLst/>
                <a:ahLst/>
                <a:cxnLst/>
                <a:rect l="l" t="t" r="r" b="b"/>
                <a:pathLst>
                  <a:path w="789" h="399" extrusionOk="0">
                    <a:moveTo>
                      <a:pt x="299" y="101"/>
                    </a:moveTo>
                    <a:cubicBezTo>
                      <a:pt x="311" y="101"/>
                      <a:pt x="323" y="102"/>
                      <a:pt x="335" y="103"/>
                    </a:cubicBezTo>
                    <a:cubicBezTo>
                      <a:pt x="463" y="123"/>
                      <a:pt x="621" y="74"/>
                      <a:pt x="700" y="290"/>
                    </a:cubicBezTo>
                    <a:cubicBezTo>
                      <a:pt x="653" y="295"/>
                      <a:pt x="608" y="297"/>
                      <a:pt x="565" y="297"/>
                    </a:cubicBezTo>
                    <a:cubicBezTo>
                      <a:pt x="418" y="297"/>
                      <a:pt x="290" y="274"/>
                      <a:pt x="168" y="251"/>
                    </a:cubicBezTo>
                    <a:cubicBezTo>
                      <a:pt x="168" y="132"/>
                      <a:pt x="226" y="101"/>
                      <a:pt x="299" y="101"/>
                    </a:cubicBezTo>
                    <a:close/>
                    <a:moveTo>
                      <a:pt x="325" y="0"/>
                    </a:moveTo>
                    <a:cubicBezTo>
                      <a:pt x="233" y="0"/>
                      <a:pt x="167" y="47"/>
                      <a:pt x="109" y="123"/>
                    </a:cubicBezTo>
                    <a:cubicBezTo>
                      <a:pt x="69" y="172"/>
                      <a:pt x="49" y="241"/>
                      <a:pt x="0" y="340"/>
                    </a:cubicBezTo>
                    <a:cubicBezTo>
                      <a:pt x="187" y="359"/>
                      <a:pt x="335" y="369"/>
                      <a:pt x="493" y="379"/>
                    </a:cubicBezTo>
                    <a:cubicBezTo>
                      <a:pt x="542" y="385"/>
                      <a:pt x="602" y="399"/>
                      <a:pt x="653" y="399"/>
                    </a:cubicBezTo>
                    <a:cubicBezTo>
                      <a:pt x="684" y="399"/>
                      <a:pt x="711" y="394"/>
                      <a:pt x="729" y="379"/>
                    </a:cubicBezTo>
                    <a:cubicBezTo>
                      <a:pt x="778" y="340"/>
                      <a:pt x="769" y="231"/>
                      <a:pt x="778" y="143"/>
                    </a:cubicBezTo>
                    <a:cubicBezTo>
                      <a:pt x="788" y="133"/>
                      <a:pt x="778" y="113"/>
                      <a:pt x="769" y="84"/>
                    </a:cubicBezTo>
                    <a:cubicBezTo>
                      <a:pt x="640" y="54"/>
                      <a:pt x="503" y="34"/>
                      <a:pt x="375" y="5"/>
                    </a:cubicBezTo>
                    <a:cubicBezTo>
                      <a:pt x="357" y="2"/>
                      <a:pt x="340" y="0"/>
                      <a:pt x="3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29"/>
              <p:cNvSpPr/>
              <p:nvPr/>
            </p:nvSpPr>
            <p:spPr>
              <a:xfrm>
                <a:off x="9216590" y="2278772"/>
                <a:ext cx="23657" cy="26372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71" extrusionOk="0">
                    <a:moveTo>
                      <a:pt x="395" y="138"/>
                    </a:moveTo>
                    <a:cubicBezTo>
                      <a:pt x="415" y="158"/>
                      <a:pt x="424" y="167"/>
                      <a:pt x="444" y="177"/>
                    </a:cubicBezTo>
                    <a:cubicBezTo>
                      <a:pt x="385" y="296"/>
                      <a:pt x="326" y="414"/>
                      <a:pt x="267" y="532"/>
                    </a:cubicBezTo>
                    <a:cubicBezTo>
                      <a:pt x="251" y="548"/>
                      <a:pt x="208" y="564"/>
                      <a:pt x="183" y="564"/>
                    </a:cubicBezTo>
                    <a:cubicBezTo>
                      <a:pt x="177" y="564"/>
                      <a:pt x="172" y="563"/>
                      <a:pt x="168" y="562"/>
                    </a:cubicBezTo>
                    <a:cubicBezTo>
                      <a:pt x="149" y="552"/>
                      <a:pt x="119" y="493"/>
                      <a:pt x="129" y="473"/>
                    </a:cubicBezTo>
                    <a:cubicBezTo>
                      <a:pt x="188" y="335"/>
                      <a:pt x="277" y="227"/>
                      <a:pt x="395" y="138"/>
                    </a:cubicBezTo>
                    <a:close/>
                    <a:moveTo>
                      <a:pt x="395" y="0"/>
                    </a:moveTo>
                    <a:cubicBezTo>
                      <a:pt x="237" y="167"/>
                      <a:pt x="80" y="325"/>
                      <a:pt x="1" y="562"/>
                    </a:cubicBezTo>
                    <a:cubicBezTo>
                      <a:pt x="60" y="611"/>
                      <a:pt x="109" y="650"/>
                      <a:pt x="158" y="660"/>
                    </a:cubicBezTo>
                    <a:cubicBezTo>
                      <a:pt x="176" y="667"/>
                      <a:pt x="198" y="670"/>
                      <a:pt x="221" y="670"/>
                    </a:cubicBezTo>
                    <a:cubicBezTo>
                      <a:pt x="262" y="670"/>
                      <a:pt x="303" y="659"/>
                      <a:pt x="316" y="640"/>
                    </a:cubicBezTo>
                    <a:cubicBezTo>
                      <a:pt x="415" y="453"/>
                      <a:pt x="503" y="266"/>
                      <a:pt x="602" y="69"/>
                    </a:cubicBezTo>
                    <a:cubicBezTo>
                      <a:pt x="523" y="39"/>
                      <a:pt x="464" y="20"/>
                      <a:pt x="3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29"/>
              <p:cNvSpPr/>
              <p:nvPr/>
            </p:nvSpPr>
            <p:spPr>
              <a:xfrm>
                <a:off x="9246812" y="2255270"/>
                <a:ext cx="28687" cy="20477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21" extrusionOk="0">
                    <a:moveTo>
                      <a:pt x="324" y="135"/>
                    </a:moveTo>
                    <a:cubicBezTo>
                      <a:pt x="428" y="135"/>
                      <a:pt x="525" y="184"/>
                      <a:pt x="562" y="263"/>
                    </a:cubicBezTo>
                    <a:cubicBezTo>
                      <a:pt x="581" y="293"/>
                      <a:pt x="571" y="342"/>
                      <a:pt x="552" y="371"/>
                    </a:cubicBezTo>
                    <a:cubicBezTo>
                      <a:pt x="530" y="386"/>
                      <a:pt x="498" y="395"/>
                      <a:pt x="471" y="395"/>
                    </a:cubicBezTo>
                    <a:cubicBezTo>
                      <a:pt x="461" y="395"/>
                      <a:pt x="451" y="394"/>
                      <a:pt x="443" y="391"/>
                    </a:cubicBezTo>
                    <a:cubicBezTo>
                      <a:pt x="345" y="332"/>
                      <a:pt x="246" y="263"/>
                      <a:pt x="138" y="194"/>
                    </a:cubicBezTo>
                    <a:cubicBezTo>
                      <a:pt x="194" y="153"/>
                      <a:pt x="260" y="135"/>
                      <a:pt x="324" y="135"/>
                    </a:cubicBezTo>
                    <a:close/>
                    <a:moveTo>
                      <a:pt x="286" y="1"/>
                    </a:moveTo>
                    <a:cubicBezTo>
                      <a:pt x="241" y="1"/>
                      <a:pt x="196" y="18"/>
                      <a:pt x="148" y="56"/>
                    </a:cubicBezTo>
                    <a:cubicBezTo>
                      <a:pt x="99" y="96"/>
                      <a:pt x="69" y="155"/>
                      <a:pt x="0" y="224"/>
                    </a:cubicBezTo>
                    <a:cubicBezTo>
                      <a:pt x="99" y="283"/>
                      <a:pt x="187" y="332"/>
                      <a:pt x="266" y="391"/>
                    </a:cubicBezTo>
                    <a:cubicBezTo>
                      <a:pt x="400" y="478"/>
                      <a:pt x="456" y="520"/>
                      <a:pt x="498" y="520"/>
                    </a:cubicBezTo>
                    <a:cubicBezTo>
                      <a:pt x="551" y="520"/>
                      <a:pt x="581" y="451"/>
                      <a:pt x="719" y="312"/>
                    </a:cubicBezTo>
                    <a:cubicBezTo>
                      <a:pt x="719" y="303"/>
                      <a:pt x="719" y="283"/>
                      <a:pt x="729" y="263"/>
                    </a:cubicBezTo>
                    <a:cubicBezTo>
                      <a:pt x="631" y="194"/>
                      <a:pt x="532" y="125"/>
                      <a:pt x="434" y="56"/>
                    </a:cubicBezTo>
                    <a:cubicBezTo>
                      <a:pt x="383" y="21"/>
                      <a:pt x="334" y="1"/>
                      <a:pt x="28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40" name="Google Shape;640;p29"/>
          <p:cNvGrpSpPr/>
          <p:nvPr/>
        </p:nvGrpSpPr>
        <p:grpSpPr>
          <a:xfrm>
            <a:off x="6873352" y="410421"/>
            <a:ext cx="1093284" cy="1762747"/>
            <a:chOff x="6873352" y="410421"/>
            <a:chExt cx="1093284" cy="1762747"/>
          </a:xfrm>
        </p:grpSpPr>
        <p:sp>
          <p:nvSpPr>
            <p:cNvPr id="641" name="Google Shape;641;p29"/>
            <p:cNvSpPr/>
            <p:nvPr/>
          </p:nvSpPr>
          <p:spPr>
            <a:xfrm>
              <a:off x="6873352" y="905606"/>
              <a:ext cx="1093284" cy="1075575"/>
            </a:xfrm>
            <a:custGeom>
              <a:avLst/>
              <a:gdLst/>
              <a:ahLst/>
              <a:cxnLst/>
              <a:rect l="l" t="t" r="r" b="b"/>
              <a:pathLst>
                <a:path w="10176" h="10010" extrusionOk="0">
                  <a:moveTo>
                    <a:pt x="6124" y="1"/>
                  </a:moveTo>
                  <a:cubicBezTo>
                    <a:pt x="4140" y="1"/>
                    <a:pt x="2775" y="1679"/>
                    <a:pt x="2945" y="3551"/>
                  </a:cubicBezTo>
                  <a:cubicBezTo>
                    <a:pt x="3172" y="6043"/>
                    <a:pt x="0" y="7285"/>
                    <a:pt x="1586" y="9097"/>
                  </a:cubicBezTo>
                  <a:cubicBezTo>
                    <a:pt x="2146" y="9737"/>
                    <a:pt x="2692" y="10010"/>
                    <a:pt x="3272" y="10010"/>
                  </a:cubicBezTo>
                  <a:cubicBezTo>
                    <a:pt x="4337" y="10010"/>
                    <a:pt x="5520" y="9095"/>
                    <a:pt x="7132" y="7846"/>
                  </a:cubicBezTo>
                  <a:cubicBezTo>
                    <a:pt x="9624" y="5925"/>
                    <a:pt x="10176" y="1670"/>
                    <a:pt x="8265" y="606"/>
                  </a:cubicBezTo>
                  <a:cubicBezTo>
                    <a:pt x="7506" y="185"/>
                    <a:pt x="6781" y="1"/>
                    <a:pt x="61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2" name="Google Shape;642;p29"/>
            <p:cNvGrpSpPr/>
            <p:nvPr/>
          </p:nvGrpSpPr>
          <p:grpSpPr>
            <a:xfrm>
              <a:off x="6951344" y="410421"/>
              <a:ext cx="881484" cy="1762747"/>
              <a:chOff x="5947898" y="520104"/>
              <a:chExt cx="468227" cy="936287"/>
            </a:xfrm>
          </p:grpSpPr>
          <p:sp>
            <p:nvSpPr>
              <p:cNvPr id="643" name="Google Shape;643;p29"/>
              <p:cNvSpPr/>
              <p:nvPr/>
            </p:nvSpPr>
            <p:spPr>
              <a:xfrm>
                <a:off x="5947898" y="520104"/>
                <a:ext cx="468227" cy="936287"/>
              </a:xfrm>
              <a:custGeom>
                <a:avLst/>
                <a:gdLst/>
                <a:ahLst/>
                <a:cxnLst/>
                <a:rect l="l" t="t" r="r" b="b"/>
                <a:pathLst>
                  <a:path w="13812" h="27615" extrusionOk="0">
                    <a:moveTo>
                      <a:pt x="533" y="159"/>
                    </a:moveTo>
                    <a:cubicBezTo>
                      <a:pt x="499" y="236"/>
                      <a:pt x="397" y="290"/>
                      <a:pt x="255" y="290"/>
                    </a:cubicBezTo>
                    <a:cubicBezTo>
                      <a:pt x="233" y="290"/>
                      <a:pt x="211" y="289"/>
                      <a:pt x="188" y="287"/>
                    </a:cubicBezTo>
                    <a:cubicBezTo>
                      <a:pt x="306" y="198"/>
                      <a:pt x="415" y="159"/>
                      <a:pt x="533" y="159"/>
                    </a:cubicBezTo>
                    <a:close/>
                    <a:moveTo>
                      <a:pt x="641" y="326"/>
                    </a:moveTo>
                    <a:cubicBezTo>
                      <a:pt x="671" y="346"/>
                      <a:pt x="671" y="385"/>
                      <a:pt x="661" y="425"/>
                    </a:cubicBezTo>
                    <a:cubicBezTo>
                      <a:pt x="612" y="562"/>
                      <a:pt x="533" y="681"/>
                      <a:pt x="464" y="799"/>
                    </a:cubicBezTo>
                    <a:cubicBezTo>
                      <a:pt x="444" y="828"/>
                      <a:pt x="424" y="858"/>
                      <a:pt x="395" y="907"/>
                    </a:cubicBezTo>
                    <a:cubicBezTo>
                      <a:pt x="336" y="750"/>
                      <a:pt x="296" y="612"/>
                      <a:pt x="257" y="474"/>
                    </a:cubicBezTo>
                    <a:cubicBezTo>
                      <a:pt x="385" y="425"/>
                      <a:pt x="513" y="375"/>
                      <a:pt x="641" y="326"/>
                    </a:cubicBezTo>
                    <a:close/>
                    <a:moveTo>
                      <a:pt x="759" y="631"/>
                    </a:moveTo>
                    <a:cubicBezTo>
                      <a:pt x="779" y="681"/>
                      <a:pt x="799" y="740"/>
                      <a:pt x="819" y="799"/>
                    </a:cubicBezTo>
                    <a:cubicBezTo>
                      <a:pt x="740" y="966"/>
                      <a:pt x="641" y="1134"/>
                      <a:pt x="533" y="1311"/>
                    </a:cubicBezTo>
                    <a:cubicBezTo>
                      <a:pt x="493" y="1242"/>
                      <a:pt x="484" y="1183"/>
                      <a:pt x="454" y="1124"/>
                    </a:cubicBezTo>
                    <a:cubicBezTo>
                      <a:pt x="553" y="956"/>
                      <a:pt x="641" y="799"/>
                      <a:pt x="730" y="641"/>
                    </a:cubicBezTo>
                    <a:cubicBezTo>
                      <a:pt x="730" y="641"/>
                      <a:pt x="740" y="631"/>
                      <a:pt x="759" y="631"/>
                    </a:cubicBezTo>
                    <a:close/>
                    <a:moveTo>
                      <a:pt x="887" y="1016"/>
                    </a:moveTo>
                    <a:cubicBezTo>
                      <a:pt x="947" y="1134"/>
                      <a:pt x="976" y="1242"/>
                      <a:pt x="1016" y="1351"/>
                    </a:cubicBezTo>
                    <a:cubicBezTo>
                      <a:pt x="1016" y="1370"/>
                      <a:pt x="1006" y="1400"/>
                      <a:pt x="996" y="1429"/>
                    </a:cubicBezTo>
                    <a:cubicBezTo>
                      <a:pt x="917" y="1577"/>
                      <a:pt x="819" y="1715"/>
                      <a:pt x="720" y="1873"/>
                    </a:cubicBezTo>
                    <a:cubicBezTo>
                      <a:pt x="661" y="1754"/>
                      <a:pt x="641" y="1646"/>
                      <a:pt x="592" y="1538"/>
                    </a:cubicBezTo>
                    <a:cubicBezTo>
                      <a:pt x="690" y="1370"/>
                      <a:pt x="779" y="1193"/>
                      <a:pt x="887" y="1016"/>
                    </a:cubicBezTo>
                    <a:close/>
                    <a:moveTo>
                      <a:pt x="1084" y="1597"/>
                    </a:moveTo>
                    <a:cubicBezTo>
                      <a:pt x="1134" y="1705"/>
                      <a:pt x="1163" y="1794"/>
                      <a:pt x="1183" y="1892"/>
                    </a:cubicBezTo>
                    <a:cubicBezTo>
                      <a:pt x="1193" y="1922"/>
                      <a:pt x="1183" y="1951"/>
                      <a:pt x="1173" y="1971"/>
                    </a:cubicBezTo>
                    <a:cubicBezTo>
                      <a:pt x="1084" y="2119"/>
                      <a:pt x="996" y="2257"/>
                      <a:pt x="917" y="2395"/>
                    </a:cubicBezTo>
                    <a:cubicBezTo>
                      <a:pt x="907" y="2405"/>
                      <a:pt x="897" y="2405"/>
                      <a:pt x="887" y="2414"/>
                    </a:cubicBezTo>
                    <a:cubicBezTo>
                      <a:pt x="838" y="2316"/>
                      <a:pt x="809" y="2217"/>
                      <a:pt x="789" y="2119"/>
                    </a:cubicBezTo>
                    <a:cubicBezTo>
                      <a:pt x="779" y="2099"/>
                      <a:pt x="789" y="2079"/>
                      <a:pt x="799" y="2060"/>
                    </a:cubicBezTo>
                    <a:cubicBezTo>
                      <a:pt x="887" y="1912"/>
                      <a:pt x="976" y="1754"/>
                      <a:pt x="1084" y="1597"/>
                    </a:cubicBezTo>
                    <a:close/>
                    <a:moveTo>
                      <a:pt x="1252" y="2148"/>
                    </a:moveTo>
                    <a:cubicBezTo>
                      <a:pt x="1262" y="2168"/>
                      <a:pt x="1272" y="2178"/>
                      <a:pt x="1281" y="2188"/>
                    </a:cubicBezTo>
                    <a:cubicBezTo>
                      <a:pt x="1311" y="2276"/>
                      <a:pt x="1341" y="2375"/>
                      <a:pt x="1370" y="2464"/>
                    </a:cubicBezTo>
                    <a:cubicBezTo>
                      <a:pt x="1380" y="2503"/>
                      <a:pt x="1380" y="2533"/>
                      <a:pt x="1360" y="2572"/>
                    </a:cubicBezTo>
                    <a:cubicBezTo>
                      <a:pt x="1272" y="2700"/>
                      <a:pt x="1193" y="2828"/>
                      <a:pt x="1104" y="2956"/>
                    </a:cubicBezTo>
                    <a:cubicBezTo>
                      <a:pt x="1104" y="2966"/>
                      <a:pt x="1094" y="2966"/>
                      <a:pt x="1075" y="2976"/>
                    </a:cubicBezTo>
                    <a:cubicBezTo>
                      <a:pt x="1016" y="2877"/>
                      <a:pt x="996" y="2769"/>
                      <a:pt x="966" y="2671"/>
                    </a:cubicBezTo>
                    <a:cubicBezTo>
                      <a:pt x="956" y="2651"/>
                      <a:pt x="956" y="2631"/>
                      <a:pt x="966" y="2611"/>
                    </a:cubicBezTo>
                    <a:cubicBezTo>
                      <a:pt x="1065" y="2464"/>
                      <a:pt x="1153" y="2316"/>
                      <a:pt x="1252" y="2148"/>
                    </a:cubicBezTo>
                    <a:close/>
                    <a:moveTo>
                      <a:pt x="9852" y="2680"/>
                    </a:moveTo>
                    <a:cubicBezTo>
                      <a:pt x="9950" y="2690"/>
                      <a:pt x="10029" y="2739"/>
                      <a:pt x="10118" y="2789"/>
                    </a:cubicBezTo>
                    <a:cubicBezTo>
                      <a:pt x="10295" y="2877"/>
                      <a:pt x="10384" y="2946"/>
                      <a:pt x="10472" y="3074"/>
                    </a:cubicBezTo>
                    <a:cubicBezTo>
                      <a:pt x="10443" y="3065"/>
                      <a:pt x="10423" y="3055"/>
                      <a:pt x="10393" y="3045"/>
                    </a:cubicBezTo>
                    <a:cubicBezTo>
                      <a:pt x="10295" y="2986"/>
                      <a:pt x="10187" y="2946"/>
                      <a:pt x="10068" y="2946"/>
                    </a:cubicBezTo>
                    <a:cubicBezTo>
                      <a:pt x="9980" y="2946"/>
                      <a:pt x="9911" y="2897"/>
                      <a:pt x="9842" y="2848"/>
                    </a:cubicBezTo>
                    <a:cubicBezTo>
                      <a:pt x="9793" y="2818"/>
                      <a:pt x="9783" y="2799"/>
                      <a:pt x="9812" y="2739"/>
                    </a:cubicBezTo>
                    <a:cubicBezTo>
                      <a:pt x="9822" y="2720"/>
                      <a:pt x="9832" y="2700"/>
                      <a:pt x="9852" y="2680"/>
                    </a:cubicBezTo>
                    <a:close/>
                    <a:moveTo>
                      <a:pt x="1449" y="2730"/>
                    </a:moveTo>
                    <a:cubicBezTo>
                      <a:pt x="1518" y="2868"/>
                      <a:pt x="1547" y="2996"/>
                      <a:pt x="1587" y="3114"/>
                    </a:cubicBezTo>
                    <a:cubicBezTo>
                      <a:pt x="1518" y="3291"/>
                      <a:pt x="1380" y="3508"/>
                      <a:pt x="1291" y="3577"/>
                    </a:cubicBezTo>
                    <a:cubicBezTo>
                      <a:pt x="1291" y="3567"/>
                      <a:pt x="1272" y="3557"/>
                      <a:pt x="1272" y="3547"/>
                    </a:cubicBezTo>
                    <a:cubicBezTo>
                      <a:pt x="1232" y="3429"/>
                      <a:pt x="1183" y="3311"/>
                      <a:pt x="1144" y="3193"/>
                    </a:cubicBezTo>
                    <a:cubicBezTo>
                      <a:pt x="1242" y="3045"/>
                      <a:pt x="1341" y="2887"/>
                      <a:pt x="1449" y="2730"/>
                    </a:cubicBezTo>
                    <a:close/>
                    <a:moveTo>
                      <a:pt x="12184" y="3177"/>
                    </a:moveTo>
                    <a:cubicBezTo>
                      <a:pt x="12196" y="3177"/>
                      <a:pt x="12204" y="3187"/>
                      <a:pt x="12216" y="3193"/>
                    </a:cubicBezTo>
                    <a:cubicBezTo>
                      <a:pt x="12265" y="3232"/>
                      <a:pt x="12314" y="3271"/>
                      <a:pt x="12364" y="3311"/>
                    </a:cubicBezTo>
                    <a:cubicBezTo>
                      <a:pt x="12433" y="3360"/>
                      <a:pt x="12511" y="3409"/>
                      <a:pt x="12590" y="3439"/>
                    </a:cubicBezTo>
                    <a:cubicBezTo>
                      <a:pt x="12659" y="3468"/>
                      <a:pt x="12708" y="3508"/>
                      <a:pt x="12748" y="3577"/>
                    </a:cubicBezTo>
                    <a:cubicBezTo>
                      <a:pt x="12767" y="3616"/>
                      <a:pt x="12797" y="3646"/>
                      <a:pt x="12827" y="3695"/>
                    </a:cubicBezTo>
                    <a:cubicBezTo>
                      <a:pt x="12807" y="3725"/>
                      <a:pt x="12797" y="3744"/>
                      <a:pt x="12777" y="3754"/>
                    </a:cubicBezTo>
                    <a:cubicBezTo>
                      <a:pt x="12767" y="3754"/>
                      <a:pt x="12748" y="3754"/>
                      <a:pt x="12738" y="3744"/>
                    </a:cubicBezTo>
                    <a:cubicBezTo>
                      <a:pt x="12679" y="3695"/>
                      <a:pt x="12630" y="3636"/>
                      <a:pt x="12570" y="3587"/>
                    </a:cubicBezTo>
                    <a:cubicBezTo>
                      <a:pt x="12492" y="3518"/>
                      <a:pt x="12413" y="3439"/>
                      <a:pt x="12334" y="3370"/>
                    </a:cubicBezTo>
                    <a:cubicBezTo>
                      <a:pt x="12285" y="3331"/>
                      <a:pt x="12236" y="3281"/>
                      <a:pt x="12186" y="3232"/>
                    </a:cubicBezTo>
                    <a:cubicBezTo>
                      <a:pt x="12167" y="3222"/>
                      <a:pt x="12167" y="3202"/>
                      <a:pt x="12157" y="3193"/>
                    </a:cubicBezTo>
                    <a:cubicBezTo>
                      <a:pt x="12168" y="3181"/>
                      <a:pt x="12177" y="3177"/>
                      <a:pt x="12184" y="3177"/>
                    </a:cubicBezTo>
                    <a:close/>
                    <a:moveTo>
                      <a:pt x="1676" y="3340"/>
                    </a:moveTo>
                    <a:cubicBezTo>
                      <a:pt x="1715" y="3459"/>
                      <a:pt x="1754" y="3567"/>
                      <a:pt x="1784" y="3675"/>
                    </a:cubicBezTo>
                    <a:cubicBezTo>
                      <a:pt x="1794" y="3705"/>
                      <a:pt x="1794" y="3734"/>
                      <a:pt x="1784" y="3754"/>
                    </a:cubicBezTo>
                    <a:cubicBezTo>
                      <a:pt x="1695" y="3892"/>
                      <a:pt x="1607" y="4020"/>
                      <a:pt x="1528" y="4148"/>
                    </a:cubicBezTo>
                    <a:lnTo>
                      <a:pt x="1508" y="4148"/>
                    </a:lnTo>
                    <a:cubicBezTo>
                      <a:pt x="1469" y="4099"/>
                      <a:pt x="1459" y="4040"/>
                      <a:pt x="1429" y="3981"/>
                    </a:cubicBezTo>
                    <a:cubicBezTo>
                      <a:pt x="1410" y="3931"/>
                      <a:pt x="1390" y="3872"/>
                      <a:pt x="1370" y="3803"/>
                    </a:cubicBezTo>
                    <a:cubicBezTo>
                      <a:pt x="1419" y="3734"/>
                      <a:pt x="1469" y="3656"/>
                      <a:pt x="1518" y="3577"/>
                    </a:cubicBezTo>
                    <a:cubicBezTo>
                      <a:pt x="1567" y="3508"/>
                      <a:pt x="1597" y="3409"/>
                      <a:pt x="1676" y="3340"/>
                    </a:cubicBezTo>
                    <a:close/>
                    <a:moveTo>
                      <a:pt x="1882" y="3951"/>
                    </a:moveTo>
                    <a:cubicBezTo>
                      <a:pt x="1941" y="4079"/>
                      <a:pt x="1981" y="4217"/>
                      <a:pt x="2040" y="4355"/>
                    </a:cubicBezTo>
                    <a:cubicBezTo>
                      <a:pt x="1951" y="4513"/>
                      <a:pt x="1863" y="4651"/>
                      <a:pt x="1754" y="4788"/>
                    </a:cubicBezTo>
                    <a:cubicBezTo>
                      <a:pt x="1695" y="4719"/>
                      <a:pt x="1636" y="4572"/>
                      <a:pt x="1587" y="4375"/>
                    </a:cubicBezTo>
                    <a:cubicBezTo>
                      <a:pt x="1676" y="4227"/>
                      <a:pt x="1764" y="4089"/>
                      <a:pt x="1853" y="3951"/>
                    </a:cubicBezTo>
                    <a:close/>
                    <a:moveTo>
                      <a:pt x="7645" y="3301"/>
                    </a:moveTo>
                    <a:cubicBezTo>
                      <a:pt x="7665" y="3360"/>
                      <a:pt x="7684" y="3419"/>
                      <a:pt x="7684" y="3478"/>
                    </a:cubicBezTo>
                    <a:cubicBezTo>
                      <a:pt x="7684" y="3764"/>
                      <a:pt x="7734" y="4040"/>
                      <a:pt x="7803" y="4316"/>
                    </a:cubicBezTo>
                    <a:cubicBezTo>
                      <a:pt x="7832" y="4463"/>
                      <a:pt x="7862" y="4621"/>
                      <a:pt x="7872" y="4779"/>
                    </a:cubicBezTo>
                    <a:cubicBezTo>
                      <a:pt x="7872" y="4848"/>
                      <a:pt x="7881" y="4916"/>
                      <a:pt x="7881" y="4995"/>
                    </a:cubicBezTo>
                    <a:cubicBezTo>
                      <a:pt x="7852" y="4976"/>
                      <a:pt x="7832" y="4976"/>
                      <a:pt x="7813" y="4956"/>
                    </a:cubicBezTo>
                    <a:cubicBezTo>
                      <a:pt x="7724" y="4887"/>
                      <a:pt x="7635" y="4808"/>
                      <a:pt x="7547" y="4729"/>
                    </a:cubicBezTo>
                    <a:cubicBezTo>
                      <a:pt x="7507" y="4700"/>
                      <a:pt x="7478" y="4660"/>
                      <a:pt x="7438" y="4631"/>
                    </a:cubicBezTo>
                    <a:cubicBezTo>
                      <a:pt x="7212" y="4453"/>
                      <a:pt x="6985" y="4276"/>
                      <a:pt x="6749" y="4099"/>
                    </a:cubicBezTo>
                    <a:cubicBezTo>
                      <a:pt x="6719" y="4069"/>
                      <a:pt x="6680" y="4050"/>
                      <a:pt x="6640" y="4020"/>
                    </a:cubicBezTo>
                    <a:cubicBezTo>
                      <a:pt x="6640" y="3991"/>
                      <a:pt x="6640" y="3991"/>
                      <a:pt x="6640" y="3991"/>
                    </a:cubicBezTo>
                    <a:cubicBezTo>
                      <a:pt x="6808" y="3813"/>
                      <a:pt x="6965" y="3636"/>
                      <a:pt x="7162" y="3488"/>
                    </a:cubicBezTo>
                    <a:cubicBezTo>
                      <a:pt x="7300" y="3380"/>
                      <a:pt x="7468" y="3321"/>
                      <a:pt x="7645" y="3301"/>
                    </a:cubicBezTo>
                    <a:close/>
                    <a:moveTo>
                      <a:pt x="8157" y="3242"/>
                    </a:moveTo>
                    <a:cubicBezTo>
                      <a:pt x="8187" y="3301"/>
                      <a:pt x="8187" y="3360"/>
                      <a:pt x="8187" y="3409"/>
                    </a:cubicBezTo>
                    <a:cubicBezTo>
                      <a:pt x="8187" y="3656"/>
                      <a:pt x="8187" y="3902"/>
                      <a:pt x="8187" y="4148"/>
                    </a:cubicBezTo>
                    <a:cubicBezTo>
                      <a:pt x="8177" y="4385"/>
                      <a:pt x="8157" y="4621"/>
                      <a:pt x="8147" y="4867"/>
                    </a:cubicBezTo>
                    <a:cubicBezTo>
                      <a:pt x="8147" y="4887"/>
                      <a:pt x="8147" y="4907"/>
                      <a:pt x="8147" y="4936"/>
                    </a:cubicBezTo>
                    <a:cubicBezTo>
                      <a:pt x="8138" y="4966"/>
                      <a:pt x="8118" y="4995"/>
                      <a:pt x="8059" y="5005"/>
                    </a:cubicBezTo>
                    <a:cubicBezTo>
                      <a:pt x="8049" y="4916"/>
                      <a:pt x="8039" y="4828"/>
                      <a:pt x="8029" y="4739"/>
                    </a:cubicBezTo>
                    <a:cubicBezTo>
                      <a:pt x="8019" y="4601"/>
                      <a:pt x="8000" y="4463"/>
                      <a:pt x="7960" y="4325"/>
                    </a:cubicBezTo>
                    <a:cubicBezTo>
                      <a:pt x="7891" y="4040"/>
                      <a:pt x="7822" y="3754"/>
                      <a:pt x="7822" y="3459"/>
                    </a:cubicBezTo>
                    <a:cubicBezTo>
                      <a:pt x="7822" y="3429"/>
                      <a:pt x="7822" y="3399"/>
                      <a:pt x="7813" y="3370"/>
                    </a:cubicBezTo>
                    <a:cubicBezTo>
                      <a:pt x="7803" y="3350"/>
                      <a:pt x="7793" y="3321"/>
                      <a:pt x="7783" y="3281"/>
                    </a:cubicBezTo>
                    <a:cubicBezTo>
                      <a:pt x="7911" y="3242"/>
                      <a:pt x="8029" y="3252"/>
                      <a:pt x="8157" y="3242"/>
                    </a:cubicBezTo>
                    <a:close/>
                    <a:moveTo>
                      <a:pt x="6522" y="4109"/>
                    </a:moveTo>
                    <a:cubicBezTo>
                      <a:pt x="6788" y="4266"/>
                      <a:pt x="7448" y="4818"/>
                      <a:pt x="7566" y="4995"/>
                    </a:cubicBezTo>
                    <a:cubicBezTo>
                      <a:pt x="7537" y="4995"/>
                      <a:pt x="7507" y="4995"/>
                      <a:pt x="7478" y="4985"/>
                    </a:cubicBezTo>
                    <a:cubicBezTo>
                      <a:pt x="7338" y="4952"/>
                      <a:pt x="7193" y="4941"/>
                      <a:pt x="7046" y="4941"/>
                    </a:cubicBezTo>
                    <a:cubicBezTo>
                      <a:pt x="6934" y="4941"/>
                      <a:pt x="6820" y="4947"/>
                      <a:pt x="6709" y="4956"/>
                    </a:cubicBezTo>
                    <a:cubicBezTo>
                      <a:pt x="6522" y="4966"/>
                      <a:pt x="6345" y="5005"/>
                      <a:pt x="6177" y="5094"/>
                    </a:cubicBezTo>
                    <a:cubicBezTo>
                      <a:pt x="6167" y="5104"/>
                      <a:pt x="6148" y="5104"/>
                      <a:pt x="6128" y="5113"/>
                    </a:cubicBezTo>
                    <a:cubicBezTo>
                      <a:pt x="6118" y="5094"/>
                      <a:pt x="6108" y="5074"/>
                      <a:pt x="6108" y="5054"/>
                    </a:cubicBezTo>
                    <a:cubicBezTo>
                      <a:pt x="6079" y="4946"/>
                      <a:pt x="6079" y="4828"/>
                      <a:pt x="6089" y="4710"/>
                    </a:cubicBezTo>
                    <a:cubicBezTo>
                      <a:pt x="6099" y="4670"/>
                      <a:pt x="6108" y="4621"/>
                      <a:pt x="6128" y="4582"/>
                    </a:cubicBezTo>
                    <a:cubicBezTo>
                      <a:pt x="6187" y="4434"/>
                      <a:pt x="6374" y="4217"/>
                      <a:pt x="6522" y="4109"/>
                    </a:cubicBezTo>
                    <a:close/>
                    <a:moveTo>
                      <a:pt x="9145" y="2056"/>
                    </a:moveTo>
                    <a:cubicBezTo>
                      <a:pt x="9203" y="2056"/>
                      <a:pt x="9256" y="2071"/>
                      <a:pt x="9310" y="2109"/>
                    </a:cubicBezTo>
                    <a:cubicBezTo>
                      <a:pt x="9393" y="2173"/>
                      <a:pt x="9484" y="2200"/>
                      <a:pt x="9581" y="2200"/>
                    </a:cubicBezTo>
                    <a:cubicBezTo>
                      <a:pt x="9634" y="2200"/>
                      <a:pt x="9688" y="2192"/>
                      <a:pt x="9743" y="2178"/>
                    </a:cubicBezTo>
                    <a:cubicBezTo>
                      <a:pt x="9812" y="2168"/>
                      <a:pt x="9891" y="2148"/>
                      <a:pt x="9960" y="2129"/>
                    </a:cubicBezTo>
                    <a:cubicBezTo>
                      <a:pt x="9974" y="2123"/>
                      <a:pt x="9987" y="2121"/>
                      <a:pt x="9999" y="2121"/>
                    </a:cubicBezTo>
                    <a:cubicBezTo>
                      <a:pt x="10030" y="2121"/>
                      <a:pt x="10057" y="2137"/>
                      <a:pt x="10078" y="2158"/>
                    </a:cubicBezTo>
                    <a:cubicBezTo>
                      <a:pt x="10118" y="2198"/>
                      <a:pt x="10147" y="2237"/>
                      <a:pt x="10177" y="2286"/>
                    </a:cubicBezTo>
                    <a:cubicBezTo>
                      <a:pt x="10275" y="2424"/>
                      <a:pt x="10403" y="2533"/>
                      <a:pt x="10551" y="2602"/>
                    </a:cubicBezTo>
                    <a:cubicBezTo>
                      <a:pt x="10906" y="2789"/>
                      <a:pt x="11260" y="2986"/>
                      <a:pt x="11635" y="3114"/>
                    </a:cubicBezTo>
                    <a:cubicBezTo>
                      <a:pt x="11684" y="3133"/>
                      <a:pt x="11733" y="3153"/>
                      <a:pt x="11782" y="3173"/>
                    </a:cubicBezTo>
                    <a:cubicBezTo>
                      <a:pt x="11861" y="3212"/>
                      <a:pt x="11920" y="3252"/>
                      <a:pt x="11979" y="3321"/>
                    </a:cubicBezTo>
                    <a:cubicBezTo>
                      <a:pt x="12058" y="3419"/>
                      <a:pt x="12157" y="3498"/>
                      <a:pt x="12255" y="3577"/>
                    </a:cubicBezTo>
                    <a:cubicBezTo>
                      <a:pt x="12295" y="3606"/>
                      <a:pt x="12334" y="3636"/>
                      <a:pt x="12364" y="3675"/>
                    </a:cubicBezTo>
                    <a:cubicBezTo>
                      <a:pt x="12482" y="3813"/>
                      <a:pt x="12610" y="3922"/>
                      <a:pt x="12758" y="4030"/>
                    </a:cubicBezTo>
                    <a:cubicBezTo>
                      <a:pt x="12817" y="4069"/>
                      <a:pt x="12866" y="4119"/>
                      <a:pt x="12876" y="4188"/>
                    </a:cubicBezTo>
                    <a:cubicBezTo>
                      <a:pt x="12896" y="4276"/>
                      <a:pt x="12964" y="4335"/>
                      <a:pt x="13033" y="4385"/>
                    </a:cubicBezTo>
                    <a:cubicBezTo>
                      <a:pt x="13122" y="4444"/>
                      <a:pt x="13230" y="4503"/>
                      <a:pt x="13329" y="4562"/>
                    </a:cubicBezTo>
                    <a:cubicBezTo>
                      <a:pt x="13388" y="4601"/>
                      <a:pt x="13457" y="4631"/>
                      <a:pt x="13516" y="4670"/>
                    </a:cubicBezTo>
                    <a:cubicBezTo>
                      <a:pt x="13615" y="4739"/>
                      <a:pt x="13624" y="4828"/>
                      <a:pt x="13556" y="4916"/>
                    </a:cubicBezTo>
                    <a:cubicBezTo>
                      <a:pt x="13536" y="4956"/>
                      <a:pt x="13506" y="4985"/>
                      <a:pt x="13467" y="5005"/>
                    </a:cubicBezTo>
                    <a:cubicBezTo>
                      <a:pt x="13388" y="5054"/>
                      <a:pt x="13299" y="5094"/>
                      <a:pt x="13191" y="5123"/>
                    </a:cubicBezTo>
                    <a:cubicBezTo>
                      <a:pt x="13112" y="5005"/>
                      <a:pt x="13043" y="4887"/>
                      <a:pt x="13043" y="4749"/>
                    </a:cubicBezTo>
                    <a:cubicBezTo>
                      <a:pt x="13043" y="4670"/>
                      <a:pt x="13014" y="4611"/>
                      <a:pt x="12974" y="4552"/>
                    </a:cubicBezTo>
                    <a:cubicBezTo>
                      <a:pt x="12876" y="4404"/>
                      <a:pt x="12738" y="4286"/>
                      <a:pt x="12580" y="4188"/>
                    </a:cubicBezTo>
                    <a:cubicBezTo>
                      <a:pt x="12541" y="4148"/>
                      <a:pt x="12472" y="4138"/>
                      <a:pt x="12423" y="4119"/>
                    </a:cubicBezTo>
                    <a:cubicBezTo>
                      <a:pt x="12285" y="4079"/>
                      <a:pt x="12176" y="4020"/>
                      <a:pt x="12058" y="3941"/>
                    </a:cubicBezTo>
                    <a:cubicBezTo>
                      <a:pt x="11861" y="3793"/>
                      <a:pt x="11664" y="3636"/>
                      <a:pt x="11507" y="3439"/>
                    </a:cubicBezTo>
                    <a:cubicBezTo>
                      <a:pt x="11418" y="3321"/>
                      <a:pt x="11300" y="3242"/>
                      <a:pt x="11152" y="3212"/>
                    </a:cubicBezTo>
                    <a:cubicBezTo>
                      <a:pt x="10935" y="3163"/>
                      <a:pt x="10748" y="3055"/>
                      <a:pt x="10581" y="2887"/>
                    </a:cubicBezTo>
                    <a:cubicBezTo>
                      <a:pt x="10413" y="2720"/>
                      <a:pt x="10206" y="2621"/>
                      <a:pt x="9980" y="2533"/>
                    </a:cubicBezTo>
                    <a:cubicBezTo>
                      <a:pt x="9921" y="2508"/>
                      <a:pt x="9861" y="2496"/>
                      <a:pt x="9804" y="2496"/>
                    </a:cubicBezTo>
                    <a:cubicBezTo>
                      <a:pt x="9746" y="2496"/>
                      <a:pt x="9689" y="2508"/>
                      <a:pt x="9635" y="2533"/>
                    </a:cubicBezTo>
                    <a:cubicBezTo>
                      <a:pt x="9436" y="2624"/>
                      <a:pt x="9226" y="2645"/>
                      <a:pt x="9012" y="2645"/>
                    </a:cubicBezTo>
                    <a:cubicBezTo>
                      <a:pt x="8951" y="2645"/>
                      <a:pt x="8889" y="2643"/>
                      <a:pt x="8827" y="2641"/>
                    </a:cubicBezTo>
                    <a:cubicBezTo>
                      <a:pt x="8768" y="2631"/>
                      <a:pt x="8699" y="2611"/>
                      <a:pt x="8630" y="2582"/>
                    </a:cubicBezTo>
                    <a:cubicBezTo>
                      <a:pt x="8541" y="2542"/>
                      <a:pt x="8463" y="2513"/>
                      <a:pt x="8364" y="2503"/>
                    </a:cubicBezTo>
                    <a:cubicBezTo>
                      <a:pt x="8335" y="2503"/>
                      <a:pt x="8295" y="2483"/>
                      <a:pt x="8256" y="2473"/>
                    </a:cubicBezTo>
                    <a:cubicBezTo>
                      <a:pt x="8246" y="2375"/>
                      <a:pt x="8236" y="2276"/>
                      <a:pt x="8226" y="2158"/>
                    </a:cubicBezTo>
                    <a:cubicBezTo>
                      <a:pt x="8239" y="2158"/>
                      <a:pt x="8253" y="2154"/>
                      <a:pt x="8269" y="2154"/>
                    </a:cubicBezTo>
                    <a:cubicBezTo>
                      <a:pt x="8277" y="2154"/>
                      <a:pt x="8285" y="2155"/>
                      <a:pt x="8295" y="2158"/>
                    </a:cubicBezTo>
                    <a:cubicBezTo>
                      <a:pt x="8334" y="2163"/>
                      <a:pt x="8372" y="2165"/>
                      <a:pt x="8411" y="2165"/>
                    </a:cubicBezTo>
                    <a:cubicBezTo>
                      <a:pt x="8546" y="2165"/>
                      <a:pt x="8677" y="2140"/>
                      <a:pt x="8807" y="2109"/>
                    </a:cubicBezTo>
                    <a:cubicBezTo>
                      <a:pt x="8906" y="2089"/>
                      <a:pt x="9004" y="2070"/>
                      <a:pt x="9093" y="2060"/>
                    </a:cubicBezTo>
                    <a:cubicBezTo>
                      <a:pt x="9111" y="2058"/>
                      <a:pt x="9128" y="2056"/>
                      <a:pt x="9145" y="2056"/>
                    </a:cubicBezTo>
                    <a:close/>
                    <a:moveTo>
                      <a:pt x="2119" y="4572"/>
                    </a:moveTo>
                    <a:cubicBezTo>
                      <a:pt x="2158" y="4651"/>
                      <a:pt x="2178" y="4739"/>
                      <a:pt x="2217" y="4828"/>
                    </a:cubicBezTo>
                    <a:cubicBezTo>
                      <a:pt x="2237" y="4887"/>
                      <a:pt x="2257" y="4946"/>
                      <a:pt x="2276" y="5005"/>
                    </a:cubicBezTo>
                    <a:cubicBezTo>
                      <a:pt x="2296" y="5054"/>
                      <a:pt x="2296" y="5084"/>
                      <a:pt x="2267" y="5123"/>
                    </a:cubicBezTo>
                    <a:cubicBezTo>
                      <a:pt x="2178" y="5232"/>
                      <a:pt x="2099" y="5350"/>
                      <a:pt x="2020" y="5458"/>
                    </a:cubicBezTo>
                    <a:cubicBezTo>
                      <a:pt x="2010" y="5468"/>
                      <a:pt x="2001" y="5468"/>
                      <a:pt x="1971" y="5488"/>
                    </a:cubicBezTo>
                    <a:cubicBezTo>
                      <a:pt x="1912" y="5320"/>
                      <a:pt x="1863" y="5173"/>
                      <a:pt x="1804" y="5025"/>
                    </a:cubicBezTo>
                    <a:cubicBezTo>
                      <a:pt x="1902" y="4877"/>
                      <a:pt x="1991" y="4729"/>
                      <a:pt x="2089" y="4591"/>
                    </a:cubicBezTo>
                    <a:cubicBezTo>
                      <a:pt x="2089" y="4582"/>
                      <a:pt x="2099" y="4582"/>
                      <a:pt x="2119" y="4572"/>
                    </a:cubicBezTo>
                    <a:close/>
                    <a:moveTo>
                      <a:pt x="3412" y="5606"/>
                    </a:moveTo>
                    <a:cubicBezTo>
                      <a:pt x="3525" y="5606"/>
                      <a:pt x="3639" y="5609"/>
                      <a:pt x="3754" y="5616"/>
                    </a:cubicBezTo>
                    <a:cubicBezTo>
                      <a:pt x="4039" y="5632"/>
                      <a:pt x="4323" y="5642"/>
                      <a:pt x="4608" y="5642"/>
                    </a:cubicBezTo>
                    <a:cubicBezTo>
                      <a:pt x="4855" y="5642"/>
                      <a:pt x="5103" y="5634"/>
                      <a:pt x="5350" y="5616"/>
                    </a:cubicBezTo>
                    <a:cubicBezTo>
                      <a:pt x="5379" y="5613"/>
                      <a:pt x="5409" y="5611"/>
                      <a:pt x="5439" y="5611"/>
                    </a:cubicBezTo>
                    <a:cubicBezTo>
                      <a:pt x="5498" y="5611"/>
                      <a:pt x="5557" y="5616"/>
                      <a:pt x="5616" y="5616"/>
                    </a:cubicBezTo>
                    <a:cubicBezTo>
                      <a:pt x="5655" y="5655"/>
                      <a:pt x="5655" y="5695"/>
                      <a:pt x="5626" y="5734"/>
                    </a:cubicBezTo>
                    <a:cubicBezTo>
                      <a:pt x="5616" y="5695"/>
                      <a:pt x="5586" y="5695"/>
                      <a:pt x="5547" y="5695"/>
                    </a:cubicBezTo>
                    <a:cubicBezTo>
                      <a:pt x="5478" y="5705"/>
                      <a:pt x="5409" y="5724"/>
                      <a:pt x="5330" y="5724"/>
                    </a:cubicBezTo>
                    <a:cubicBezTo>
                      <a:pt x="5222" y="5734"/>
                      <a:pt x="5113" y="5744"/>
                      <a:pt x="5005" y="5744"/>
                    </a:cubicBezTo>
                    <a:cubicBezTo>
                      <a:pt x="4690" y="5744"/>
                      <a:pt x="4375" y="5744"/>
                      <a:pt x="4059" y="5734"/>
                    </a:cubicBezTo>
                    <a:cubicBezTo>
                      <a:pt x="3867" y="5729"/>
                      <a:pt x="3673" y="5724"/>
                      <a:pt x="3478" y="5724"/>
                    </a:cubicBezTo>
                    <a:cubicBezTo>
                      <a:pt x="3284" y="5724"/>
                      <a:pt x="3089" y="5729"/>
                      <a:pt x="2897" y="5744"/>
                    </a:cubicBezTo>
                    <a:cubicBezTo>
                      <a:pt x="2858" y="5744"/>
                      <a:pt x="2818" y="5754"/>
                      <a:pt x="2779" y="5754"/>
                    </a:cubicBezTo>
                    <a:cubicBezTo>
                      <a:pt x="2730" y="5754"/>
                      <a:pt x="2720" y="5744"/>
                      <a:pt x="2710" y="5665"/>
                    </a:cubicBezTo>
                    <a:cubicBezTo>
                      <a:pt x="2739" y="5655"/>
                      <a:pt x="2769" y="5645"/>
                      <a:pt x="2799" y="5636"/>
                    </a:cubicBezTo>
                    <a:cubicBezTo>
                      <a:pt x="3002" y="5616"/>
                      <a:pt x="3206" y="5606"/>
                      <a:pt x="3412" y="5606"/>
                    </a:cubicBezTo>
                    <a:close/>
                    <a:moveTo>
                      <a:pt x="2365" y="5291"/>
                    </a:moveTo>
                    <a:cubicBezTo>
                      <a:pt x="2404" y="5409"/>
                      <a:pt x="2444" y="5527"/>
                      <a:pt x="2483" y="5645"/>
                    </a:cubicBezTo>
                    <a:cubicBezTo>
                      <a:pt x="2493" y="5665"/>
                      <a:pt x="2483" y="5695"/>
                      <a:pt x="2464" y="5714"/>
                    </a:cubicBezTo>
                    <a:cubicBezTo>
                      <a:pt x="2385" y="5833"/>
                      <a:pt x="2296" y="5941"/>
                      <a:pt x="2198" y="6049"/>
                    </a:cubicBezTo>
                    <a:cubicBezTo>
                      <a:pt x="2148" y="5980"/>
                      <a:pt x="2109" y="5892"/>
                      <a:pt x="2060" y="5695"/>
                    </a:cubicBezTo>
                    <a:cubicBezTo>
                      <a:pt x="2148" y="5547"/>
                      <a:pt x="2296" y="5350"/>
                      <a:pt x="2365" y="5291"/>
                    </a:cubicBezTo>
                    <a:close/>
                    <a:moveTo>
                      <a:pt x="6962" y="5089"/>
                    </a:moveTo>
                    <a:cubicBezTo>
                      <a:pt x="7178" y="5089"/>
                      <a:pt x="7389" y="5113"/>
                      <a:pt x="7596" y="5173"/>
                    </a:cubicBezTo>
                    <a:cubicBezTo>
                      <a:pt x="7635" y="5182"/>
                      <a:pt x="7675" y="5192"/>
                      <a:pt x="7734" y="5202"/>
                    </a:cubicBezTo>
                    <a:cubicBezTo>
                      <a:pt x="7724" y="5222"/>
                      <a:pt x="7714" y="5242"/>
                      <a:pt x="7704" y="5251"/>
                    </a:cubicBezTo>
                    <a:cubicBezTo>
                      <a:pt x="7537" y="5379"/>
                      <a:pt x="7369" y="5517"/>
                      <a:pt x="7202" y="5655"/>
                    </a:cubicBezTo>
                    <a:cubicBezTo>
                      <a:pt x="7123" y="5714"/>
                      <a:pt x="7034" y="5764"/>
                      <a:pt x="6936" y="5813"/>
                    </a:cubicBezTo>
                    <a:cubicBezTo>
                      <a:pt x="6847" y="5862"/>
                      <a:pt x="6759" y="5892"/>
                      <a:pt x="6660" y="5931"/>
                    </a:cubicBezTo>
                    <a:cubicBezTo>
                      <a:pt x="6571" y="5980"/>
                      <a:pt x="6483" y="6030"/>
                      <a:pt x="6394" y="6089"/>
                    </a:cubicBezTo>
                    <a:cubicBezTo>
                      <a:pt x="6256" y="5852"/>
                      <a:pt x="6138" y="5458"/>
                      <a:pt x="6148" y="5261"/>
                    </a:cubicBezTo>
                    <a:cubicBezTo>
                      <a:pt x="6305" y="5173"/>
                      <a:pt x="6473" y="5123"/>
                      <a:pt x="6650" y="5104"/>
                    </a:cubicBezTo>
                    <a:cubicBezTo>
                      <a:pt x="6755" y="5094"/>
                      <a:pt x="6859" y="5089"/>
                      <a:pt x="6962" y="5089"/>
                    </a:cubicBezTo>
                    <a:close/>
                    <a:moveTo>
                      <a:pt x="8147" y="5192"/>
                    </a:moveTo>
                    <a:cubicBezTo>
                      <a:pt x="8197" y="5567"/>
                      <a:pt x="8256" y="5911"/>
                      <a:pt x="8305" y="6256"/>
                    </a:cubicBezTo>
                    <a:cubicBezTo>
                      <a:pt x="8295" y="6266"/>
                      <a:pt x="8295" y="6266"/>
                      <a:pt x="8285" y="6266"/>
                    </a:cubicBezTo>
                    <a:cubicBezTo>
                      <a:pt x="8276" y="6276"/>
                      <a:pt x="8266" y="6276"/>
                      <a:pt x="8246" y="6276"/>
                    </a:cubicBezTo>
                    <a:lnTo>
                      <a:pt x="7753" y="6276"/>
                    </a:lnTo>
                    <a:cubicBezTo>
                      <a:pt x="7763" y="6246"/>
                      <a:pt x="7773" y="6227"/>
                      <a:pt x="7773" y="6207"/>
                    </a:cubicBezTo>
                    <a:cubicBezTo>
                      <a:pt x="7783" y="6187"/>
                      <a:pt x="7793" y="6177"/>
                      <a:pt x="7803" y="6158"/>
                    </a:cubicBezTo>
                    <a:cubicBezTo>
                      <a:pt x="7901" y="5990"/>
                      <a:pt x="7960" y="5803"/>
                      <a:pt x="8000" y="5606"/>
                    </a:cubicBezTo>
                    <a:cubicBezTo>
                      <a:pt x="8010" y="5547"/>
                      <a:pt x="8019" y="5488"/>
                      <a:pt x="8029" y="5429"/>
                    </a:cubicBezTo>
                    <a:cubicBezTo>
                      <a:pt x="8049" y="5370"/>
                      <a:pt x="8069" y="5310"/>
                      <a:pt x="8088" y="5261"/>
                    </a:cubicBezTo>
                    <a:cubicBezTo>
                      <a:pt x="8098" y="5232"/>
                      <a:pt x="8118" y="5222"/>
                      <a:pt x="8147" y="5192"/>
                    </a:cubicBezTo>
                    <a:close/>
                    <a:moveTo>
                      <a:pt x="1961" y="6000"/>
                    </a:moveTo>
                    <a:cubicBezTo>
                      <a:pt x="1991" y="6099"/>
                      <a:pt x="2030" y="6187"/>
                      <a:pt x="2060" y="6276"/>
                    </a:cubicBezTo>
                    <a:cubicBezTo>
                      <a:pt x="2070" y="6286"/>
                      <a:pt x="2060" y="6305"/>
                      <a:pt x="2060" y="6325"/>
                    </a:cubicBezTo>
                    <a:cubicBezTo>
                      <a:pt x="1882" y="6325"/>
                      <a:pt x="1715" y="6286"/>
                      <a:pt x="1547" y="6246"/>
                    </a:cubicBezTo>
                    <a:cubicBezTo>
                      <a:pt x="1429" y="6217"/>
                      <a:pt x="1321" y="6177"/>
                      <a:pt x="1213" y="6108"/>
                    </a:cubicBezTo>
                    <a:cubicBezTo>
                      <a:pt x="1291" y="6059"/>
                      <a:pt x="1410" y="6049"/>
                      <a:pt x="1961" y="6000"/>
                    </a:cubicBezTo>
                    <a:close/>
                    <a:moveTo>
                      <a:pt x="7881" y="5350"/>
                    </a:moveTo>
                    <a:cubicBezTo>
                      <a:pt x="7881" y="5399"/>
                      <a:pt x="7891" y="5429"/>
                      <a:pt x="7881" y="5458"/>
                    </a:cubicBezTo>
                    <a:cubicBezTo>
                      <a:pt x="7872" y="5537"/>
                      <a:pt x="7852" y="5626"/>
                      <a:pt x="7822" y="5714"/>
                    </a:cubicBezTo>
                    <a:cubicBezTo>
                      <a:pt x="7813" y="5764"/>
                      <a:pt x="7793" y="5823"/>
                      <a:pt x="7773" y="5882"/>
                    </a:cubicBezTo>
                    <a:cubicBezTo>
                      <a:pt x="7704" y="6020"/>
                      <a:pt x="7625" y="6148"/>
                      <a:pt x="7556" y="6286"/>
                    </a:cubicBezTo>
                    <a:cubicBezTo>
                      <a:pt x="7428" y="6296"/>
                      <a:pt x="7310" y="6315"/>
                      <a:pt x="7182" y="6315"/>
                    </a:cubicBezTo>
                    <a:cubicBezTo>
                      <a:pt x="6975" y="6325"/>
                      <a:pt x="6768" y="6335"/>
                      <a:pt x="6561" y="6345"/>
                    </a:cubicBezTo>
                    <a:cubicBezTo>
                      <a:pt x="6532" y="6345"/>
                      <a:pt x="6502" y="6345"/>
                      <a:pt x="6483" y="6305"/>
                    </a:cubicBezTo>
                    <a:cubicBezTo>
                      <a:pt x="6453" y="6266"/>
                      <a:pt x="6453" y="6217"/>
                      <a:pt x="6493" y="6197"/>
                    </a:cubicBezTo>
                    <a:cubicBezTo>
                      <a:pt x="6552" y="6158"/>
                      <a:pt x="6621" y="6118"/>
                      <a:pt x="6680" y="6079"/>
                    </a:cubicBezTo>
                    <a:cubicBezTo>
                      <a:pt x="6759" y="6049"/>
                      <a:pt x="6837" y="6020"/>
                      <a:pt x="6916" y="5990"/>
                    </a:cubicBezTo>
                    <a:cubicBezTo>
                      <a:pt x="7074" y="5931"/>
                      <a:pt x="7212" y="5852"/>
                      <a:pt x="7350" y="5744"/>
                    </a:cubicBezTo>
                    <a:cubicBezTo>
                      <a:pt x="7497" y="5626"/>
                      <a:pt x="7655" y="5508"/>
                      <a:pt x="7803" y="5399"/>
                    </a:cubicBezTo>
                    <a:cubicBezTo>
                      <a:pt x="7832" y="5379"/>
                      <a:pt x="7852" y="5370"/>
                      <a:pt x="7881" y="5350"/>
                    </a:cubicBezTo>
                    <a:close/>
                    <a:moveTo>
                      <a:pt x="8059" y="2858"/>
                    </a:moveTo>
                    <a:cubicBezTo>
                      <a:pt x="8079" y="2858"/>
                      <a:pt x="8108" y="2868"/>
                      <a:pt x="8138" y="2868"/>
                    </a:cubicBezTo>
                    <a:cubicBezTo>
                      <a:pt x="8138" y="2927"/>
                      <a:pt x="8147" y="2986"/>
                      <a:pt x="8157" y="3055"/>
                    </a:cubicBezTo>
                    <a:cubicBezTo>
                      <a:pt x="8118" y="3055"/>
                      <a:pt x="8088" y="3065"/>
                      <a:pt x="8059" y="3065"/>
                    </a:cubicBezTo>
                    <a:cubicBezTo>
                      <a:pt x="7842" y="3084"/>
                      <a:pt x="7635" y="3114"/>
                      <a:pt x="7428" y="3163"/>
                    </a:cubicBezTo>
                    <a:cubicBezTo>
                      <a:pt x="7281" y="3202"/>
                      <a:pt x="7153" y="3262"/>
                      <a:pt x="7034" y="3360"/>
                    </a:cubicBezTo>
                    <a:cubicBezTo>
                      <a:pt x="6946" y="3439"/>
                      <a:pt x="6857" y="3518"/>
                      <a:pt x="6778" y="3596"/>
                    </a:cubicBezTo>
                    <a:cubicBezTo>
                      <a:pt x="6650" y="3725"/>
                      <a:pt x="6512" y="3853"/>
                      <a:pt x="6384" y="3981"/>
                    </a:cubicBezTo>
                    <a:cubicBezTo>
                      <a:pt x="6315" y="4050"/>
                      <a:pt x="6246" y="4119"/>
                      <a:pt x="6187" y="4197"/>
                    </a:cubicBezTo>
                    <a:cubicBezTo>
                      <a:pt x="6118" y="4266"/>
                      <a:pt x="6059" y="4355"/>
                      <a:pt x="6010" y="4444"/>
                    </a:cubicBezTo>
                    <a:cubicBezTo>
                      <a:pt x="5951" y="4532"/>
                      <a:pt x="5921" y="4641"/>
                      <a:pt x="5921" y="4759"/>
                    </a:cubicBezTo>
                    <a:cubicBezTo>
                      <a:pt x="5911" y="4946"/>
                      <a:pt x="5951" y="5133"/>
                      <a:pt x="5980" y="5320"/>
                    </a:cubicBezTo>
                    <a:cubicBezTo>
                      <a:pt x="6030" y="5626"/>
                      <a:pt x="6138" y="5921"/>
                      <a:pt x="6276" y="6197"/>
                    </a:cubicBezTo>
                    <a:cubicBezTo>
                      <a:pt x="6296" y="6236"/>
                      <a:pt x="6325" y="6286"/>
                      <a:pt x="6335" y="6335"/>
                    </a:cubicBezTo>
                    <a:cubicBezTo>
                      <a:pt x="6300" y="6347"/>
                      <a:pt x="6266" y="6351"/>
                      <a:pt x="6231" y="6351"/>
                    </a:cubicBezTo>
                    <a:cubicBezTo>
                      <a:pt x="6207" y="6351"/>
                      <a:pt x="6182" y="6349"/>
                      <a:pt x="6158" y="6345"/>
                    </a:cubicBezTo>
                    <a:cubicBezTo>
                      <a:pt x="6010" y="6148"/>
                      <a:pt x="5872" y="5941"/>
                      <a:pt x="5813" y="5695"/>
                    </a:cubicBezTo>
                    <a:cubicBezTo>
                      <a:pt x="5803" y="5645"/>
                      <a:pt x="5783" y="5606"/>
                      <a:pt x="5823" y="5557"/>
                    </a:cubicBezTo>
                    <a:cubicBezTo>
                      <a:pt x="5852" y="5517"/>
                      <a:pt x="5842" y="5478"/>
                      <a:pt x="5803" y="5458"/>
                    </a:cubicBezTo>
                    <a:cubicBezTo>
                      <a:pt x="5764" y="5429"/>
                      <a:pt x="5754" y="5399"/>
                      <a:pt x="5754" y="5350"/>
                    </a:cubicBezTo>
                    <a:cubicBezTo>
                      <a:pt x="5714" y="5104"/>
                      <a:pt x="5704" y="4857"/>
                      <a:pt x="5783" y="4611"/>
                    </a:cubicBezTo>
                    <a:cubicBezTo>
                      <a:pt x="5823" y="4473"/>
                      <a:pt x="5872" y="4335"/>
                      <a:pt x="5951" y="4207"/>
                    </a:cubicBezTo>
                    <a:cubicBezTo>
                      <a:pt x="6138" y="3931"/>
                      <a:pt x="6335" y="3665"/>
                      <a:pt x="6581" y="3439"/>
                    </a:cubicBezTo>
                    <a:cubicBezTo>
                      <a:pt x="6788" y="3242"/>
                      <a:pt x="7015" y="3084"/>
                      <a:pt x="7290" y="2986"/>
                    </a:cubicBezTo>
                    <a:cubicBezTo>
                      <a:pt x="7537" y="2887"/>
                      <a:pt x="7793" y="2858"/>
                      <a:pt x="8059" y="2858"/>
                    </a:cubicBezTo>
                    <a:close/>
                    <a:moveTo>
                      <a:pt x="5626" y="5734"/>
                    </a:moveTo>
                    <a:cubicBezTo>
                      <a:pt x="5645" y="5754"/>
                      <a:pt x="5675" y="5773"/>
                      <a:pt x="5685" y="5803"/>
                    </a:cubicBezTo>
                    <a:cubicBezTo>
                      <a:pt x="5744" y="5990"/>
                      <a:pt x="5852" y="6148"/>
                      <a:pt x="5961" y="6305"/>
                    </a:cubicBezTo>
                    <a:cubicBezTo>
                      <a:pt x="5970" y="6315"/>
                      <a:pt x="5970" y="6335"/>
                      <a:pt x="5970" y="6355"/>
                    </a:cubicBezTo>
                    <a:cubicBezTo>
                      <a:pt x="5911" y="6374"/>
                      <a:pt x="5852" y="6374"/>
                      <a:pt x="5793" y="6384"/>
                    </a:cubicBezTo>
                    <a:cubicBezTo>
                      <a:pt x="5415" y="6403"/>
                      <a:pt x="5036" y="6419"/>
                      <a:pt x="4657" y="6419"/>
                    </a:cubicBezTo>
                    <a:cubicBezTo>
                      <a:pt x="4455" y="6419"/>
                      <a:pt x="4252" y="6414"/>
                      <a:pt x="4050" y="6404"/>
                    </a:cubicBezTo>
                    <a:cubicBezTo>
                      <a:pt x="3754" y="6384"/>
                      <a:pt x="3459" y="6384"/>
                      <a:pt x="3163" y="6384"/>
                    </a:cubicBezTo>
                    <a:cubicBezTo>
                      <a:pt x="3104" y="6384"/>
                      <a:pt x="3035" y="6384"/>
                      <a:pt x="2966" y="6374"/>
                    </a:cubicBezTo>
                    <a:cubicBezTo>
                      <a:pt x="2897" y="6227"/>
                      <a:pt x="2848" y="6079"/>
                      <a:pt x="2789" y="5921"/>
                    </a:cubicBezTo>
                    <a:cubicBezTo>
                      <a:pt x="2828" y="5911"/>
                      <a:pt x="2858" y="5892"/>
                      <a:pt x="2897" y="5892"/>
                    </a:cubicBezTo>
                    <a:cubicBezTo>
                      <a:pt x="2976" y="5882"/>
                      <a:pt x="3064" y="5882"/>
                      <a:pt x="3143" y="5882"/>
                    </a:cubicBezTo>
                    <a:cubicBezTo>
                      <a:pt x="3715" y="5882"/>
                      <a:pt x="4286" y="5892"/>
                      <a:pt x="4867" y="5892"/>
                    </a:cubicBezTo>
                    <a:cubicBezTo>
                      <a:pt x="5064" y="5892"/>
                      <a:pt x="5261" y="5892"/>
                      <a:pt x="5458" y="5852"/>
                    </a:cubicBezTo>
                    <a:cubicBezTo>
                      <a:pt x="5507" y="5852"/>
                      <a:pt x="5557" y="5833"/>
                      <a:pt x="5606" y="5823"/>
                    </a:cubicBezTo>
                    <a:cubicBezTo>
                      <a:pt x="5636" y="5813"/>
                      <a:pt x="5645" y="5783"/>
                      <a:pt x="5626" y="5734"/>
                    </a:cubicBezTo>
                    <a:close/>
                    <a:moveTo>
                      <a:pt x="9389" y="6148"/>
                    </a:moveTo>
                    <a:cubicBezTo>
                      <a:pt x="9418" y="6177"/>
                      <a:pt x="9408" y="6197"/>
                      <a:pt x="9389" y="6227"/>
                    </a:cubicBezTo>
                    <a:cubicBezTo>
                      <a:pt x="9339" y="6296"/>
                      <a:pt x="9280" y="6345"/>
                      <a:pt x="9211" y="6384"/>
                    </a:cubicBezTo>
                    <a:cubicBezTo>
                      <a:pt x="9083" y="6453"/>
                      <a:pt x="8955" y="6493"/>
                      <a:pt x="8817" y="6522"/>
                    </a:cubicBezTo>
                    <a:cubicBezTo>
                      <a:pt x="8748" y="6532"/>
                      <a:pt x="8670" y="6532"/>
                      <a:pt x="8591" y="6542"/>
                    </a:cubicBezTo>
                    <a:cubicBezTo>
                      <a:pt x="8581" y="6502"/>
                      <a:pt x="8571" y="6473"/>
                      <a:pt x="8561" y="6443"/>
                    </a:cubicBezTo>
                    <a:cubicBezTo>
                      <a:pt x="8581" y="6433"/>
                      <a:pt x="8591" y="6424"/>
                      <a:pt x="8601" y="6424"/>
                    </a:cubicBezTo>
                    <a:cubicBezTo>
                      <a:pt x="8630" y="6414"/>
                      <a:pt x="8670" y="6414"/>
                      <a:pt x="8699" y="6414"/>
                    </a:cubicBezTo>
                    <a:cubicBezTo>
                      <a:pt x="8847" y="6414"/>
                      <a:pt x="8985" y="6365"/>
                      <a:pt x="9113" y="6296"/>
                    </a:cubicBezTo>
                    <a:cubicBezTo>
                      <a:pt x="9211" y="6246"/>
                      <a:pt x="9300" y="6197"/>
                      <a:pt x="9389" y="6148"/>
                    </a:cubicBezTo>
                    <a:close/>
                    <a:moveTo>
                      <a:pt x="1859" y="5811"/>
                    </a:moveTo>
                    <a:cubicBezTo>
                      <a:pt x="1872" y="5811"/>
                      <a:pt x="1882" y="5815"/>
                      <a:pt x="1882" y="5833"/>
                    </a:cubicBezTo>
                    <a:cubicBezTo>
                      <a:pt x="1882" y="5862"/>
                      <a:pt x="1863" y="5852"/>
                      <a:pt x="1843" y="5862"/>
                    </a:cubicBezTo>
                    <a:cubicBezTo>
                      <a:pt x="1676" y="5872"/>
                      <a:pt x="1518" y="5892"/>
                      <a:pt x="1350" y="5911"/>
                    </a:cubicBezTo>
                    <a:cubicBezTo>
                      <a:pt x="1281" y="5921"/>
                      <a:pt x="1222" y="5931"/>
                      <a:pt x="1153" y="5941"/>
                    </a:cubicBezTo>
                    <a:cubicBezTo>
                      <a:pt x="1144" y="5951"/>
                      <a:pt x="1124" y="5951"/>
                      <a:pt x="1104" y="5961"/>
                    </a:cubicBezTo>
                    <a:cubicBezTo>
                      <a:pt x="1006" y="6010"/>
                      <a:pt x="986" y="6108"/>
                      <a:pt x="1065" y="6187"/>
                    </a:cubicBezTo>
                    <a:cubicBezTo>
                      <a:pt x="1104" y="6227"/>
                      <a:pt x="1163" y="6266"/>
                      <a:pt x="1222" y="6286"/>
                    </a:cubicBezTo>
                    <a:cubicBezTo>
                      <a:pt x="1439" y="6384"/>
                      <a:pt x="1666" y="6443"/>
                      <a:pt x="1902" y="6463"/>
                    </a:cubicBezTo>
                    <a:cubicBezTo>
                      <a:pt x="1981" y="6473"/>
                      <a:pt x="2060" y="6483"/>
                      <a:pt x="2139" y="6493"/>
                    </a:cubicBezTo>
                    <a:cubicBezTo>
                      <a:pt x="2148" y="6522"/>
                      <a:pt x="2158" y="6552"/>
                      <a:pt x="2168" y="6571"/>
                    </a:cubicBezTo>
                    <a:cubicBezTo>
                      <a:pt x="2148" y="6581"/>
                      <a:pt x="2148" y="6591"/>
                      <a:pt x="2139" y="6591"/>
                    </a:cubicBezTo>
                    <a:cubicBezTo>
                      <a:pt x="1912" y="6581"/>
                      <a:pt x="1676" y="6552"/>
                      <a:pt x="1459" y="6493"/>
                    </a:cubicBezTo>
                    <a:cubicBezTo>
                      <a:pt x="1360" y="6463"/>
                      <a:pt x="1272" y="6443"/>
                      <a:pt x="1173" y="6414"/>
                    </a:cubicBezTo>
                    <a:cubicBezTo>
                      <a:pt x="1084" y="6394"/>
                      <a:pt x="1006" y="6355"/>
                      <a:pt x="927" y="6296"/>
                    </a:cubicBezTo>
                    <a:cubicBezTo>
                      <a:pt x="848" y="6246"/>
                      <a:pt x="799" y="6177"/>
                      <a:pt x="769" y="6089"/>
                    </a:cubicBezTo>
                    <a:cubicBezTo>
                      <a:pt x="750" y="6039"/>
                      <a:pt x="759" y="6000"/>
                      <a:pt x="819" y="5980"/>
                    </a:cubicBezTo>
                    <a:cubicBezTo>
                      <a:pt x="878" y="5951"/>
                      <a:pt x="947" y="5931"/>
                      <a:pt x="1006" y="5911"/>
                    </a:cubicBezTo>
                    <a:cubicBezTo>
                      <a:pt x="1065" y="5902"/>
                      <a:pt x="1134" y="5892"/>
                      <a:pt x="1193" y="5892"/>
                    </a:cubicBezTo>
                    <a:cubicBezTo>
                      <a:pt x="1410" y="5882"/>
                      <a:pt x="1616" y="5842"/>
                      <a:pt x="1833" y="5813"/>
                    </a:cubicBezTo>
                    <a:cubicBezTo>
                      <a:pt x="1841" y="5813"/>
                      <a:pt x="1850" y="5811"/>
                      <a:pt x="1859" y="5811"/>
                    </a:cubicBezTo>
                    <a:close/>
                    <a:moveTo>
                      <a:pt x="2562" y="5882"/>
                    </a:moveTo>
                    <a:cubicBezTo>
                      <a:pt x="2621" y="6000"/>
                      <a:pt x="2661" y="6118"/>
                      <a:pt x="2710" y="6246"/>
                    </a:cubicBezTo>
                    <a:cubicBezTo>
                      <a:pt x="2621" y="6384"/>
                      <a:pt x="2523" y="6512"/>
                      <a:pt x="2404" y="6650"/>
                    </a:cubicBezTo>
                    <a:cubicBezTo>
                      <a:pt x="2336" y="6522"/>
                      <a:pt x="2306" y="6394"/>
                      <a:pt x="2257" y="6266"/>
                    </a:cubicBezTo>
                    <a:cubicBezTo>
                      <a:pt x="2326" y="6158"/>
                      <a:pt x="2493" y="5941"/>
                      <a:pt x="2562" y="5882"/>
                    </a:cubicBezTo>
                    <a:close/>
                    <a:moveTo>
                      <a:pt x="7972" y="6420"/>
                    </a:moveTo>
                    <a:cubicBezTo>
                      <a:pt x="8076" y="6420"/>
                      <a:pt x="8181" y="6427"/>
                      <a:pt x="8285" y="6433"/>
                    </a:cubicBezTo>
                    <a:cubicBezTo>
                      <a:pt x="8354" y="6433"/>
                      <a:pt x="8354" y="6453"/>
                      <a:pt x="8344" y="6542"/>
                    </a:cubicBezTo>
                    <a:cubicBezTo>
                      <a:pt x="8305" y="6542"/>
                      <a:pt x="8256" y="6552"/>
                      <a:pt x="8216" y="6552"/>
                    </a:cubicBezTo>
                    <a:cubicBezTo>
                      <a:pt x="7753" y="6562"/>
                      <a:pt x="7290" y="6571"/>
                      <a:pt x="6827" y="6630"/>
                    </a:cubicBezTo>
                    <a:cubicBezTo>
                      <a:pt x="6502" y="6660"/>
                      <a:pt x="6177" y="6699"/>
                      <a:pt x="5842" y="6729"/>
                    </a:cubicBezTo>
                    <a:cubicBezTo>
                      <a:pt x="5571" y="6756"/>
                      <a:pt x="5299" y="6774"/>
                      <a:pt x="5027" y="6774"/>
                    </a:cubicBezTo>
                    <a:cubicBezTo>
                      <a:pt x="4797" y="6774"/>
                      <a:pt x="4566" y="6761"/>
                      <a:pt x="4335" y="6729"/>
                    </a:cubicBezTo>
                    <a:cubicBezTo>
                      <a:pt x="4178" y="6699"/>
                      <a:pt x="4020" y="6699"/>
                      <a:pt x="3872" y="6690"/>
                    </a:cubicBezTo>
                    <a:cubicBezTo>
                      <a:pt x="3626" y="6670"/>
                      <a:pt x="3390" y="6660"/>
                      <a:pt x="3153" y="6650"/>
                    </a:cubicBezTo>
                    <a:cubicBezTo>
                      <a:pt x="3094" y="6650"/>
                      <a:pt x="3045" y="6630"/>
                      <a:pt x="3045" y="6571"/>
                    </a:cubicBezTo>
                    <a:cubicBezTo>
                      <a:pt x="3045" y="6562"/>
                      <a:pt x="3045" y="6562"/>
                      <a:pt x="3045" y="6542"/>
                    </a:cubicBezTo>
                    <a:cubicBezTo>
                      <a:pt x="3064" y="6542"/>
                      <a:pt x="3084" y="6532"/>
                      <a:pt x="3104" y="6532"/>
                    </a:cubicBezTo>
                    <a:cubicBezTo>
                      <a:pt x="3459" y="6542"/>
                      <a:pt x="3803" y="6542"/>
                      <a:pt x="4158" y="6552"/>
                    </a:cubicBezTo>
                    <a:cubicBezTo>
                      <a:pt x="4266" y="6552"/>
                      <a:pt x="4365" y="6562"/>
                      <a:pt x="4473" y="6562"/>
                    </a:cubicBezTo>
                    <a:cubicBezTo>
                      <a:pt x="4547" y="6566"/>
                      <a:pt x="4621" y="6569"/>
                      <a:pt x="4695" y="6569"/>
                    </a:cubicBezTo>
                    <a:cubicBezTo>
                      <a:pt x="4769" y="6569"/>
                      <a:pt x="4843" y="6566"/>
                      <a:pt x="4916" y="6562"/>
                    </a:cubicBezTo>
                    <a:cubicBezTo>
                      <a:pt x="5310" y="6552"/>
                      <a:pt x="5714" y="6522"/>
                      <a:pt x="6108" y="6502"/>
                    </a:cubicBezTo>
                    <a:cubicBezTo>
                      <a:pt x="6355" y="6493"/>
                      <a:pt x="6611" y="6493"/>
                      <a:pt x="6867" y="6483"/>
                    </a:cubicBezTo>
                    <a:cubicBezTo>
                      <a:pt x="7034" y="6473"/>
                      <a:pt x="7212" y="6463"/>
                      <a:pt x="7379" y="6443"/>
                    </a:cubicBezTo>
                    <a:cubicBezTo>
                      <a:pt x="7405" y="6443"/>
                      <a:pt x="7436" y="6439"/>
                      <a:pt x="7468" y="6439"/>
                    </a:cubicBezTo>
                    <a:cubicBezTo>
                      <a:pt x="7484" y="6439"/>
                      <a:pt x="7501" y="6440"/>
                      <a:pt x="7517" y="6443"/>
                    </a:cubicBezTo>
                    <a:cubicBezTo>
                      <a:pt x="7546" y="6446"/>
                      <a:pt x="7575" y="6447"/>
                      <a:pt x="7604" y="6447"/>
                    </a:cubicBezTo>
                    <a:cubicBezTo>
                      <a:pt x="7683" y="6447"/>
                      <a:pt x="7763" y="6438"/>
                      <a:pt x="7842" y="6424"/>
                    </a:cubicBezTo>
                    <a:cubicBezTo>
                      <a:pt x="7885" y="6421"/>
                      <a:pt x="7929" y="6420"/>
                      <a:pt x="7972" y="6420"/>
                    </a:cubicBezTo>
                    <a:close/>
                    <a:moveTo>
                      <a:pt x="2779" y="6433"/>
                    </a:moveTo>
                    <a:cubicBezTo>
                      <a:pt x="2848" y="6591"/>
                      <a:pt x="2907" y="6739"/>
                      <a:pt x="2956" y="6896"/>
                    </a:cubicBezTo>
                    <a:cubicBezTo>
                      <a:pt x="2858" y="7025"/>
                      <a:pt x="2759" y="7153"/>
                      <a:pt x="2661" y="7290"/>
                    </a:cubicBezTo>
                    <a:cubicBezTo>
                      <a:pt x="2601" y="7222"/>
                      <a:pt x="2552" y="7084"/>
                      <a:pt x="2483" y="6847"/>
                    </a:cubicBezTo>
                    <a:cubicBezTo>
                      <a:pt x="2572" y="6709"/>
                      <a:pt x="2670" y="6581"/>
                      <a:pt x="2779" y="6433"/>
                    </a:cubicBezTo>
                    <a:close/>
                    <a:moveTo>
                      <a:pt x="8394" y="6729"/>
                    </a:moveTo>
                    <a:cubicBezTo>
                      <a:pt x="8443" y="6847"/>
                      <a:pt x="8492" y="7074"/>
                      <a:pt x="8512" y="7290"/>
                    </a:cubicBezTo>
                    <a:cubicBezTo>
                      <a:pt x="8499" y="7290"/>
                      <a:pt x="8481" y="7295"/>
                      <a:pt x="8468" y="7295"/>
                    </a:cubicBezTo>
                    <a:cubicBezTo>
                      <a:pt x="8462" y="7295"/>
                      <a:pt x="8456" y="7294"/>
                      <a:pt x="8453" y="7290"/>
                    </a:cubicBezTo>
                    <a:cubicBezTo>
                      <a:pt x="8430" y="7285"/>
                      <a:pt x="8407" y="7282"/>
                      <a:pt x="8384" y="7282"/>
                    </a:cubicBezTo>
                    <a:cubicBezTo>
                      <a:pt x="8328" y="7282"/>
                      <a:pt x="8272" y="7296"/>
                      <a:pt x="8216" y="7310"/>
                    </a:cubicBezTo>
                    <a:cubicBezTo>
                      <a:pt x="8108" y="7325"/>
                      <a:pt x="7995" y="7334"/>
                      <a:pt x="7884" y="7334"/>
                    </a:cubicBezTo>
                    <a:cubicBezTo>
                      <a:pt x="7843" y="7334"/>
                      <a:pt x="7803" y="7333"/>
                      <a:pt x="7763" y="7330"/>
                    </a:cubicBezTo>
                    <a:cubicBezTo>
                      <a:pt x="7684" y="7320"/>
                      <a:pt x="7596" y="7310"/>
                      <a:pt x="7517" y="7290"/>
                    </a:cubicBezTo>
                    <a:cubicBezTo>
                      <a:pt x="7428" y="7271"/>
                      <a:pt x="7340" y="7231"/>
                      <a:pt x="7271" y="7172"/>
                    </a:cubicBezTo>
                    <a:cubicBezTo>
                      <a:pt x="7231" y="7123"/>
                      <a:pt x="7192" y="7084"/>
                      <a:pt x="7153" y="7044"/>
                    </a:cubicBezTo>
                    <a:cubicBezTo>
                      <a:pt x="7113" y="7005"/>
                      <a:pt x="7093" y="6956"/>
                      <a:pt x="7054" y="6916"/>
                    </a:cubicBezTo>
                    <a:cubicBezTo>
                      <a:pt x="7024" y="6887"/>
                      <a:pt x="6985" y="6857"/>
                      <a:pt x="6936" y="6808"/>
                    </a:cubicBezTo>
                    <a:cubicBezTo>
                      <a:pt x="7103" y="6768"/>
                      <a:pt x="7261" y="6768"/>
                      <a:pt x="7419" y="6759"/>
                    </a:cubicBezTo>
                    <a:cubicBezTo>
                      <a:pt x="7586" y="6749"/>
                      <a:pt x="7753" y="6749"/>
                      <a:pt x="7921" y="6739"/>
                    </a:cubicBezTo>
                    <a:cubicBezTo>
                      <a:pt x="8079" y="6729"/>
                      <a:pt x="8236" y="6729"/>
                      <a:pt x="8394" y="6729"/>
                    </a:cubicBezTo>
                    <a:close/>
                    <a:moveTo>
                      <a:pt x="769" y="6424"/>
                    </a:moveTo>
                    <a:lnTo>
                      <a:pt x="769" y="6424"/>
                    </a:lnTo>
                    <a:cubicBezTo>
                      <a:pt x="1084" y="6621"/>
                      <a:pt x="1419" y="6680"/>
                      <a:pt x="1735" y="6739"/>
                    </a:cubicBezTo>
                    <a:cubicBezTo>
                      <a:pt x="1754" y="6749"/>
                      <a:pt x="1774" y="6749"/>
                      <a:pt x="1804" y="6759"/>
                    </a:cubicBezTo>
                    <a:cubicBezTo>
                      <a:pt x="1784" y="6778"/>
                      <a:pt x="1774" y="6788"/>
                      <a:pt x="1754" y="6798"/>
                    </a:cubicBezTo>
                    <a:cubicBezTo>
                      <a:pt x="1587" y="6877"/>
                      <a:pt x="1518" y="7015"/>
                      <a:pt x="1479" y="7182"/>
                    </a:cubicBezTo>
                    <a:cubicBezTo>
                      <a:pt x="1469" y="7251"/>
                      <a:pt x="1469" y="7320"/>
                      <a:pt x="1459" y="7389"/>
                    </a:cubicBezTo>
                    <a:cubicBezTo>
                      <a:pt x="1459" y="7488"/>
                      <a:pt x="1410" y="7556"/>
                      <a:pt x="1321" y="7586"/>
                    </a:cubicBezTo>
                    <a:cubicBezTo>
                      <a:pt x="1270" y="7612"/>
                      <a:pt x="1226" y="7637"/>
                      <a:pt x="1170" y="7637"/>
                    </a:cubicBezTo>
                    <a:cubicBezTo>
                      <a:pt x="1162" y="7637"/>
                      <a:pt x="1153" y="7637"/>
                      <a:pt x="1144" y="7635"/>
                    </a:cubicBezTo>
                    <a:cubicBezTo>
                      <a:pt x="1025" y="7241"/>
                      <a:pt x="897" y="6847"/>
                      <a:pt x="769" y="6424"/>
                    </a:cubicBezTo>
                    <a:close/>
                    <a:moveTo>
                      <a:pt x="3035" y="7093"/>
                    </a:moveTo>
                    <a:cubicBezTo>
                      <a:pt x="3074" y="7212"/>
                      <a:pt x="3114" y="7320"/>
                      <a:pt x="3153" y="7438"/>
                    </a:cubicBezTo>
                    <a:cubicBezTo>
                      <a:pt x="3074" y="7527"/>
                      <a:pt x="2907" y="7616"/>
                      <a:pt x="2779" y="7645"/>
                    </a:cubicBezTo>
                    <a:cubicBezTo>
                      <a:pt x="2739" y="7606"/>
                      <a:pt x="2730" y="7547"/>
                      <a:pt x="2720" y="7497"/>
                    </a:cubicBezTo>
                    <a:cubicBezTo>
                      <a:pt x="2779" y="7389"/>
                      <a:pt x="2966" y="7153"/>
                      <a:pt x="3035" y="7093"/>
                    </a:cubicBezTo>
                    <a:close/>
                    <a:moveTo>
                      <a:pt x="2444" y="7330"/>
                    </a:moveTo>
                    <a:cubicBezTo>
                      <a:pt x="2493" y="7428"/>
                      <a:pt x="2533" y="7537"/>
                      <a:pt x="2562" y="7645"/>
                    </a:cubicBezTo>
                    <a:cubicBezTo>
                      <a:pt x="2533" y="7655"/>
                      <a:pt x="2513" y="7655"/>
                      <a:pt x="2493" y="7665"/>
                    </a:cubicBezTo>
                    <a:lnTo>
                      <a:pt x="2434" y="7665"/>
                    </a:lnTo>
                    <a:cubicBezTo>
                      <a:pt x="2336" y="7556"/>
                      <a:pt x="2336" y="7458"/>
                      <a:pt x="2444" y="7330"/>
                    </a:cubicBezTo>
                    <a:close/>
                    <a:moveTo>
                      <a:pt x="9221" y="6591"/>
                    </a:moveTo>
                    <a:cubicBezTo>
                      <a:pt x="9261" y="6621"/>
                      <a:pt x="9221" y="6650"/>
                      <a:pt x="9221" y="6680"/>
                    </a:cubicBezTo>
                    <a:cubicBezTo>
                      <a:pt x="9103" y="6995"/>
                      <a:pt x="8995" y="7310"/>
                      <a:pt x="8886" y="7625"/>
                    </a:cubicBezTo>
                    <a:cubicBezTo>
                      <a:pt x="8886" y="7635"/>
                      <a:pt x="8876" y="7645"/>
                      <a:pt x="8867" y="7665"/>
                    </a:cubicBezTo>
                    <a:cubicBezTo>
                      <a:pt x="8807" y="7586"/>
                      <a:pt x="8768" y="7507"/>
                      <a:pt x="8748" y="7428"/>
                    </a:cubicBezTo>
                    <a:cubicBezTo>
                      <a:pt x="8719" y="7222"/>
                      <a:pt x="8679" y="7005"/>
                      <a:pt x="8640" y="6788"/>
                    </a:cubicBezTo>
                    <a:cubicBezTo>
                      <a:pt x="8640" y="6778"/>
                      <a:pt x="8640" y="6759"/>
                      <a:pt x="8640" y="6729"/>
                    </a:cubicBezTo>
                    <a:cubicBezTo>
                      <a:pt x="8748" y="6709"/>
                      <a:pt x="8847" y="6699"/>
                      <a:pt x="8945" y="6680"/>
                    </a:cubicBezTo>
                    <a:cubicBezTo>
                      <a:pt x="9034" y="6660"/>
                      <a:pt x="9133" y="6621"/>
                      <a:pt x="9221" y="6591"/>
                    </a:cubicBezTo>
                    <a:close/>
                    <a:moveTo>
                      <a:pt x="3205" y="6846"/>
                    </a:moveTo>
                    <a:cubicBezTo>
                      <a:pt x="3215" y="6846"/>
                      <a:pt x="3224" y="6847"/>
                      <a:pt x="3232" y="6847"/>
                    </a:cubicBezTo>
                    <a:cubicBezTo>
                      <a:pt x="3636" y="6867"/>
                      <a:pt x="4040" y="6887"/>
                      <a:pt x="4453" y="6926"/>
                    </a:cubicBezTo>
                    <a:cubicBezTo>
                      <a:pt x="4656" y="6950"/>
                      <a:pt x="4863" y="6963"/>
                      <a:pt x="5068" y="6963"/>
                    </a:cubicBezTo>
                    <a:cubicBezTo>
                      <a:pt x="5202" y="6963"/>
                      <a:pt x="5336" y="6957"/>
                      <a:pt x="5468" y="6946"/>
                    </a:cubicBezTo>
                    <a:cubicBezTo>
                      <a:pt x="5764" y="6926"/>
                      <a:pt x="6049" y="6906"/>
                      <a:pt x="6335" y="6857"/>
                    </a:cubicBezTo>
                    <a:cubicBezTo>
                      <a:pt x="6355" y="6857"/>
                      <a:pt x="6374" y="6855"/>
                      <a:pt x="6392" y="6855"/>
                    </a:cubicBezTo>
                    <a:cubicBezTo>
                      <a:pt x="6409" y="6855"/>
                      <a:pt x="6424" y="6857"/>
                      <a:pt x="6433" y="6867"/>
                    </a:cubicBezTo>
                    <a:cubicBezTo>
                      <a:pt x="6465" y="6886"/>
                      <a:pt x="6492" y="6893"/>
                      <a:pt x="6523" y="6893"/>
                    </a:cubicBezTo>
                    <a:cubicBezTo>
                      <a:pt x="6541" y="6893"/>
                      <a:pt x="6560" y="6890"/>
                      <a:pt x="6581" y="6887"/>
                    </a:cubicBezTo>
                    <a:cubicBezTo>
                      <a:pt x="6680" y="6887"/>
                      <a:pt x="6768" y="6916"/>
                      <a:pt x="6857" y="6956"/>
                    </a:cubicBezTo>
                    <a:cubicBezTo>
                      <a:pt x="6906" y="6975"/>
                      <a:pt x="6946" y="7025"/>
                      <a:pt x="6975" y="7074"/>
                    </a:cubicBezTo>
                    <a:cubicBezTo>
                      <a:pt x="7034" y="7143"/>
                      <a:pt x="7093" y="7222"/>
                      <a:pt x="7162" y="7290"/>
                    </a:cubicBezTo>
                    <a:cubicBezTo>
                      <a:pt x="7251" y="7389"/>
                      <a:pt x="7359" y="7438"/>
                      <a:pt x="7487" y="7468"/>
                    </a:cubicBezTo>
                    <a:cubicBezTo>
                      <a:pt x="7631" y="7500"/>
                      <a:pt x="7778" y="7517"/>
                      <a:pt x="7925" y="7517"/>
                    </a:cubicBezTo>
                    <a:cubicBezTo>
                      <a:pt x="8049" y="7517"/>
                      <a:pt x="8173" y="7505"/>
                      <a:pt x="8295" y="7478"/>
                    </a:cubicBezTo>
                    <a:cubicBezTo>
                      <a:pt x="8316" y="7474"/>
                      <a:pt x="8334" y="7471"/>
                      <a:pt x="8353" y="7471"/>
                    </a:cubicBezTo>
                    <a:cubicBezTo>
                      <a:pt x="8379" y="7471"/>
                      <a:pt x="8404" y="7476"/>
                      <a:pt x="8433" y="7488"/>
                    </a:cubicBezTo>
                    <a:cubicBezTo>
                      <a:pt x="8512" y="7507"/>
                      <a:pt x="8561" y="7547"/>
                      <a:pt x="8551" y="7645"/>
                    </a:cubicBezTo>
                    <a:cubicBezTo>
                      <a:pt x="8551" y="7685"/>
                      <a:pt x="8551" y="7734"/>
                      <a:pt x="8551" y="7793"/>
                    </a:cubicBezTo>
                    <a:cubicBezTo>
                      <a:pt x="8502" y="7773"/>
                      <a:pt x="8463" y="7763"/>
                      <a:pt x="8423" y="7744"/>
                    </a:cubicBezTo>
                    <a:cubicBezTo>
                      <a:pt x="8285" y="7694"/>
                      <a:pt x="8138" y="7675"/>
                      <a:pt x="7990" y="7675"/>
                    </a:cubicBezTo>
                    <a:cubicBezTo>
                      <a:pt x="7881" y="7675"/>
                      <a:pt x="7793" y="7704"/>
                      <a:pt x="7724" y="7773"/>
                    </a:cubicBezTo>
                    <a:cubicBezTo>
                      <a:pt x="7694" y="7793"/>
                      <a:pt x="7675" y="7813"/>
                      <a:pt x="7645" y="7832"/>
                    </a:cubicBezTo>
                    <a:cubicBezTo>
                      <a:pt x="7556" y="7911"/>
                      <a:pt x="7458" y="7970"/>
                      <a:pt x="7340" y="8000"/>
                    </a:cubicBezTo>
                    <a:cubicBezTo>
                      <a:pt x="7192" y="8039"/>
                      <a:pt x="7054" y="8098"/>
                      <a:pt x="6916" y="8157"/>
                    </a:cubicBezTo>
                    <a:cubicBezTo>
                      <a:pt x="6699" y="8236"/>
                      <a:pt x="6483" y="8305"/>
                      <a:pt x="6266" y="8384"/>
                    </a:cubicBezTo>
                    <a:cubicBezTo>
                      <a:pt x="6135" y="8426"/>
                      <a:pt x="6000" y="8442"/>
                      <a:pt x="5867" y="8442"/>
                    </a:cubicBezTo>
                    <a:cubicBezTo>
                      <a:pt x="5779" y="8442"/>
                      <a:pt x="5692" y="8435"/>
                      <a:pt x="5606" y="8423"/>
                    </a:cubicBezTo>
                    <a:cubicBezTo>
                      <a:pt x="5498" y="8404"/>
                      <a:pt x="5389" y="8374"/>
                      <a:pt x="5281" y="8354"/>
                    </a:cubicBezTo>
                    <a:cubicBezTo>
                      <a:pt x="5084" y="8315"/>
                      <a:pt x="4897" y="8266"/>
                      <a:pt x="4700" y="8216"/>
                    </a:cubicBezTo>
                    <a:cubicBezTo>
                      <a:pt x="4658" y="8209"/>
                      <a:pt x="4618" y="8206"/>
                      <a:pt x="4579" y="8206"/>
                    </a:cubicBezTo>
                    <a:cubicBezTo>
                      <a:pt x="4515" y="8206"/>
                      <a:pt x="4451" y="8214"/>
                      <a:pt x="4384" y="8226"/>
                    </a:cubicBezTo>
                    <a:cubicBezTo>
                      <a:pt x="4296" y="8236"/>
                      <a:pt x="4197" y="8246"/>
                      <a:pt x="4109" y="8246"/>
                    </a:cubicBezTo>
                    <a:cubicBezTo>
                      <a:pt x="3990" y="8246"/>
                      <a:pt x="3872" y="8226"/>
                      <a:pt x="3754" y="8187"/>
                    </a:cubicBezTo>
                    <a:cubicBezTo>
                      <a:pt x="3646" y="8157"/>
                      <a:pt x="3537" y="8138"/>
                      <a:pt x="3429" y="8108"/>
                    </a:cubicBezTo>
                    <a:cubicBezTo>
                      <a:pt x="3380" y="8098"/>
                      <a:pt x="3330" y="8093"/>
                      <a:pt x="3281" y="8093"/>
                    </a:cubicBezTo>
                    <a:cubicBezTo>
                      <a:pt x="3232" y="8093"/>
                      <a:pt x="3183" y="8098"/>
                      <a:pt x="3133" y="8108"/>
                    </a:cubicBezTo>
                    <a:cubicBezTo>
                      <a:pt x="2996" y="8138"/>
                      <a:pt x="2867" y="8167"/>
                      <a:pt x="2739" y="8207"/>
                    </a:cubicBezTo>
                    <a:cubicBezTo>
                      <a:pt x="2670" y="8236"/>
                      <a:pt x="2611" y="8266"/>
                      <a:pt x="2552" y="8305"/>
                    </a:cubicBezTo>
                    <a:cubicBezTo>
                      <a:pt x="2492" y="8339"/>
                      <a:pt x="2431" y="8354"/>
                      <a:pt x="2367" y="8354"/>
                    </a:cubicBezTo>
                    <a:cubicBezTo>
                      <a:pt x="2338" y="8354"/>
                      <a:pt x="2308" y="8351"/>
                      <a:pt x="2276" y="8345"/>
                    </a:cubicBezTo>
                    <a:cubicBezTo>
                      <a:pt x="2050" y="8285"/>
                      <a:pt x="1853" y="8187"/>
                      <a:pt x="1705" y="8000"/>
                    </a:cubicBezTo>
                    <a:cubicBezTo>
                      <a:pt x="1626" y="7901"/>
                      <a:pt x="1528" y="7822"/>
                      <a:pt x="1419" y="7763"/>
                    </a:cubicBezTo>
                    <a:cubicBezTo>
                      <a:pt x="1400" y="7763"/>
                      <a:pt x="1390" y="7753"/>
                      <a:pt x="1360" y="7744"/>
                    </a:cubicBezTo>
                    <a:cubicBezTo>
                      <a:pt x="1400" y="7714"/>
                      <a:pt x="1419" y="7704"/>
                      <a:pt x="1439" y="7694"/>
                    </a:cubicBezTo>
                    <a:cubicBezTo>
                      <a:pt x="1547" y="7635"/>
                      <a:pt x="1597" y="7537"/>
                      <a:pt x="1616" y="7409"/>
                    </a:cubicBezTo>
                    <a:cubicBezTo>
                      <a:pt x="1626" y="7369"/>
                      <a:pt x="1626" y="7330"/>
                      <a:pt x="1626" y="7290"/>
                    </a:cubicBezTo>
                    <a:cubicBezTo>
                      <a:pt x="1646" y="7231"/>
                      <a:pt x="1656" y="7172"/>
                      <a:pt x="1676" y="7113"/>
                    </a:cubicBezTo>
                    <a:cubicBezTo>
                      <a:pt x="1715" y="7015"/>
                      <a:pt x="1794" y="6956"/>
                      <a:pt x="1902" y="6936"/>
                    </a:cubicBezTo>
                    <a:cubicBezTo>
                      <a:pt x="2020" y="6906"/>
                      <a:pt x="2148" y="6887"/>
                      <a:pt x="2276" y="6887"/>
                    </a:cubicBezTo>
                    <a:cubicBezTo>
                      <a:pt x="2326" y="6965"/>
                      <a:pt x="2345" y="7054"/>
                      <a:pt x="2375" y="7143"/>
                    </a:cubicBezTo>
                    <a:cubicBezTo>
                      <a:pt x="2355" y="7172"/>
                      <a:pt x="2336" y="7202"/>
                      <a:pt x="2316" y="7231"/>
                    </a:cubicBezTo>
                    <a:cubicBezTo>
                      <a:pt x="2267" y="7300"/>
                      <a:pt x="2237" y="7369"/>
                      <a:pt x="2217" y="7448"/>
                    </a:cubicBezTo>
                    <a:cubicBezTo>
                      <a:pt x="2198" y="7547"/>
                      <a:pt x="2217" y="7635"/>
                      <a:pt x="2267" y="7714"/>
                    </a:cubicBezTo>
                    <a:cubicBezTo>
                      <a:pt x="2296" y="7753"/>
                      <a:pt x="2336" y="7793"/>
                      <a:pt x="2404" y="7793"/>
                    </a:cubicBezTo>
                    <a:cubicBezTo>
                      <a:pt x="2454" y="7793"/>
                      <a:pt x="2503" y="7822"/>
                      <a:pt x="2552" y="7832"/>
                    </a:cubicBezTo>
                    <a:cubicBezTo>
                      <a:pt x="2592" y="7837"/>
                      <a:pt x="2631" y="7839"/>
                      <a:pt x="2671" y="7839"/>
                    </a:cubicBezTo>
                    <a:cubicBezTo>
                      <a:pt x="2798" y="7839"/>
                      <a:pt x="2924" y="7814"/>
                      <a:pt x="3045" y="7753"/>
                    </a:cubicBezTo>
                    <a:cubicBezTo>
                      <a:pt x="3114" y="7714"/>
                      <a:pt x="3193" y="7685"/>
                      <a:pt x="3261" y="7645"/>
                    </a:cubicBezTo>
                    <a:cubicBezTo>
                      <a:pt x="3294" y="7634"/>
                      <a:pt x="3326" y="7626"/>
                      <a:pt x="3360" y="7626"/>
                    </a:cubicBezTo>
                    <a:cubicBezTo>
                      <a:pt x="3388" y="7626"/>
                      <a:pt x="3418" y="7632"/>
                      <a:pt x="3449" y="7645"/>
                    </a:cubicBezTo>
                    <a:cubicBezTo>
                      <a:pt x="3537" y="7685"/>
                      <a:pt x="3626" y="7714"/>
                      <a:pt x="3724" y="7724"/>
                    </a:cubicBezTo>
                    <a:cubicBezTo>
                      <a:pt x="3784" y="7724"/>
                      <a:pt x="3833" y="7724"/>
                      <a:pt x="3892" y="7714"/>
                    </a:cubicBezTo>
                    <a:cubicBezTo>
                      <a:pt x="3912" y="7714"/>
                      <a:pt x="3941" y="7704"/>
                      <a:pt x="3961" y="7694"/>
                    </a:cubicBezTo>
                    <a:cubicBezTo>
                      <a:pt x="3990" y="7675"/>
                      <a:pt x="4010" y="7645"/>
                      <a:pt x="4010" y="7606"/>
                    </a:cubicBezTo>
                    <a:cubicBezTo>
                      <a:pt x="4010" y="7566"/>
                      <a:pt x="3990" y="7527"/>
                      <a:pt x="3951" y="7517"/>
                    </a:cubicBezTo>
                    <a:cubicBezTo>
                      <a:pt x="3912" y="7507"/>
                      <a:pt x="3872" y="7497"/>
                      <a:pt x="3823" y="7497"/>
                    </a:cubicBezTo>
                    <a:cubicBezTo>
                      <a:pt x="3724" y="7497"/>
                      <a:pt x="3636" y="7478"/>
                      <a:pt x="3547" y="7448"/>
                    </a:cubicBezTo>
                    <a:cubicBezTo>
                      <a:pt x="3488" y="7419"/>
                      <a:pt x="3419" y="7409"/>
                      <a:pt x="3350" y="7389"/>
                    </a:cubicBezTo>
                    <a:cubicBezTo>
                      <a:pt x="3311" y="7310"/>
                      <a:pt x="3202" y="7044"/>
                      <a:pt x="3163" y="6867"/>
                    </a:cubicBezTo>
                    <a:cubicBezTo>
                      <a:pt x="3175" y="6849"/>
                      <a:pt x="3190" y="6846"/>
                      <a:pt x="3205" y="6846"/>
                    </a:cubicBezTo>
                    <a:close/>
                    <a:moveTo>
                      <a:pt x="8295" y="2651"/>
                    </a:moveTo>
                    <a:cubicBezTo>
                      <a:pt x="8364" y="2651"/>
                      <a:pt x="8433" y="2651"/>
                      <a:pt x="8502" y="2690"/>
                    </a:cubicBezTo>
                    <a:cubicBezTo>
                      <a:pt x="8670" y="2789"/>
                      <a:pt x="8857" y="2808"/>
                      <a:pt x="9054" y="2808"/>
                    </a:cubicBezTo>
                    <a:cubicBezTo>
                      <a:pt x="9241" y="2799"/>
                      <a:pt x="9428" y="2789"/>
                      <a:pt x="9615" y="2730"/>
                    </a:cubicBezTo>
                    <a:lnTo>
                      <a:pt x="9645" y="2730"/>
                    </a:lnTo>
                    <a:cubicBezTo>
                      <a:pt x="9645" y="2749"/>
                      <a:pt x="9645" y="2779"/>
                      <a:pt x="9645" y="2799"/>
                    </a:cubicBezTo>
                    <a:cubicBezTo>
                      <a:pt x="9645" y="2858"/>
                      <a:pt x="9674" y="2907"/>
                      <a:pt x="9714" y="2936"/>
                    </a:cubicBezTo>
                    <a:cubicBezTo>
                      <a:pt x="9802" y="3005"/>
                      <a:pt x="9901" y="3074"/>
                      <a:pt x="10009" y="3084"/>
                    </a:cubicBezTo>
                    <a:cubicBezTo>
                      <a:pt x="10206" y="3104"/>
                      <a:pt x="10364" y="3202"/>
                      <a:pt x="10531" y="3301"/>
                    </a:cubicBezTo>
                    <a:cubicBezTo>
                      <a:pt x="10581" y="3331"/>
                      <a:pt x="10620" y="3360"/>
                      <a:pt x="10669" y="3390"/>
                    </a:cubicBezTo>
                    <a:cubicBezTo>
                      <a:pt x="10706" y="3408"/>
                      <a:pt x="10744" y="3418"/>
                      <a:pt x="10781" y="3418"/>
                    </a:cubicBezTo>
                    <a:cubicBezTo>
                      <a:pt x="10822" y="3418"/>
                      <a:pt x="10864" y="3406"/>
                      <a:pt x="10906" y="3380"/>
                    </a:cubicBezTo>
                    <a:cubicBezTo>
                      <a:pt x="10916" y="3370"/>
                      <a:pt x="10925" y="3360"/>
                      <a:pt x="10945" y="3350"/>
                    </a:cubicBezTo>
                    <a:cubicBezTo>
                      <a:pt x="11004" y="3370"/>
                      <a:pt x="11063" y="3390"/>
                      <a:pt x="11132" y="3409"/>
                    </a:cubicBezTo>
                    <a:cubicBezTo>
                      <a:pt x="11201" y="3429"/>
                      <a:pt x="11260" y="3468"/>
                      <a:pt x="11319" y="3518"/>
                    </a:cubicBezTo>
                    <a:cubicBezTo>
                      <a:pt x="11329" y="3537"/>
                      <a:pt x="11349" y="3557"/>
                      <a:pt x="11359" y="3577"/>
                    </a:cubicBezTo>
                    <a:cubicBezTo>
                      <a:pt x="11536" y="3813"/>
                      <a:pt x="11773" y="3991"/>
                      <a:pt x="12009" y="4158"/>
                    </a:cubicBezTo>
                    <a:cubicBezTo>
                      <a:pt x="12117" y="4227"/>
                      <a:pt x="12236" y="4286"/>
                      <a:pt x="12354" y="4325"/>
                    </a:cubicBezTo>
                    <a:cubicBezTo>
                      <a:pt x="12442" y="4345"/>
                      <a:pt x="12511" y="4394"/>
                      <a:pt x="12580" y="4453"/>
                    </a:cubicBezTo>
                    <a:cubicBezTo>
                      <a:pt x="12639" y="4503"/>
                      <a:pt x="12698" y="4562"/>
                      <a:pt x="12748" y="4611"/>
                    </a:cubicBezTo>
                    <a:cubicBezTo>
                      <a:pt x="12797" y="4660"/>
                      <a:pt x="12836" y="4719"/>
                      <a:pt x="12836" y="4798"/>
                    </a:cubicBezTo>
                    <a:cubicBezTo>
                      <a:pt x="12836" y="4916"/>
                      <a:pt x="12886" y="5025"/>
                      <a:pt x="12945" y="5123"/>
                    </a:cubicBezTo>
                    <a:cubicBezTo>
                      <a:pt x="12964" y="5163"/>
                      <a:pt x="12984" y="5202"/>
                      <a:pt x="13014" y="5251"/>
                    </a:cubicBezTo>
                    <a:cubicBezTo>
                      <a:pt x="12984" y="5271"/>
                      <a:pt x="12964" y="5291"/>
                      <a:pt x="12945" y="5310"/>
                    </a:cubicBezTo>
                    <a:cubicBezTo>
                      <a:pt x="12393" y="5724"/>
                      <a:pt x="11861" y="6168"/>
                      <a:pt x="11329" y="6601"/>
                    </a:cubicBezTo>
                    <a:cubicBezTo>
                      <a:pt x="11063" y="6808"/>
                      <a:pt x="10797" y="7005"/>
                      <a:pt x="10521" y="7212"/>
                    </a:cubicBezTo>
                    <a:cubicBezTo>
                      <a:pt x="10423" y="7290"/>
                      <a:pt x="10324" y="7359"/>
                      <a:pt x="10226" y="7438"/>
                    </a:cubicBezTo>
                    <a:cubicBezTo>
                      <a:pt x="10078" y="7547"/>
                      <a:pt x="9940" y="7665"/>
                      <a:pt x="9822" y="7813"/>
                    </a:cubicBezTo>
                    <a:cubicBezTo>
                      <a:pt x="9586" y="8088"/>
                      <a:pt x="9290" y="8305"/>
                      <a:pt x="9004" y="8522"/>
                    </a:cubicBezTo>
                    <a:cubicBezTo>
                      <a:pt x="8985" y="8542"/>
                      <a:pt x="8955" y="8561"/>
                      <a:pt x="8926" y="8581"/>
                    </a:cubicBezTo>
                    <a:cubicBezTo>
                      <a:pt x="8926" y="8581"/>
                      <a:pt x="8916" y="8581"/>
                      <a:pt x="8886" y="8591"/>
                    </a:cubicBezTo>
                    <a:cubicBezTo>
                      <a:pt x="8886" y="8551"/>
                      <a:pt x="8896" y="8522"/>
                      <a:pt x="8896" y="8492"/>
                    </a:cubicBezTo>
                    <a:cubicBezTo>
                      <a:pt x="9014" y="7931"/>
                      <a:pt x="9192" y="7379"/>
                      <a:pt x="9398" y="6837"/>
                    </a:cubicBezTo>
                    <a:cubicBezTo>
                      <a:pt x="9438" y="6719"/>
                      <a:pt x="9487" y="6601"/>
                      <a:pt x="9536" y="6483"/>
                    </a:cubicBezTo>
                    <a:cubicBezTo>
                      <a:pt x="9566" y="6414"/>
                      <a:pt x="9586" y="6335"/>
                      <a:pt x="9605" y="6266"/>
                    </a:cubicBezTo>
                    <a:cubicBezTo>
                      <a:pt x="9664" y="6020"/>
                      <a:pt x="9724" y="5764"/>
                      <a:pt x="9783" y="5517"/>
                    </a:cubicBezTo>
                    <a:cubicBezTo>
                      <a:pt x="9842" y="5310"/>
                      <a:pt x="9901" y="5113"/>
                      <a:pt x="9960" y="4916"/>
                    </a:cubicBezTo>
                    <a:cubicBezTo>
                      <a:pt x="9980" y="4857"/>
                      <a:pt x="9999" y="4788"/>
                      <a:pt x="10009" y="4729"/>
                    </a:cubicBezTo>
                    <a:cubicBezTo>
                      <a:pt x="10019" y="4690"/>
                      <a:pt x="10019" y="4660"/>
                      <a:pt x="9990" y="4621"/>
                    </a:cubicBezTo>
                    <a:cubicBezTo>
                      <a:pt x="9979" y="4605"/>
                      <a:pt x="9957" y="4595"/>
                      <a:pt x="9936" y="4595"/>
                    </a:cubicBezTo>
                    <a:cubicBezTo>
                      <a:pt x="9918" y="4595"/>
                      <a:pt x="9900" y="4603"/>
                      <a:pt x="9891" y="4621"/>
                    </a:cubicBezTo>
                    <a:cubicBezTo>
                      <a:pt x="9881" y="4641"/>
                      <a:pt x="9871" y="4660"/>
                      <a:pt x="9871" y="4670"/>
                    </a:cubicBezTo>
                    <a:cubicBezTo>
                      <a:pt x="9842" y="4739"/>
                      <a:pt x="9832" y="4818"/>
                      <a:pt x="9802" y="4887"/>
                    </a:cubicBezTo>
                    <a:cubicBezTo>
                      <a:pt x="9704" y="5153"/>
                      <a:pt x="9615" y="5419"/>
                      <a:pt x="9546" y="5705"/>
                    </a:cubicBezTo>
                    <a:cubicBezTo>
                      <a:pt x="9527" y="5783"/>
                      <a:pt x="9507" y="5852"/>
                      <a:pt x="9477" y="5931"/>
                    </a:cubicBezTo>
                    <a:cubicBezTo>
                      <a:pt x="9448" y="5941"/>
                      <a:pt x="9418" y="5951"/>
                      <a:pt x="9389" y="5961"/>
                    </a:cubicBezTo>
                    <a:cubicBezTo>
                      <a:pt x="9359" y="5980"/>
                      <a:pt x="9320" y="5990"/>
                      <a:pt x="9290" y="6010"/>
                    </a:cubicBezTo>
                    <a:cubicBezTo>
                      <a:pt x="9192" y="6069"/>
                      <a:pt x="9103" y="6128"/>
                      <a:pt x="9004" y="6177"/>
                    </a:cubicBezTo>
                    <a:cubicBezTo>
                      <a:pt x="8899" y="6238"/>
                      <a:pt x="8777" y="6263"/>
                      <a:pt x="8650" y="6263"/>
                    </a:cubicBezTo>
                    <a:cubicBezTo>
                      <a:pt x="8611" y="6263"/>
                      <a:pt x="8571" y="6261"/>
                      <a:pt x="8532" y="6256"/>
                    </a:cubicBezTo>
                    <a:cubicBezTo>
                      <a:pt x="8512" y="6187"/>
                      <a:pt x="8502" y="6118"/>
                      <a:pt x="8482" y="6049"/>
                    </a:cubicBezTo>
                    <a:cubicBezTo>
                      <a:pt x="8453" y="5833"/>
                      <a:pt x="8413" y="5626"/>
                      <a:pt x="8374" y="5409"/>
                    </a:cubicBezTo>
                    <a:cubicBezTo>
                      <a:pt x="8344" y="5192"/>
                      <a:pt x="8335" y="4976"/>
                      <a:pt x="8344" y="4759"/>
                    </a:cubicBezTo>
                    <a:cubicBezTo>
                      <a:pt x="8354" y="4473"/>
                      <a:pt x="8364" y="4188"/>
                      <a:pt x="8364" y="3902"/>
                    </a:cubicBezTo>
                    <a:cubicBezTo>
                      <a:pt x="8374" y="3528"/>
                      <a:pt x="8344" y="3153"/>
                      <a:pt x="8295" y="2779"/>
                    </a:cubicBezTo>
                    <a:cubicBezTo>
                      <a:pt x="8285" y="2749"/>
                      <a:pt x="8285" y="2720"/>
                      <a:pt x="8285" y="2680"/>
                    </a:cubicBezTo>
                    <a:cubicBezTo>
                      <a:pt x="8285" y="2680"/>
                      <a:pt x="8285" y="2671"/>
                      <a:pt x="8295" y="2651"/>
                    </a:cubicBezTo>
                    <a:close/>
                    <a:moveTo>
                      <a:pt x="8019" y="7850"/>
                    </a:moveTo>
                    <a:cubicBezTo>
                      <a:pt x="8032" y="7850"/>
                      <a:pt x="8045" y="7851"/>
                      <a:pt x="8059" y="7852"/>
                    </a:cubicBezTo>
                    <a:cubicBezTo>
                      <a:pt x="8157" y="7852"/>
                      <a:pt x="8256" y="7872"/>
                      <a:pt x="8354" y="7901"/>
                    </a:cubicBezTo>
                    <a:cubicBezTo>
                      <a:pt x="8423" y="7931"/>
                      <a:pt x="8502" y="7960"/>
                      <a:pt x="8571" y="7990"/>
                    </a:cubicBezTo>
                    <a:cubicBezTo>
                      <a:pt x="8610" y="8128"/>
                      <a:pt x="8620" y="8364"/>
                      <a:pt x="8620" y="8561"/>
                    </a:cubicBezTo>
                    <a:cubicBezTo>
                      <a:pt x="8610" y="8788"/>
                      <a:pt x="8571" y="9024"/>
                      <a:pt x="8532" y="9251"/>
                    </a:cubicBezTo>
                    <a:cubicBezTo>
                      <a:pt x="8473" y="9566"/>
                      <a:pt x="8453" y="9881"/>
                      <a:pt x="8423" y="10187"/>
                    </a:cubicBezTo>
                    <a:cubicBezTo>
                      <a:pt x="8423" y="10216"/>
                      <a:pt x="8423" y="10236"/>
                      <a:pt x="8413" y="10275"/>
                    </a:cubicBezTo>
                    <a:cubicBezTo>
                      <a:pt x="8384" y="10265"/>
                      <a:pt x="8364" y="10256"/>
                      <a:pt x="8335" y="10256"/>
                    </a:cubicBezTo>
                    <a:cubicBezTo>
                      <a:pt x="8326" y="10250"/>
                      <a:pt x="8317" y="10248"/>
                      <a:pt x="8308" y="10248"/>
                    </a:cubicBezTo>
                    <a:cubicBezTo>
                      <a:pt x="8285" y="10248"/>
                      <a:pt x="8263" y="10264"/>
                      <a:pt x="8256" y="10285"/>
                    </a:cubicBezTo>
                    <a:cubicBezTo>
                      <a:pt x="8197" y="10413"/>
                      <a:pt x="8079" y="10462"/>
                      <a:pt x="7960" y="10482"/>
                    </a:cubicBezTo>
                    <a:cubicBezTo>
                      <a:pt x="7822" y="10522"/>
                      <a:pt x="7684" y="10541"/>
                      <a:pt x="7556" y="10561"/>
                    </a:cubicBezTo>
                    <a:cubicBezTo>
                      <a:pt x="7458" y="10571"/>
                      <a:pt x="7359" y="10590"/>
                      <a:pt x="7271" y="10640"/>
                    </a:cubicBezTo>
                    <a:cubicBezTo>
                      <a:pt x="7084" y="10728"/>
                      <a:pt x="6887" y="10797"/>
                      <a:pt x="6670" y="10827"/>
                    </a:cubicBezTo>
                    <a:cubicBezTo>
                      <a:pt x="6583" y="10843"/>
                      <a:pt x="6496" y="10850"/>
                      <a:pt x="6410" y="10850"/>
                    </a:cubicBezTo>
                    <a:cubicBezTo>
                      <a:pt x="6339" y="10850"/>
                      <a:pt x="6268" y="10846"/>
                      <a:pt x="6197" y="10837"/>
                    </a:cubicBezTo>
                    <a:cubicBezTo>
                      <a:pt x="6138" y="10837"/>
                      <a:pt x="6069" y="10827"/>
                      <a:pt x="6010" y="10807"/>
                    </a:cubicBezTo>
                    <a:cubicBezTo>
                      <a:pt x="5941" y="10793"/>
                      <a:pt x="5874" y="10786"/>
                      <a:pt x="5807" y="10786"/>
                    </a:cubicBezTo>
                    <a:cubicBezTo>
                      <a:pt x="5691" y="10786"/>
                      <a:pt x="5577" y="10806"/>
                      <a:pt x="5458" y="10837"/>
                    </a:cubicBezTo>
                    <a:cubicBezTo>
                      <a:pt x="5232" y="10886"/>
                      <a:pt x="4995" y="10945"/>
                      <a:pt x="4759" y="10994"/>
                    </a:cubicBezTo>
                    <a:cubicBezTo>
                      <a:pt x="4680" y="11013"/>
                      <a:pt x="4598" y="11023"/>
                      <a:pt x="4516" y="11023"/>
                    </a:cubicBezTo>
                    <a:cubicBezTo>
                      <a:pt x="4424" y="11023"/>
                      <a:pt x="4330" y="11011"/>
                      <a:pt x="4237" y="10985"/>
                    </a:cubicBezTo>
                    <a:cubicBezTo>
                      <a:pt x="4119" y="10955"/>
                      <a:pt x="4010" y="10916"/>
                      <a:pt x="3912" y="10837"/>
                    </a:cubicBezTo>
                    <a:cubicBezTo>
                      <a:pt x="3892" y="10827"/>
                      <a:pt x="3872" y="10807"/>
                      <a:pt x="3843" y="10787"/>
                    </a:cubicBezTo>
                    <a:cubicBezTo>
                      <a:pt x="3715" y="10689"/>
                      <a:pt x="3577" y="10640"/>
                      <a:pt x="3409" y="10630"/>
                    </a:cubicBezTo>
                    <a:cubicBezTo>
                      <a:pt x="3064" y="10600"/>
                      <a:pt x="2730" y="10522"/>
                      <a:pt x="2395" y="10433"/>
                    </a:cubicBezTo>
                    <a:cubicBezTo>
                      <a:pt x="2267" y="10393"/>
                      <a:pt x="2148" y="10354"/>
                      <a:pt x="2040" y="10285"/>
                    </a:cubicBezTo>
                    <a:cubicBezTo>
                      <a:pt x="1934" y="10214"/>
                      <a:pt x="1820" y="10175"/>
                      <a:pt x="1697" y="10175"/>
                    </a:cubicBezTo>
                    <a:cubicBezTo>
                      <a:pt x="1684" y="10175"/>
                      <a:pt x="1670" y="10176"/>
                      <a:pt x="1656" y="10177"/>
                    </a:cubicBezTo>
                    <a:cubicBezTo>
                      <a:pt x="1646" y="10177"/>
                      <a:pt x="1646" y="10167"/>
                      <a:pt x="1626" y="10167"/>
                    </a:cubicBezTo>
                    <a:cubicBezTo>
                      <a:pt x="1626" y="10157"/>
                      <a:pt x="1616" y="10137"/>
                      <a:pt x="1616" y="10118"/>
                    </a:cubicBezTo>
                    <a:cubicBezTo>
                      <a:pt x="1557" y="9359"/>
                      <a:pt x="1370" y="8620"/>
                      <a:pt x="1213" y="7872"/>
                    </a:cubicBezTo>
                    <a:cubicBezTo>
                      <a:pt x="1213" y="7872"/>
                      <a:pt x="1213" y="7862"/>
                      <a:pt x="1222" y="7862"/>
                    </a:cubicBezTo>
                    <a:cubicBezTo>
                      <a:pt x="1331" y="7882"/>
                      <a:pt x="1419" y="7931"/>
                      <a:pt x="1498" y="8010"/>
                    </a:cubicBezTo>
                    <a:cubicBezTo>
                      <a:pt x="1538" y="8049"/>
                      <a:pt x="1577" y="8098"/>
                      <a:pt x="1616" y="8138"/>
                    </a:cubicBezTo>
                    <a:cubicBezTo>
                      <a:pt x="1794" y="8345"/>
                      <a:pt x="2020" y="8453"/>
                      <a:pt x="2276" y="8512"/>
                    </a:cubicBezTo>
                    <a:cubicBezTo>
                      <a:pt x="2313" y="8521"/>
                      <a:pt x="2350" y="8526"/>
                      <a:pt x="2386" y="8526"/>
                    </a:cubicBezTo>
                    <a:cubicBezTo>
                      <a:pt x="2467" y="8526"/>
                      <a:pt x="2546" y="8504"/>
                      <a:pt x="2621" y="8463"/>
                    </a:cubicBezTo>
                    <a:cubicBezTo>
                      <a:pt x="2808" y="8345"/>
                      <a:pt x="3015" y="8305"/>
                      <a:pt x="3232" y="8276"/>
                    </a:cubicBezTo>
                    <a:cubicBezTo>
                      <a:pt x="3271" y="8276"/>
                      <a:pt x="3311" y="8276"/>
                      <a:pt x="3350" y="8285"/>
                    </a:cubicBezTo>
                    <a:cubicBezTo>
                      <a:pt x="3459" y="8305"/>
                      <a:pt x="3577" y="8325"/>
                      <a:pt x="3675" y="8354"/>
                    </a:cubicBezTo>
                    <a:cubicBezTo>
                      <a:pt x="3819" y="8402"/>
                      <a:pt x="3958" y="8431"/>
                      <a:pt x="4098" y="8431"/>
                    </a:cubicBezTo>
                    <a:cubicBezTo>
                      <a:pt x="4160" y="8431"/>
                      <a:pt x="4223" y="8426"/>
                      <a:pt x="4286" y="8413"/>
                    </a:cubicBezTo>
                    <a:cubicBezTo>
                      <a:pt x="4368" y="8401"/>
                      <a:pt x="4447" y="8393"/>
                      <a:pt x="4527" y="8393"/>
                    </a:cubicBezTo>
                    <a:cubicBezTo>
                      <a:pt x="4630" y="8393"/>
                      <a:pt x="4732" y="8405"/>
                      <a:pt x="4838" y="8433"/>
                    </a:cubicBezTo>
                    <a:cubicBezTo>
                      <a:pt x="5044" y="8492"/>
                      <a:pt x="5261" y="8542"/>
                      <a:pt x="5468" y="8581"/>
                    </a:cubicBezTo>
                    <a:cubicBezTo>
                      <a:pt x="5603" y="8610"/>
                      <a:pt x="5735" y="8625"/>
                      <a:pt x="5866" y="8625"/>
                    </a:cubicBezTo>
                    <a:cubicBezTo>
                      <a:pt x="6049" y="8625"/>
                      <a:pt x="6230" y="8595"/>
                      <a:pt x="6414" y="8532"/>
                    </a:cubicBezTo>
                    <a:cubicBezTo>
                      <a:pt x="6640" y="8453"/>
                      <a:pt x="6867" y="8374"/>
                      <a:pt x="7084" y="8276"/>
                    </a:cubicBezTo>
                    <a:cubicBezTo>
                      <a:pt x="7172" y="8236"/>
                      <a:pt x="7261" y="8207"/>
                      <a:pt x="7350" y="8187"/>
                    </a:cubicBezTo>
                    <a:cubicBezTo>
                      <a:pt x="7517" y="8138"/>
                      <a:pt x="7665" y="8059"/>
                      <a:pt x="7793" y="7941"/>
                    </a:cubicBezTo>
                    <a:cubicBezTo>
                      <a:pt x="7862" y="7880"/>
                      <a:pt x="7931" y="7850"/>
                      <a:pt x="8019" y="7850"/>
                    </a:cubicBezTo>
                    <a:close/>
                    <a:moveTo>
                      <a:pt x="1726" y="10321"/>
                    </a:moveTo>
                    <a:cubicBezTo>
                      <a:pt x="1749" y="10321"/>
                      <a:pt x="1772" y="10326"/>
                      <a:pt x="1794" y="10334"/>
                    </a:cubicBezTo>
                    <a:cubicBezTo>
                      <a:pt x="1823" y="10344"/>
                      <a:pt x="1863" y="10354"/>
                      <a:pt x="1882" y="10374"/>
                    </a:cubicBezTo>
                    <a:cubicBezTo>
                      <a:pt x="2168" y="10551"/>
                      <a:pt x="2483" y="10630"/>
                      <a:pt x="2808" y="10699"/>
                    </a:cubicBezTo>
                    <a:cubicBezTo>
                      <a:pt x="2996" y="10738"/>
                      <a:pt x="3193" y="10768"/>
                      <a:pt x="3390" y="10797"/>
                    </a:cubicBezTo>
                    <a:cubicBezTo>
                      <a:pt x="3527" y="10807"/>
                      <a:pt x="3656" y="10847"/>
                      <a:pt x="3764" y="10945"/>
                    </a:cubicBezTo>
                    <a:cubicBezTo>
                      <a:pt x="3951" y="11103"/>
                      <a:pt x="4178" y="11172"/>
                      <a:pt x="4424" y="11201"/>
                    </a:cubicBezTo>
                    <a:cubicBezTo>
                      <a:pt x="4447" y="11203"/>
                      <a:pt x="4470" y="11204"/>
                      <a:pt x="4493" y="11204"/>
                    </a:cubicBezTo>
                    <a:cubicBezTo>
                      <a:pt x="4600" y="11204"/>
                      <a:pt x="4713" y="11186"/>
                      <a:pt x="4818" y="11162"/>
                    </a:cubicBezTo>
                    <a:cubicBezTo>
                      <a:pt x="5025" y="11122"/>
                      <a:pt x="5222" y="11073"/>
                      <a:pt x="5429" y="11024"/>
                    </a:cubicBezTo>
                    <a:cubicBezTo>
                      <a:pt x="5553" y="10988"/>
                      <a:pt x="5680" y="10971"/>
                      <a:pt x="5810" y="10971"/>
                    </a:cubicBezTo>
                    <a:cubicBezTo>
                      <a:pt x="5896" y="10971"/>
                      <a:pt x="5982" y="10979"/>
                      <a:pt x="6069" y="10994"/>
                    </a:cubicBezTo>
                    <a:cubicBezTo>
                      <a:pt x="6187" y="11024"/>
                      <a:pt x="6315" y="11034"/>
                      <a:pt x="6443" y="11034"/>
                    </a:cubicBezTo>
                    <a:cubicBezTo>
                      <a:pt x="6591" y="11034"/>
                      <a:pt x="6749" y="11004"/>
                      <a:pt x="6896" y="10965"/>
                    </a:cubicBezTo>
                    <a:cubicBezTo>
                      <a:pt x="7054" y="10925"/>
                      <a:pt x="7202" y="10876"/>
                      <a:pt x="7350" y="10807"/>
                    </a:cubicBezTo>
                    <a:cubicBezTo>
                      <a:pt x="7428" y="10758"/>
                      <a:pt x="7517" y="10748"/>
                      <a:pt x="7616" y="10738"/>
                    </a:cubicBezTo>
                    <a:cubicBezTo>
                      <a:pt x="7753" y="10719"/>
                      <a:pt x="7891" y="10699"/>
                      <a:pt x="8019" y="10669"/>
                    </a:cubicBezTo>
                    <a:cubicBezTo>
                      <a:pt x="8147" y="10640"/>
                      <a:pt x="8266" y="10581"/>
                      <a:pt x="8354" y="10482"/>
                    </a:cubicBezTo>
                    <a:cubicBezTo>
                      <a:pt x="8364" y="10472"/>
                      <a:pt x="8374" y="10462"/>
                      <a:pt x="8394" y="10453"/>
                    </a:cubicBezTo>
                    <a:cubicBezTo>
                      <a:pt x="8423" y="10482"/>
                      <a:pt x="8413" y="10522"/>
                      <a:pt x="8404" y="10541"/>
                    </a:cubicBezTo>
                    <a:cubicBezTo>
                      <a:pt x="8394" y="10817"/>
                      <a:pt x="8394" y="11093"/>
                      <a:pt x="8413" y="11359"/>
                    </a:cubicBezTo>
                    <a:cubicBezTo>
                      <a:pt x="8423" y="11743"/>
                      <a:pt x="8473" y="12127"/>
                      <a:pt x="8541" y="12502"/>
                    </a:cubicBezTo>
                    <a:cubicBezTo>
                      <a:pt x="8689" y="13309"/>
                      <a:pt x="8886" y="14107"/>
                      <a:pt x="9142" y="14895"/>
                    </a:cubicBezTo>
                    <a:cubicBezTo>
                      <a:pt x="9339" y="15467"/>
                      <a:pt x="9389" y="16067"/>
                      <a:pt x="9339" y="16668"/>
                    </a:cubicBezTo>
                    <a:cubicBezTo>
                      <a:pt x="9310" y="17013"/>
                      <a:pt x="9270" y="17358"/>
                      <a:pt x="9192" y="17693"/>
                    </a:cubicBezTo>
                    <a:cubicBezTo>
                      <a:pt x="9103" y="18077"/>
                      <a:pt x="8975" y="18441"/>
                      <a:pt x="8817" y="18796"/>
                    </a:cubicBezTo>
                    <a:cubicBezTo>
                      <a:pt x="8689" y="19092"/>
                      <a:pt x="8512" y="19348"/>
                      <a:pt x="8285" y="19584"/>
                    </a:cubicBezTo>
                    <a:cubicBezTo>
                      <a:pt x="7990" y="19870"/>
                      <a:pt x="7675" y="20136"/>
                      <a:pt x="7340" y="20372"/>
                    </a:cubicBezTo>
                    <a:cubicBezTo>
                      <a:pt x="7261" y="20431"/>
                      <a:pt x="7172" y="20490"/>
                      <a:pt x="7093" y="20550"/>
                    </a:cubicBezTo>
                    <a:cubicBezTo>
                      <a:pt x="6965" y="20638"/>
                      <a:pt x="6837" y="20737"/>
                      <a:pt x="6729" y="20845"/>
                    </a:cubicBezTo>
                    <a:cubicBezTo>
                      <a:pt x="6601" y="20973"/>
                      <a:pt x="6443" y="21062"/>
                      <a:pt x="6276" y="21131"/>
                    </a:cubicBezTo>
                    <a:cubicBezTo>
                      <a:pt x="5961" y="21249"/>
                      <a:pt x="5626" y="21328"/>
                      <a:pt x="5301" y="21407"/>
                    </a:cubicBezTo>
                    <a:cubicBezTo>
                      <a:pt x="5143" y="21436"/>
                      <a:pt x="4995" y="21456"/>
                      <a:pt x="4838" y="21495"/>
                    </a:cubicBezTo>
                    <a:cubicBezTo>
                      <a:pt x="4788" y="21505"/>
                      <a:pt x="4740" y="21509"/>
                      <a:pt x="4693" y="21509"/>
                    </a:cubicBezTo>
                    <a:cubicBezTo>
                      <a:pt x="4598" y="21509"/>
                      <a:pt x="4506" y="21492"/>
                      <a:pt x="4414" y="21466"/>
                    </a:cubicBezTo>
                    <a:cubicBezTo>
                      <a:pt x="4099" y="21357"/>
                      <a:pt x="3784" y="21229"/>
                      <a:pt x="3488" y="21062"/>
                    </a:cubicBezTo>
                    <a:cubicBezTo>
                      <a:pt x="3005" y="20786"/>
                      <a:pt x="2552" y="20471"/>
                      <a:pt x="2109" y="20136"/>
                    </a:cubicBezTo>
                    <a:cubicBezTo>
                      <a:pt x="1774" y="19880"/>
                      <a:pt x="1518" y="19555"/>
                      <a:pt x="1321" y="19180"/>
                    </a:cubicBezTo>
                    <a:cubicBezTo>
                      <a:pt x="1114" y="18796"/>
                      <a:pt x="976" y="18373"/>
                      <a:pt x="878" y="17949"/>
                    </a:cubicBezTo>
                    <a:cubicBezTo>
                      <a:pt x="819" y="17713"/>
                      <a:pt x="789" y="17476"/>
                      <a:pt x="789" y="17240"/>
                    </a:cubicBezTo>
                    <a:cubicBezTo>
                      <a:pt x="769" y="16747"/>
                      <a:pt x="809" y="16255"/>
                      <a:pt x="887" y="15772"/>
                    </a:cubicBezTo>
                    <a:cubicBezTo>
                      <a:pt x="1006" y="15073"/>
                      <a:pt x="1173" y="14383"/>
                      <a:pt x="1331" y="13684"/>
                    </a:cubicBezTo>
                    <a:cubicBezTo>
                      <a:pt x="1449" y="13211"/>
                      <a:pt x="1538" y="12728"/>
                      <a:pt x="1587" y="12245"/>
                    </a:cubicBezTo>
                    <a:cubicBezTo>
                      <a:pt x="1646" y="11664"/>
                      <a:pt x="1666" y="11083"/>
                      <a:pt x="1636" y="10502"/>
                    </a:cubicBezTo>
                    <a:cubicBezTo>
                      <a:pt x="1636" y="10453"/>
                      <a:pt x="1636" y="10403"/>
                      <a:pt x="1636" y="10344"/>
                    </a:cubicBezTo>
                    <a:cubicBezTo>
                      <a:pt x="1669" y="10328"/>
                      <a:pt x="1698" y="10321"/>
                      <a:pt x="1726" y="10321"/>
                    </a:cubicBezTo>
                    <a:close/>
                    <a:moveTo>
                      <a:pt x="4089" y="24569"/>
                    </a:moveTo>
                    <a:cubicBezTo>
                      <a:pt x="4355" y="24687"/>
                      <a:pt x="4660" y="24736"/>
                      <a:pt x="4946" y="24805"/>
                    </a:cubicBezTo>
                    <a:cubicBezTo>
                      <a:pt x="4985" y="24815"/>
                      <a:pt x="5025" y="24815"/>
                      <a:pt x="5054" y="24815"/>
                    </a:cubicBezTo>
                    <a:lnTo>
                      <a:pt x="5419" y="24815"/>
                    </a:lnTo>
                    <a:cubicBezTo>
                      <a:pt x="5488" y="24815"/>
                      <a:pt x="5557" y="24805"/>
                      <a:pt x="5616" y="24775"/>
                    </a:cubicBezTo>
                    <a:cubicBezTo>
                      <a:pt x="5695" y="24736"/>
                      <a:pt x="5773" y="24697"/>
                      <a:pt x="5852" y="24657"/>
                    </a:cubicBezTo>
                    <a:cubicBezTo>
                      <a:pt x="5862" y="24647"/>
                      <a:pt x="5882" y="24628"/>
                      <a:pt x="5892" y="24618"/>
                    </a:cubicBezTo>
                    <a:cubicBezTo>
                      <a:pt x="5904" y="24613"/>
                      <a:pt x="5918" y="24610"/>
                      <a:pt x="5933" y="24610"/>
                    </a:cubicBezTo>
                    <a:cubicBezTo>
                      <a:pt x="5973" y="24610"/>
                      <a:pt x="6015" y="24631"/>
                      <a:pt x="6030" y="24667"/>
                    </a:cubicBezTo>
                    <a:cubicBezTo>
                      <a:pt x="6079" y="24785"/>
                      <a:pt x="6158" y="24904"/>
                      <a:pt x="6177" y="25032"/>
                    </a:cubicBezTo>
                    <a:cubicBezTo>
                      <a:pt x="6187" y="25130"/>
                      <a:pt x="6217" y="25229"/>
                      <a:pt x="6236" y="25317"/>
                    </a:cubicBezTo>
                    <a:cubicBezTo>
                      <a:pt x="6256" y="25406"/>
                      <a:pt x="6246" y="25495"/>
                      <a:pt x="6227" y="25583"/>
                    </a:cubicBezTo>
                    <a:cubicBezTo>
                      <a:pt x="6217" y="25642"/>
                      <a:pt x="6177" y="25701"/>
                      <a:pt x="6118" y="25731"/>
                    </a:cubicBezTo>
                    <a:cubicBezTo>
                      <a:pt x="6079" y="25751"/>
                      <a:pt x="6030" y="25770"/>
                      <a:pt x="5990" y="25780"/>
                    </a:cubicBezTo>
                    <a:cubicBezTo>
                      <a:pt x="5724" y="25869"/>
                      <a:pt x="5468" y="25948"/>
                      <a:pt x="5202" y="26046"/>
                    </a:cubicBezTo>
                    <a:cubicBezTo>
                      <a:pt x="5110" y="26073"/>
                      <a:pt x="5023" y="26086"/>
                      <a:pt x="4934" y="26086"/>
                    </a:cubicBezTo>
                    <a:cubicBezTo>
                      <a:pt x="4889" y="26086"/>
                      <a:pt x="4844" y="26082"/>
                      <a:pt x="4798" y="26076"/>
                    </a:cubicBezTo>
                    <a:cubicBezTo>
                      <a:pt x="4631" y="26036"/>
                      <a:pt x="4463" y="26007"/>
                      <a:pt x="4296" y="25977"/>
                    </a:cubicBezTo>
                    <a:cubicBezTo>
                      <a:pt x="4148" y="25938"/>
                      <a:pt x="4010" y="25889"/>
                      <a:pt x="3882" y="25820"/>
                    </a:cubicBezTo>
                    <a:cubicBezTo>
                      <a:pt x="3853" y="25800"/>
                      <a:pt x="3813" y="25780"/>
                      <a:pt x="3784" y="25761"/>
                    </a:cubicBezTo>
                    <a:cubicBezTo>
                      <a:pt x="3675" y="25692"/>
                      <a:pt x="3665" y="25662"/>
                      <a:pt x="3715" y="25544"/>
                    </a:cubicBezTo>
                    <a:cubicBezTo>
                      <a:pt x="3774" y="25386"/>
                      <a:pt x="3803" y="25219"/>
                      <a:pt x="3843" y="25051"/>
                    </a:cubicBezTo>
                    <a:cubicBezTo>
                      <a:pt x="3882" y="24894"/>
                      <a:pt x="3931" y="24746"/>
                      <a:pt x="4030" y="24608"/>
                    </a:cubicBezTo>
                    <a:cubicBezTo>
                      <a:pt x="4040" y="24598"/>
                      <a:pt x="4050" y="24588"/>
                      <a:pt x="4059" y="24578"/>
                    </a:cubicBezTo>
                    <a:cubicBezTo>
                      <a:pt x="4069" y="24578"/>
                      <a:pt x="4079" y="24569"/>
                      <a:pt x="4089" y="24569"/>
                    </a:cubicBezTo>
                    <a:close/>
                    <a:moveTo>
                      <a:pt x="3892" y="24381"/>
                    </a:moveTo>
                    <a:cubicBezTo>
                      <a:pt x="3912" y="24391"/>
                      <a:pt x="3941" y="24401"/>
                      <a:pt x="3941" y="24421"/>
                    </a:cubicBezTo>
                    <a:cubicBezTo>
                      <a:pt x="3951" y="24431"/>
                      <a:pt x="3951" y="24460"/>
                      <a:pt x="3941" y="24480"/>
                    </a:cubicBezTo>
                    <a:cubicBezTo>
                      <a:pt x="3941" y="24490"/>
                      <a:pt x="3931" y="24500"/>
                      <a:pt x="3921" y="24510"/>
                    </a:cubicBezTo>
                    <a:cubicBezTo>
                      <a:pt x="3803" y="24638"/>
                      <a:pt x="3744" y="24795"/>
                      <a:pt x="3705" y="24953"/>
                    </a:cubicBezTo>
                    <a:cubicBezTo>
                      <a:pt x="3685" y="25022"/>
                      <a:pt x="3665" y="25081"/>
                      <a:pt x="3656" y="25140"/>
                    </a:cubicBezTo>
                    <a:cubicBezTo>
                      <a:pt x="3626" y="25248"/>
                      <a:pt x="3596" y="25357"/>
                      <a:pt x="3557" y="25455"/>
                    </a:cubicBezTo>
                    <a:cubicBezTo>
                      <a:pt x="3439" y="25721"/>
                      <a:pt x="3537" y="25839"/>
                      <a:pt x="3705" y="25938"/>
                    </a:cubicBezTo>
                    <a:cubicBezTo>
                      <a:pt x="3813" y="25997"/>
                      <a:pt x="3921" y="26056"/>
                      <a:pt x="4040" y="26095"/>
                    </a:cubicBezTo>
                    <a:cubicBezTo>
                      <a:pt x="4316" y="26204"/>
                      <a:pt x="4601" y="26263"/>
                      <a:pt x="4887" y="26283"/>
                    </a:cubicBezTo>
                    <a:cubicBezTo>
                      <a:pt x="4915" y="26285"/>
                      <a:pt x="4943" y="26286"/>
                      <a:pt x="4970" y="26286"/>
                    </a:cubicBezTo>
                    <a:cubicBezTo>
                      <a:pt x="5060" y="26286"/>
                      <a:pt x="5149" y="26273"/>
                      <a:pt x="5232" y="26243"/>
                    </a:cubicBezTo>
                    <a:cubicBezTo>
                      <a:pt x="5507" y="26155"/>
                      <a:pt x="5793" y="26066"/>
                      <a:pt x="6069" y="25967"/>
                    </a:cubicBezTo>
                    <a:cubicBezTo>
                      <a:pt x="6108" y="25958"/>
                      <a:pt x="6148" y="25938"/>
                      <a:pt x="6187" y="25918"/>
                    </a:cubicBezTo>
                    <a:cubicBezTo>
                      <a:pt x="6315" y="25859"/>
                      <a:pt x="6394" y="25761"/>
                      <a:pt x="6424" y="25623"/>
                    </a:cubicBezTo>
                    <a:cubicBezTo>
                      <a:pt x="6453" y="25495"/>
                      <a:pt x="6463" y="25376"/>
                      <a:pt x="6433" y="25258"/>
                    </a:cubicBezTo>
                    <a:cubicBezTo>
                      <a:pt x="6414" y="25150"/>
                      <a:pt x="6384" y="25032"/>
                      <a:pt x="6355" y="24923"/>
                    </a:cubicBezTo>
                    <a:cubicBezTo>
                      <a:pt x="6325" y="24785"/>
                      <a:pt x="6246" y="24667"/>
                      <a:pt x="6187" y="24549"/>
                    </a:cubicBezTo>
                    <a:cubicBezTo>
                      <a:pt x="6177" y="24529"/>
                      <a:pt x="6167" y="24510"/>
                      <a:pt x="6158" y="24480"/>
                    </a:cubicBezTo>
                    <a:cubicBezTo>
                      <a:pt x="6184" y="24473"/>
                      <a:pt x="6209" y="24471"/>
                      <a:pt x="6233" y="24471"/>
                    </a:cubicBezTo>
                    <a:cubicBezTo>
                      <a:pt x="6282" y="24471"/>
                      <a:pt x="6328" y="24480"/>
                      <a:pt x="6374" y="24480"/>
                    </a:cubicBezTo>
                    <a:cubicBezTo>
                      <a:pt x="6827" y="24539"/>
                      <a:pt x="7281" y="24647"/>
                      <a:pt x="7704" y="24844"/>
                    </a:cubicBezTo>
                    <a:cubicBezTo>
                      <a:pt x="7803" y="24884"/>
                      <a:pt x="7891" y="24933"/>
                      <a:pt x="7990" y="24982"/>
                    </a:cubicBezTo>
                    <a:cubicBezTo>
                      <a:pt x="8088" y="25041"/>
                      <a:pt x="8177" y="25110"/>
                      <a:pt x="8256" y="25199"/>
                    </a:cubicBezTo>
                    <a:cubicBezTo>
                      <a:pt x="8404" y="25376"/>
                      <a:pt x="8463" y="25573"/>
                      <a:pt x="8423" y="25790"/>
                    </a:cubicBezTo>
                    <a:cubicBezTo>
                      <a:pt x="8404" y="25879"/>
                      <a:pt x="8384" y="25967"/>
                      <a:pt x="8354" y="26046"/>
                    </a:cubicBezTo>
                    <a:cubicBezTo>
                      <a:pt x="8305" y="26194"/>
                      <a:pt x="8236" y="26342"/>
                      <a:pt x="8177" y="26480"/>
                    </a:cubicBezTo>
                    <a:cubicBezTo>
                      <a:pt x="8128" y="26608"/>
                      <a:pt x="8039" y="26706"/>
                      <a:pt x="7921" y="26785"/>
                    </a:cubicBezTo>
                    <a:cubicBezTo>
                      <a:pt x="7684" y="26952"/>
                      <a:pt x="7428" y="27081"/>
                      <a:pt x="7143" y="27150"/>
                    </a:cubicBezTo>
                    <a:cubicBezTo>
                      <a:pt x="6877" y="27209"/>
                      <a:pt x="6611" y="27258"/>
                      <a:pt x="6355" y="27307"/>
                    </a:cubicBezTo>
                    <a:cubicBezTo>
                      <a:pt x="6069" y="27366"/>
                      <a:pt x="5773" y="27376"/>
                      <a:pt x="5488" y="27386"/>
                    </a:cubicBezTo>
                    <a:cubicBezTo>
                      <a:pt x="5360" y="27396"/>
                      <a:pt x="5232" y="27396"/>
                      <a:pt x="5113" y="27406"/>
                    </a:cubicBezTo>
                    <a:cubicBezTo>
                      <a:pt x="5068" y="27407"/>
                      <a:pt x="5022" y="27408"/>
                      <a:pt x="4977" y="27408"/>
                    </a:cubicBezTo>
                    <a:cubicBezTo>
                      <a:pt x="4760" y="27408"/>
                      <a:pt x="4547" y="27389"/>
                      <a:pt x="4335" y="27356"/>
                    </a:cubicBezTo>
                    <a:cubicBezTo>
                      <a:pt x="4069" y="27317"/>
                      <a:pt x="3793" y="27278"/>
                      <a:pt x="3518" y="27218"/>
                    </a:cubicBezTo>
                    <a:cubicBezTo>
                      <a:pt x="3045" y="27120"/>
                      <a:pt x="2601" y="26933"/>
                      <a:pt x="2207" y="26618"/>
                    </a:cubicBezTo>
                    <a:cubicBezTo>
                      <a:pt x="2168" y="26588"/>
                      <a:pt x="2129" y="26558"/>
                      <a:pt x="2099" y="26519"/>
                    </a:cubicBezTo>
                    <a:cubicBezTo>
                      <a:pt x="1873" y="26293"/>
                      <a:pt x="1794" y="26027"/>
                      <a:pt x="1873" y="25721"/>
                    </a:cubicBezTo>
                    <a:cubicBezTo>
                      <a:pt x="1912" y="25603"/>
                      <a:pt x="1961" y="25485"/>
                      <a:pt x="2010" y="25367"/>
                    </a:cubicBezTo>
                    <a:cubicBezTo>
                      <a:pt x="2079" y="25199"/>
                      <a:pt x="2207" y="25061"/>
                      <a:pt x="2355" y="24953"/>
                    </a:cubicBezTo>
                    <a:cubicBezTo>
                      <a:pt x="2641" y="24766"/>
                      <a:pt x="2936" y="24618"/>
                      <a:pt x="3261" y="24529"/>
                    </a:cubicBezTo>
                    <a:cubicBezTo>
                      <a:pt x="3429" y="24490"/>
                      <a:pt x="3606" y="24441"/>
                      <a:pt x="3784" y="24401"/>
                    </a:cubicBezTo>
                    <a:cubicBezTo>
                      <a:pt x="3813" y="24391"/>
                      <a:pt x="3853" y="24381"/>
                      <a:pt x="3892" y="24381"/>
                    </a:cubicBezTo>
                    <a:close/>
                    <a:moveTo>
                      <a:pt x="503" y="1"/>
                    </a:moveTo>
                    <a:cubicBezTo>
                      <a:pt x="346" y="11"/>
                      <a:pt x="218" y="70"/>
                      <a:pt x="99" y="159"/>
                    </a:cubicBezTo>
                    <a:cubicBezTo>
                      <a:pt x="11" y="228"/>
                      <a:pt x="1" y="267"/>
                      <a:pt x="40" y="375"/>
                    </a:cubicBezTo>
                    <a:cubicBezTo>
                      <a:pt x="40" y="385"/>
                      <a:pt x="50" y="395"/>
                      <a:pt x="50" y="395"/>
                    </a:cubicBezTo>
                    <a:cubicBezTo>
                      <a:pt x="90" y="444"/>
                      <a:pt x="99" y="503"/>
                      <a:pt x="119" y="553"/>
                    </a:cubicBezTo>
                    <a:cubicBezTo>
                      <a:pt x="178" y="759"/>
                      <a:pt x="227" y="956"/>
                      <a:pt x="296" y="1163"/>
                    </a:cubicBezTo>
                    <a:cubicBezTo>
                      <a:pt x="356" y="1351"/>
                      <a:pt x="434" y="1548"/>
                      <a:pt x="493" y="1735"/>
                    </a:cubicBezTo>
                    <a:cubicBezTo>
                      <a:pt x="700" y="2434"/>
                      <a:pt x="937" y="3124"/>
                      <a:pt x="1183" y="3813"/>
                    </a:cubicBezTo>
                    <a:cubicBezTo>
                      <a:pt x="1380" y="4365"/>
                      <a:pt x="1577" y="4926"/>
                      <a:pt x="1774" y="5488"/>
                    </a:cubicBezTo>
                    <a:cubicBezTo>
                      <a:pt x="1794" y="5527"/>
                      <a:pt x="1823" y="5567"/>
                      <a:pt x="1804" y="5616"/>
                    </a:cubicBezTo>
                    <a:cubicBezTo>
                      <a:pt x="1784" y="5626"/>
                      <a:pt x="1764" y="5636"/>
                      <a:pt x="1744" y="5636"/>
                    </a:cubicBezTo>
                    <a:cubicBezTo>
                      <a:pt x="1518" y="5665"/>
                      <a:pt x="1291" y="5695"/>
                      <a:pt x="1065" y="5714"/>
                    </a:cubicBezTo>
                    <a:cubicBezTo>
                      <a:pt x="956" y="5734"/>
                      <a:pt x="848" y="5754"/>
                      <a:pt x="750" y="5803"/>
                    </a:cubicBezTo>
                    <a:cubicBezTo>
                      <a:pt x="661" y="5842"/>
                      <a:pt x="582" y="5911"/>
                      <a:pt x="572" y="6020"/>
                    </a:cubicBezTo>
                    <a:cubicBezTo>
                      <a:pt x="572" y="6039"/>
                      <a:pt x="562" y="6059"/>
                      <a:pt x="543" y="6079"/>
                    </a:cubicBezTo>
                    <a:cubicBezTo>
                      <a:pt x="523" y="6118"/>
                      <a:pt x="523" y="6158"/>
                      <a:pt x="533" y="6197"/>
                    </a:cubicBezTo>
                    <a:cubicBezTo>
                      <a:pt x="562" y="6305"/>
                      <a:pt x="592" y="6404"/>
                      <a:pt x="631" y="6502"/>
                    </a:cubicBezTo>
                    <a:cubicBezTo>
                      <a:pt x="868" y="7290"/>
                      <a:pt x="1075" y="8088"/>
                      <a:pt x="1242" y="8886"/>
                    </a:cubicBezTo>
                    <a:cubicBezTo>
                      <a:pt x="1331" y="9330"/>
                      <a:pt x="1390" y="9763"/>
                      <a:pt x="1419" y="10206"/>
                    </a:cubicBezTo>
                    <a:cubicBezTo>
                      <a:pt x="1449" y="10571"/>
                      <a:pt x="1449" y="10945"/>
                      <a:pt x="1439" y="11310"/>
                    </a:cubicBezTo>
                    <a:cubicBezTo>
                      <a:pt x="1429" y="11822"/>
                      <a:pt x="1390" y="12324"/>
                      <a:pt x="1291" y="12827"/>
                    </a:cubicBezTo>
                    <a:cubicBezTo>
                      <a:pt x="1232" y="13162"/>
                      <a:pt x="1163" y="13487"/>
                      <a:pt x="1084" y="13822"/>
                    </a:cubicBezTo>
                    <a:cubicBezTo>
                      <a:pt x="966" y="14363"/>
                      <a:pt x="819" y="14915"/>
                      <a:pt x="720" y="15467"/>
                    </a:cubicBezTo>
                    <a:cubicBezTo>
                      <a:pt x="631" y="15969"/>
                      <a:pt x="562" y="16471"/>
                      <a:pt x="562" y="16984"/>
                    </a:cubicBezTo>
                    <a:cubicBezTo>
                      <a:pt x="553" y="17397"/>
                      <a:pt x="602" y="17801"/>
                      <a:pt x="710" y="18195"/>
                    </a:cubicBezTo>
                    <a:cubicBezTo>
                      <a:pt x="819" y="18570"/>
                      <a:pt x="937" y="18944"/>
                      <a:pt x="1124" y="19279"/>
                    </a:cubicBezTo>
                    <a:cubicBezTo>
                      <a:pt x="1360" y="19722"/>
                      <a:pt x="1666" y="20096"/>
                      <a:pt x="2070" y="20382"/>
                    </a:cubicBezTo>
                    <a:cubicBezTo>
                      <a:pt x="2227" y="20500"/>
                      <a:pt x="2385" y="20618"/>
                      <a:pt x="2542" y="20727"/>
                    </a:cubicBezTo>
                    <a:cubicBezTo>
                      <a:pt x="2917" y="20983"/>
                      <a:pt x="3291" y="21239"/>
                      <a:pt x="3705" y="21426"/>
                    </a:cubicBezTo>
                    <a:cubicBezTo>
                      <a:pt x="3754" y="21446"/>
                      <a:pt x="3784" y="21485"/>
                      <a:pt x="3793" y="21535"/>
                    </a:cubicBezTo>
                    <a:cubicBezTo>
                      <a:pt x="3843" y="21741"/>
                      <a:pt x="3921" y="21938"/>
                      <a:pt x="3990" y="22145"/>
                    </a:cubicBezTo>
                    <a:cubicBezTo>
                      <a:pt x="4040" y="22254"/>
                      <a:pt x="4079" y="22362"/>
                      <a:pt x="4109" y="22480"/>
                    </a:cubicBezTo>
                    <a:cubicBezTo>
                      <a:pt x="4148" y="22598"/>
                      <a:pt x="4178" y="22717"/>
                      <a:pt x="4178" y="22835"/>
                    </a:cubicBezTo>
                    <a:cubicBezTo>
                      <a:pt x="4178" y="23042"/>
                      <a:pt x="4178" y="23239"/>
                      <a:pt x="4168" y="23446"/>
                    </a:cubicBezTo>
                    <a:cubicBezTo>
                      <a:pt x="4168" y="23534"/>
                      <a:pt x="4158" y="23633"/>
                      <a:pt x="4128" y="23712"/>
                    </a:cubicBezTo>
                    <a:cubicBezTo>
                      <a:pt x="4069" y="23889"/>
                      <a:pt x="4000" y="24056"/>
                      <a:pt x="3941" y="24224"/>
                    </a:cubicBezTo>
                    <a:cubicBezTo>
                      <a:pt x="3892" y="24234"/>
                      <a:pt x="3843" y="24234"/>
                      <a:pt x="3803" y="24244"/>
                    </a:cubicBezTo>
                    <a:cubicBezTo>
                      <a:pt x="3596" y="24293"/>
                      <a:pt x="3390" y="24342"/>
                      <a:pt x="3183" y="24391"/>
                    </a:cubicBezTo>
                    <a:cubicBezTo>
                      <a:pt x="2848" y="24470"/>
                      <a:pt x="2542" y="24628"/>
                      <a:pt x="2257" y="24815"/>
                    </a:cubicBezTo>
                    <a:cubicBezTo>
                      <a:pt x="2089" y="24933"/>
                      <a:pt x="1951" y="25081"/>
                      <a:pt x="1863" y="25268"/>
                    </a:cubicBezTo>
                    <a:cubicBezTo>
                      <a:pt x="1794" y="25396"/>
                      <a:pt x="1735" y="25534"/>
                      <a:pt x="1705" y="25672"/>
                    </a:cubicBezTo>
                    <a:cubicBezTo>
                      <a:pt x="1607" y="26046"/>
                      <a:pt x="1695" y="26381"/>
                      <a:pt x="1971" y="26657"/>
                    </a:cubicBezTo>
                    <a:cubicBezTo>
                      <a:pt x="2119" y="26815"/>
                      <a:pt x="2296" y="26943"/>
                      <a:pt x="2483" y="27041"/>
                    </a:cubicBezTo>
                    <a:cubicBezTo>
                      <a:pt x="2789" y="27209"/>
                      <a:pt x="3124" y="27347"/>
                      <a:pt x="3468" y="27415"/>
                    </a:cubicBezTo>
                    <a:cubicBezTo>
                      <a:pt x="3734" y="27465"/>
                      <a:pt x="4010" y="27514"/>
                      <a:pt x="4276" y="27553"/>
                    </a:cubicBezTo>
                    <a:cubicBezTo>
                      <a:pt x="4506" y="27594"/>
                      <a:pt x="4743" y="27615"/>
                      <a:pt x="4975" y="27615"/>
                    </a:cubicBezTo>
                    <a:cubicBezTo>
                      <a:pt x="5021" y="27615"/>
                      <a:pt x="5067" y="27614"/>
                      <a:pt x="5113" y="27612"/>
                    </a:cubicBezTo>
                    <a:cubicBezTo>
                      <a:pt x="5379" y="27603"/>
                      <a:pt x="5636" y="27593"/>
                      <a:pt x="5892" y="27583"/>
                    </a:cubicBezTo>
                    <a:cubicBezTo>
                      <a:pt x="6010" y="27573"/>
                      <a:pt x="6128" y="27563"/>
                      <a:pt x="6246" y="27544"/>
                    </a:cubicBezTo>
                    <a:cubicBezTo>
                      <a:pt x="6532" y="27494"/>
                      <a:pt x="6808" y="27435"/>
                      <a:pt x="7084" y="27386"/>
                    </a:cubicBezTo>
                    <a:cubicBezTo>
                      <a:pt x="7438" y="27307"/>
                      <a:pt x="7763" y="27169"/>
                      <a:pt x="8059" y="26952"/>
                    </a:cubicBezTo>
                    <a:cubicBezTo>
                      <a:pt x="8167" y="26874"/>
                      <a:pt x="8266" y="26785"/>
                      <a:pt x="8325" y="26667"/>
                    </a:cubicBezTo>
                    <a:cubicBezTo>
                      <a:pt x="8453" y="26421"/>
                      <a:pt x="8571" y="26155"/>
                      <a:pt x="8620" y="25879"/>
                    </a:cubicBezTo>
                    <a:cubicBezTo>
                      <a:pt x="8689" y="25544"/>
                      <a:pt x="8610" y="25248"/>
                      <a:pt x="8364" y="25002"/>
                    </a:cubicBezTo>
                    <a:cubicBezTo>
                      <a:pt x="8285" y="24923"/>
                      <a:pt x="8187" y="24854"/>
                      <a:pt x="8088" y="24795"/>
                    </a:cubicBezTo>
                    <a:cubicBezTo>
                      <a:pt x="8000" y="24746"/>
                      <a:pt x="7911" y="24697"/>
                      <a:pt x="7813" y="24657"/>
                    </a:cubicBezTo>
                    <a:cubicBezTo>
                      <a:pt x="7379" y="24460"/>
                      <a:pt x="6916" y="24342"/>
                      <a:pt x="6433" y="24293"/>
                    </a:cubicBezTo>
                    <a:cubicBezTo>
                      <a:pt x="6325" y="24283"/>
                      <a:pt x="6217" y="24273"/>
                      <a:pt x="6118" y="24263"/>
                    </a:cubicBezTo>
                    <a:lnTo>
                      <a:pt x="6030" y="24263"/>
                    </a:lnTo>
                    <a:cubicBezTo>
                      <a:pt x="6030" y="24244"/>
                      <a:pt x="6020" y="24224"/>
                      <a:pt x="6020" y="24204"/>
                    </a:cubicBezTo>
                    <a:cubicBezTo>
                      <a:pt x="5970" y="23948"/>
                      <a:pt x="5921" y="23692"/>
                      <a:pt x="5872" y="23426"/>
                    </a:cubicBezTo>
                    <a:cubicBezTo>
                      <a:pt x="5852" y="23308"/>
                      <a:pt x="5833" y="23190"/>
                      <a:pt x="5852" y="23071"/>
                    </a:cubicBezTo>
                    <a:cubicBezTo>
                      <a:pt x="5872" y="22874"/>
                      <a:pt x="5892" y="22687"/>
                      <a:pt x="5921" y="22490"/>
                    </a:cubicBezTo>
                    <a:cubicBezTo>
                      <a:pt x="5941" y="22372"/>
                      <a:pt x="5980" y="22264"/>
                      <a:pt x="6020" y="22145"/>
                    </a:cubicBezTo>
                    <a:cubicBezTo>
                      <a:pt x="6099" y="21958"/>
                      <a:pt x="6167" y="21761"/>
                      <a:pt x="6236" y="21564"/>
                    </a:cubicBezTo>
                    <a:cubicBezTo>
                      <a:pt x="6266" y="21476"/>
                      <a:pt x="6246" y="21446"/>
                      <a:pt x="6148" y="21436"/>
                    </a:cubicBezTo>
                    <a:cubicBezTo>
                      <a:pt x="6079" y="21564"/>
                      <a:pt x="6020" y="21692"/>
                      <a:pt x="5951" y="21830"/>
                    </a:cubicBezTo>
                    <a:cubicBezTo>
                      <a:pt x="5931" y="21889"/>
                      <a:pt x="5911" y="21938"/>
                      <a:pt x="5882" y="21998"/>
                    </a:cubicBezTo>
                    <a:cubicBezTo>
                      <a:pt x="5773" y="22214"/>
                      <a:pt x="5724" y="22451"/>
                      <a:pt x="5695" y="22687"/>
                    </a:cubicBezTo>
                    <a:cubicBezTo>
                      <a:pt x="5685" y="22805"/>
                      <a:pt x="5675" y="22914"/>
                      <a:pt x="5665" y="23032"/>
                    </a:cubicBezTo>
                    <a:cubicBezTo>
                      <a:pt x="5645" y="23190"/>
                      <a:pt x="5665" y="23347"/>
                      <a:pt x="5695" y="23495"/>
                    </a:cubicBezTo>
                    <a:cubicBezTo>
                      <a:pt x="5734" y="23721"/>
                      <a:pt x="5783" y="23948"/>
                      <a:pt x="5823" y="24175"/>
                    </a:cubicBezTo>
                    <a:cubicBezTo>
                      <a:pt x="5833" y="24214"/>
                      <a:pt x="5833" y="24253"/>
                      <a:pt x="5833" y="24283"/>
                    </a:cubicBezTo>
                    <a:cubicBezTo>
                      <a:pt x="5842" y="24381"/>
                      <a:pt x="5803" y="24460"/>
                      <a:pt x="5724" y="24510"/>
                    </a:cubicBezTo>
                    <a:cubicBezTo>
                      <a:pt x="5655" y="24539"/>
                      <a:pt x="5586" y="24578"/>
                      <a:pt x="5517" y="24598"/>
                    </a:cubicBezTo>
                    <a:cubicBezTo>
                      <a:pt x="5478" y="24618"/>
                      <a:pt x="5429" y="24618"/>
                      <a:pt x="5389" y="24618"/>
                    </a:cubicBezTo>
                    <a:lnTo>
                      <a:pt x="5113" y="24618"/>
                    </a:lnTo>
                    <a:cubicBezTo>
                      <a:pt x="5074" y="24618"/>
                      <a:pt x="5035" y="24618"/>
                      <a:pt x="4995" y="24608"/>
                    </a:cubicBezTo>
                    <a:cubicBezTo>
                      <a:pt x="4798" y="24559"/>
                      <a:pt x="4601" y="24510"/>
                      <a:pt x="4394" y="24450"/>
                    </a:cubicBezTo>
                    <a:cubicBezTo>
                      <a:pt x="4325" y="24431"/>
                      <a:pt x="4266" y="24401"/>
                      <a:pt x="4207" y="24372"/>
                    </a:cubicBezTo>
                    <a:cubicBezTo>
                      <a:pt x="4148" y="24352"/>
                      <a:pt x="4138" y="24322"/>
                      <a:pt x="4158" y="24263"/>
                    </a:cubicBezTo>
                    <a:cubicBezTo>
                      <a:pt x="4187" y="24145"/>
                      <a:pt x="4227" y="24037"/>
                      <a:pt x="4266" y="23918"/>
                    </a:cubicBezTo>
                    <a:cubicBezTo>
                      <a:pt x="4335" y="23751"/>
                      <a:pt x="4375" y="23574"/>
                      <a:pt x="4365" y="23396"/>
                    </a:cubicBezTo>
                    <a:cubicBezTo>
                      <a:pt x="4365" y="23180"/>
                      <a:pt x="4355" y="22973"/>
                      <a:pt x="4345" y="22756"/>
                    </a:cubicBezTo>
                    <a:cubicBezTo>
                      <a:pt x="4345" y="22618"/>
                      <a:pt x="4296" y="22480"/>
                      <a:pt x="4247" y="22342"/>
                    </a:cubicBezTo>
                    <a:cubicBezTo>
                      <a:pt x="4197" y="22195"/>
                      <a:pt x="4128" y="22047"/>
                      <a:pt x="4069" y="21889"/>
                    </a:cubicBezTo>
                    <a:cubicBezTo>
                      <a:pt x="4030" y="21781"/>
                      <a:pt x="3990" y="21682"/>
                      <a:pt x="3971" y="21554"/>
                    </a:cubicBezTo>
                    <a:cubicBezTo>
                      <a:pt x="3976" y="21553"/>
                      <a:pt x="3982" y="21552"/>
                      <a:pt x="3987" y="21552"/>
                    </a:cubicBezTo>
                    <a:cubicBezTo>
                      <a:pt x="4021" y="21552"/>
                      <a:pt x="4054" y="21575"/>
                      <a:pt x="4079" y="21584"/>
                    </a:cubicBezTo>
                    <a:cubicBezTo>
                      <a:pt x="4207" y="21633"/>
                      <a:pt x="4345" y="21682"/>
                      <a:pt x="4483" y="21722"/>
                    </a:cubicBezTo>
                    <a:cubicBezTo>
                      <a:pt x="4547" y="21732"/>
                      <a:pt x="4609" y="21737"/>
                      <a:pt x="4670" y="21737"/>
                    </a:cubicBezTo>
                    <a:cubicBezTo>
                      <a:pt x="4732" y="21737"/>
                      <a:pt x="4793" y="21732"/>
                      <a:pt x="4857" y="21722"/>
                    </a:cubicBezTo>
                    <a:cubicBezTo>
                      <a:pt x="5261" y="21643"/>
                      <a:pt x="5665" y="21564"/>
                      <a:pt x="6069" y="21446"/>
                    </a:cubicBezTo>
                    <a:cubicBezTo>
                      <a:pt x="6089" y="21436"/>
                      <a:pt x="6118" y="21436"/>
                      <a:pt x="6148" y="21436"/>
                    </a:cubicBezTo>
                    <a:cubicBezTo>
                      <a:pt x="6197" y="21377"/>
                      <a:pt x="6266" y="21377"/>
                      <a:pt x="6335" y="21357"/>
                    </a:cubicBezTo>
                    <a:cubicBezTo>
                      <a:pt x="6542" y="21278"/>
                      <a:pt x="6729" y="21160"/>
                      <a:pt x="6896" y="21003"/>
                    </a:cubicBezTo>
                    <a:cubicBezTo>
                      <a:pt x="6995" y="20914"/>
                      <a:pt x="7103" y="20835"/>
                      <a:pt x="7202" y="20756"/>
                    </a:cubicBezTo>
                    <a:cubicBezTo>
                      <a:pt x="7300" y="20678"/>
                      <a:pt x="7409" y="20609"/>
                      <a:pt x="7507" y="20540"/>
                    </a:cubicBezTo>
                    <a:cubicBezTo>
                      <a:pt x="7842" y="20293"/>
                      <a:pt x="8147" y="20037"/>
                      <a:pt x="8433" y="19752"/>
                    </a:cubicBezTo>
                    <a:cubicBezTo>
                      <a:pt x="8689" y="19486"/>
                      <a:pt x="8896" y="19190"/>
                      <a:pt x="9034" y="18855"/>
                    </a:cubicBezTo>
                    <a:cubicBezTo>
                      <a:pt x="9182" y="18520"/>
                      <a:pt x="9300" y="18185"/>
                      <a:pt x="9389" y="17841"/>
                    </a:cubicBezTo>
                    <a:cubicBezTo>
                      <a:pt x="9477" y="17456"/>
                      <a:pt x="9536" y="17072"/>
                      <a:pt x="9566" y="16688"/>
                    </a:cubicBezTo>
                    <a:cubicBezTo>
                      <a:pt x="9615" y="16067"/>
                      <a:pt x="9556" y="15447"/>
                      <a:pt x="9359" y="14856"/>
                    </a:cubicBezTo>
                    <a:cubicBezTo>
                      <a:pt x="9093" y="14019"/>
                      <a:pt x="8886" y="13171"/>
                      <a:pt x="8729" y="12305"/>
                    </a:cubicBezTo>
                    <a:cubicBezTo>
                      <a:pt x="8650" y="11832"/>
                      <a:pt x="8620" y="11349"/>
                      <a:pt x="8620" y="10866"/>
                    </a:cubicBezTo>
                    <a:cubicBezTo>
                      <a:pt x="8630" y="10236"/>
                      <a:pt x="8689" y="9605"/>
                      <a:pt x="8798" y="8985"/>
                    </a:cubicBezTo>
                    <a:cubicBezTo>
                      <a:pt x="8817" y="8906"/>
                      <a:pt x="8847" y="8857"/>
                      <a:pt x="8906" y="8817"/>
                    </a:cubicBezTo>
                    <a:cubicBezTo>
                      <a:pt x="9300" y="8561"/>
                      <a:pt x="9655" y="8276"/>
                      <a:pt x="9960" y="7931"/>
                    </a:cubicBezTo>
                    <a:cubicBezTo>
                      <a:pt x="10068" y="7803"/>
                      <a:pt x="10187" y="7694"/>
                      <a:pt x="10315" y="7596"/>
                    </a:cubicBezTo>
                    <a:cubicBezTo>
                      <a:pt x="10413" y="7527"/>
                      <a:pt x="10512" y="7458"/>
                      <a:pt x="10610" y="7379"/>
                    </a:cubicBezTo>
                    <a:cubicBezTo>
                      <a:pt x="10916" y="7143"/>
                      <a:pt x="11231" y="6906"/>
                      <a:pt x="11536" y="6660"/>
                    </a:cubicBezTo>
                    <a:cubicBezTo>
                      <a:pt x="12068" y="6236"/>
                      <a:pt x="12590" y="5803"/>
                      <a:pt x="13142" y="5409"/>
                    </a:cubicBezTo>
                    <a:cubicBezTo>
                      <a:pt x="13221" y="5350"/>
                      <a:pt x="13299" y="5301"/>
                      <a:pt x="13388" y="5261"/>
                    </a:cubicBezTo>
                    <a:cubicBezTo>
                      <a:pt x="13467" y="5232"/>
                      <a:pt x="13546" y="5192"/>
                      <a:pt x="13615" y="5153"/>
                    </a:cubicBezTo>
                    <a:cubicBezTo>
                      <a:pt x="13733" y="5064"/>
                      <a:pt x="13792" y="4946"/>
                      <a:pt x="13802" y="4798"/>
                    </a:cubicBezTo>
                    <a:cubicBezTo>
                      <a:pt x="13812" y="4729"/>
                      <a:pt x="13792" y="4660"/>
                      <a:pt x="13743" y="4601"/>
                    </a:cubicBezTo>
                    <a:cubicBezTo>
                      <a:pt x="13703" y="4562"/>
                      <a:pt x="13664" y="4522"/>
                      <a:pt x="13615" y="4483"/>
                    </a:cubicBezTo>
                    <a:cubicBezTo>
                      <a:pt x="13556" y="4444"/>
                      <a:pt x="13487" y="4414"/>
                      <a:pt x="13427" y="4385"/>
                    </a:cubicBezTo>
                    <a:cubicBezTo>
                      <a:pt x="13349" y="4335"/>
                      <a:pt x="13270" y="4296"/>
                      <a:pt x="13191" y="4247"/>
                    </a:cubicBezTo>
                    <a:cubicBezTo>
                      <a:pt x="13132" y="4207"/>
                      <a:pt x="13073" y="4148"/>
                      <a:pt x="13063" y="4069"/>
                    </a:cubicBezTo>
                    <a:cubicBezTo>
                      <a:pt x="13053" y="4020"/>
                      <a:pt x="13014" y="3971"/>
                      <a:pt x="12974" y="3931"/>
                    </a:cubicBezTo>
                    <a:cubicBezTo>
                      <a:pt x="12955" y="3912"/>
                      <a:pt x="12935" y="3892"/>
                      <a:pt x="12905" y="3862"/>
                    </a:cubicBezTo>
                    <a:cubicBezTo>
                      <a:pt x="12925" y="3833"/>
                      <a:pt x="12935" y="3803"/>
                      <a:pt x="12955" y="3774"/>
                    </a:cubicBezTo>
                    <a:cubicBezTo>
                      <a:pt x="12994" y="3715"/>
                      <a:pt x="12984" y="3656"/>
                      <a:pt x="12945" y="3596"/>
                    </a:cubicBezTo>
                    <a:cubicBezTo>
                      <a:pt x="12915" y="3557"/>
                      <a:pt x="12886" y="3518"/>
                      <a:pt x="12856" y="3468"/>
                    </a:cubicBezTo>
                    <a:cubicBezTo>
                      <a:pt x="12807" y="3390"/>
                      <a:pt x="12738" y="3340"/>
                      <a:pt x="12659" y="3311"/>
                    </a:cubicBezTo>
                    <a:cubicBezTo>
                      <a:pt x="12590" y="3271"/>
                      <a:pt x="12531" y="3232"/>
                      <a:pt x="12472" y="3193"/>
                    </a:cubicBezTo>
                    <a:cubicBezTo>
                      <a:pt x="12423" y="3163"/>
                      <a:pt x="12373" y="3124"/>
                      <a:pt x="12324" y="3084"/>
                    </a:cubicBezTo>
                    <a:cubicBezTo>
                      <a:pt x="12274" y="3045"/>
                      <a:pt x="12223" y="3022"/>
                      <a:pt x="12171" y="3022"/>
                    </a:cubicBezTo>
                    <a:cubicBezTo>
                      <a:pt x="12131" y="3022"/>
                      <a:pt x="12091" y="3035"/>
                      <a:pt x="12048" y="3065"/>
                    </a:cubicBezTo>
                    <a:cubicBezTo>
                      <a:pt x="12045" y="3068"/>
                      <a:pt x="12042" y="3069"/>
                      <a:pt x="12039" y="3069"/>
                    </a:cubicBezTo>
                    <a:cubicBezTo>
                      <a:pt x="12034" y="3069"/>
                      <a:pt x="12032" y="3065"/>
                      <a:pt x="12038" y="3065"/>
                    </a:cubicBezTo>
                    <a:cubicBezTo>
                      <a:pt x="11910" y="3015"/>
                      <a:pt x="11802" y="2956"/>
                      <a:pt x="11694" y="2917"/>
                    </a:cubicBezTo>
                    <a:cubicBezTo>
                      <a:pt x="11329" y="2789"/>
                      <a:pt x="10984" y="2611"/>
                      <a:pt x="10640" y="2434"/>
                    </a:cubicBezTo>
                    <a:cubicBezTo>
                      <a:pt x="10512" y="2375"/>
                      <a:pt x="10403" y="2286"/>
                      <a:pt x="10324" y="2168"/>
                    </a:cubicBezTo>
                    <a:cubicBezTo>
                      <a:pt x="10285" y="2109"/>
                      <a:pt x="10236" y="2060"/>
                      <a:pt x="10187" y="2011"/>
                    </a:cubicBezTo>
                    <a:cubicBezTo>
                      <a:pt x="10142" y="1958"/>
                      <a:pt x="10080" y="1934"/>
                      <a:pt x="10014" y="1934"/>
                    </a:cubicBezTo>
                    <a:cubicBezTo>
                      <a:pt x="9993" y="1934"/>
                      <a:pt x="9972" y="1937"/>
                      <a:pt x="9950" y="1942"/>
                    </a:cubicBezTo>
                    <a:cubicBezTo>
                      <a:pt x="9881" y="1961"/>
                      <a:pt x="9812" y="1971"/>
                      <a:pt x="9743" y="1991"/>
                    </a:cubicBezTo>
                    <a:cubicBezTo>
                      <a:pt x="9692" y="2007"/>
                      <a:pt x="9641" y="2016"/>
                      <a:pt x="9590" y="2016"/>
                    </a:cubicBezTo>
                    <a:cubicBezTo>
                      <a:pt x="9513" y="2016"/>
                      <a:pt x="9436" y="1995"/>
                      <a:pt x="9359" y="1942"/>
                    </a:cubicBezTo>
                    <a:cubicBezTo>
                      <a:pt x="9300" y="1902"/>
                      <a:pt x="9221" y="1892"/>
                      <a:pt x="9133" y="1892"/>
                    </a:cubicBezTo>
                    <a:cubicBezTo>
                      <a:pt x="9024" y="1892"/>
                      <a:pt x="8906" y="1922"/>
                      <a:pt x="8798" y="1951"/>
                    </a:cubicBezTo>
                    <a:cubicBezTo>
                      <a:pt x="8674" y="1993"/>
                      <a:pt x="8546" y="2010"/>
                      <a:pt x="8416" y="2010"/>
                    </a:cubicBezTo>
                    <a:cubicBezTo>
                      <a:pt x="8359" y="2010"/>
                      <a:pt x="8303" y="2007"/>
                      <a:pt x="8246" y="2001"/>
                    </a:cubicBezTo>
                    <a:lnTo>
                      <a:pt x="8157" y="2001"/>
                    </a:lnTo>
                    <a:cubicBezTo>
                      <a:pt x="8088" y="2011"/>
                      <a:pt x="8039" y="2060"/>
                      <a:pt x="8059" y="2119"/>
                    </a:cubicBezTo>
                    <a:cubicBezTo>
                      <a:pt x="8098" y="2276"/>
                      <a:pt x="8088" y="2424"/>
                      <a:pt x="8108" y="2572"/>
                    </a:cubicBezTo>
                    <a:cubicBezTo>
                      <a:pt x="8108" y="2602"/>
                      <a:pt x="8108" y="2631"/>
                      <a:pt x="8108" y="2661"/>
                    </a:cubicBezTo>
                    <a:cubicBezTo>
                      <a:pt x="8049" y="2661"/>
                      <a:pt x="8010" y="2671"/>
                      <a:pt x="7960" y="2671"/>
                    </a:cubicBezTo>
                    <a:cubicBezTo>
                      <a:pt x="7665" y="2690"/>
                      <a:pt x="7379" y="2739"/>
                      <a:pt x="7103" y="2858"/>
                    </a:cubicBezTo>
                    <a:cubicBezTo>
                      <a:pt x="6847" y="2976"/>
                      <a:pt x="6630" y="3133"/>
                      <a:pt x="6433" y="3321"/>
                    </a:cubicBezTo>
                    <a:cubicBezTo>
                      <a:pt x="6197" y="3547"/>
                      <a:pt x="6000" y="3803"/>
                      <a:pt x="5823" y="4079"/>
                    </a:cubicBezTo>
                    <a:cubicBezTo>
                      <a:pt x="5626" y="4385"/>
                      <a:pt x="5537" y="4729"/>
                      <a:pt x="5557" y="5094"/>
                    </a:cubicBezTo>
                    <a:cubicBezTo>
                      <a:pt x="5567" y="5173"/>
                      <a:pt x="5576" y="5251"/>
                      <a:pt x="5586" y="5330"/>
                    </a:cubicBezTo>
                    <a:cubicBezTo>
                      <a:pt x="5586" y="5360"/>
                      <a:pt x="5596" y="5399"/>
                      <a:pt x="5576" y="5439"/>
                    </a:cubicBezTo>
                    <a:cubicBezTo>
                      <a:pt x="5567" y="5439"/>
                      <a:pt x="5547" y="5439"/>
                      <a:pt x="5537" y="5448"/>
                    </a:cubicBezTo>
                    <a:cubicBezTo>
                      <a:pt x="5370" y="5448"/>
                      <a:pt x="5212" y="5458"/>
                      <a:pt x="5054" y="5468"/>
                    </a:cubicBezTo>
                    <a:cubicBezTo>
                      <a:pt x="4962" y="5472"/>
                      <a:pt x="4870" y="5473"/>
                      <a:pt x="4779" y="5473"/>
                    </a:cubicBezTo>
                    <a:cubicBezTo>
                      <a:pt x="4391" y="5473"/>
                      <a:pt x="4009" y="5445"/>
                      <a:pt x="3626" y="5429"/>
                    </a:cubicBezTo>
                    <a:cubicBezTo>
                      <a:pt x="3524" y="5422"/>
                      <a:pt x="3423" y="5419"/>
                      <a:pt x="3324" y="5419"/>
                    </a:cubicBezTo>
                    <a:cubicBezTo>
                      <a:pt x="3124" y="5419"/>
                      <a:pt x="2927" y="5432"/>
                      <a:pt x="2730" y="5458"/>
                    </a:cubicBezTo>
                    <a:lnTo>
                      <a:pt x="2621" y="5458"/>
                    </a:lnTo>
                    <a:cubicBezTo>
                      <a:pt x="2601" y="5409"/>
                      <a:pt x="2592" y="5370"/>
                      <a:pt x="2572" y="5320"/>
                    </a:cubicBezTo>
                    <a:cubicBezTo>
                      <a:pt x="2464" y="4976"/>
                      <a:pt x="2345" y="4641"/>
                      <a:pt x="2217" y="4316"/>
                    </a:cubicBezTo>
                    <a:cubicBezTo>
                      <a:pt x="2001" y="3715"/>
                      <a:pt x="1784" y="3124"/>
                      <a:pt x="1577" y="2523"/>
                    </a:cubicBezTo>
                    <a:cubicBezTo>
                      <a:pt x="1370" y="1922"/>
                      <a:pt x="1183" y="1311"/>
                      <a:pt x="956" y="720"/>
                    </a:cubicBezTo>
                    <a:cubicBezTo>
                      <a:pt x="887" y="533"/>
                      <a:pt x="828" y="356"/>
                      <a:pt x="759" y="178"/>
                    </a:cubicBezTo>
                    <a:cubicBezTo>
                      <a:pt x="710" y="40"/>
                      <a:pt x="641" y="1"/>
                      <a:pt x="5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29"/>
              <p:cNvSpPr/>
              <p:nvPr/>
            </p:nvSpPr>
            <p:spPr>
              <a:xfrm>
                <a:off x="6108563" y="991859"/>
                <a:ext cx="142956" cy="238420"/>
              </a:xfrm>
              <a:custGeom>
                <a:avLst/>
                <a:gdLst/>
                <a:ahLst/>
                <a:cxnLst/>
                <a:rect l="l" t="t" r="r" b="b"/>
                <a:pathLst>
                  <a:path w="4217" h="7032" extrusionOk="0">
                    <a:moveTo>
                      <a:pt x="3246" y="0"/>
                    </a:moveTo>
                    <a:cubicBezTo>
                      <a:pt x="3229" y="0"/>
                      <a:pt x="3211" y="5"/>
                      <a:pt x="3202" y="15"/>
                    </a:cubicBezTo>
                    <a:cubicBezTo>
                      <a:pt x="3182" y="35"/>
                      <a:pt x="3162" y="64"/>
                      <a:pt x="3142" y="94"/>
                    </a:cubicBezTo>
                    <a:cubicBezTo>
                      <a:pt x="3054" y="271"/>
                      <a:pt x="3014" y="468"/>
                      <a:pt x="3054" y="665"/>
                    </a:cubicBezTo>
                    <a:cubicBezTo>
                      <a:pt x="3083" y="803"/>
                      <a:pt x="3142" y="931"/>
                      <a:pt x="3192" y="1059"/>
                    </a:cubicBezTo>
                    <a:cubicBezTo>
                      <a:pt x="3330" y="1364"/>
                      <a:pt x="3438" y="1680"/>
                      <a:pt x="3497" y="2005"/>
                    </a:cubicBezTo>
                    <a:cubicBezTo>
                      <a:pt x="3546" y="2271"/>
                      <a:pt x="3586" y="2537"/>
                      <a:pt x="3537" y="2803"/>
                    </a:cubicBezTo>
                    <a:cubicBezTo>
                      <a:pt x="3517" y="2901"/>
                      <a:pt x="3497" y="3000"/>
                      <a:pt x="3477" y="3108"/>
                    </a:cubicBezTo>
                    <a:cubicBezTo>
                      <a:pt x="3399" y="3541"/>
                      <a:pt x="3202" y="3926"/>
                      <a:pt x="2945" y="4280"/>
                    </a:cubicBezTo>
                    <a:cubicBezTo>
                      <a:pt x="2857" y="4398"/>
                      <a:pt x="2748" y="4467"/>
                      <a:pt x="2591" y="4467"/>
                    </a:cubicBezTo>
                    <a:lnTo>
                      <a:pt x="2295" y="4467"/>
                    </a:lnTo>
                    <a:cubicBezTo>
                      <a:pt x="2226" y="4477"/>
                      <a:pt x="2167" y="4477"/>
                      <a:pt x="2108" y="4487"/>
                    </a:cubicBezTo>
                    <a:cubicBezTo>
                      <a:pt x="2020" y="4497"/>
                      <a:pt x="1960" y="4556"/>
                      <a:pt x="1931" y="4635"/>
                    </a:cubicBezTo>
                    <a:cubicBezTo>
                      <a:pt x="1921" y="4664"/>
                      <a:pt x="1911" y="4694"/>
                      <a:pt x="1901" y="4714"/>
                    </a:cubicBezTo>
                    <a:cubicBezTo>
                      <a:pt x="1822" y="5009"/>
                      <a:pt x="1694" y="5265"/>
                      <a:pt x="1527" y="5512"/>
                    </a:cubicBezTo>
                    <a:cubicBezTo>
                      <a:pt x="1409" y="5679"/>
                      <a:pt x="1281" y="5817"/>
                      <a:pt x="1113" y="5925"/>
                    </a:cubicBezTo>
                    <a:cubicBezTo>
                      <a:pt x="1005" y="5994"/>
                      <a:pt x="897" y="6063"/>
                      <a:pt x="788" y="6122"/>
                    </a:cubicBezTo>
                    <a:cubicBezTo>
                      <a:pt x="680" y="6191"/>
                      <a:pt x="562" y="6260"/>
                      <a:pt x="453" y="6329"/>
                    </a:cubicBezTo>
                    <a:cubicBezTo>
                      <a:pt x="345" y="6398"/>
                      <a:pt x="246" y="6487"/>
                      <a:pt x="168" y="6585"/>
                    </a:cubicBezTo>
                    <a:cubicBezTo>
                      <a:pt x="128" y="6625"/>
                      <a:pt x="99" y="6674"/>
                      <a:pt x="69" y="6723"/>
                    </a:cubicBezTo>
                    <a:cubicBezTo>
                      <a:pt x="0" y="6841"/>
                      <a:pt x="49" y="6960"/>
                      <a:pt x="187" y="7009"/>
                    </a:cubicBezTo>
                    <a:cubicBezTo>
                      <a:pt x="217" y="7019"/>
                      <a:pt x="256" y="7019"/>
                      <a:pt x="296" y="7029"/>
                    </a:cubicBezTo>
                    <a:cubicBezTo>
                      <a:pt x="319" y="7030"/>
                      <a:pt x="342" y="7031"/>
                      <a:pt x="365" y="7031"/>
                    </a:cubicBezTo>
                    <a:cubicBezTo>
                      <a:pt x="479" y="7031"/>
                      <a:pt x="593" y="7011"/>
                      <a:pt x="700" y="6969"/>
                    </a:cubicBezTo>
                    <a:cubicBezTo>
                      <a:pt x="828" y="6930"/>
                      <a:pt x="956" y="6871"/>
                      <a:pt x="1074" y="6812"/>
                    </a:cubicBezTo>
                    <a:cubicBezTo>
                      <a:pt x="1231" y="6723"/>
                      <a:pt x="1389" y="6625"/>
                      <a:pt x="1547" y="6536"/>
                    </a:cubicBezTo>
                    <a:cubicBezTo>
                      <a:pt x="1832" y="6369"/>
                      <a:pt x="2108" y="6181"/>
                      <a:pt x="2354" y="5975"/>
                    </a:cubicBezTo>
                    <a:cubicBezTo>
                      <a:pt x="2581" y="5768"/>
                      <a:pt x="2808" y="5561"/>
                      <a:pt x="3034" y="5354"/>
                    </a:cubicBezTo>
                    <a:cubicBezTo>
                      <a:pt x="3123" y="5275"/>
                      <a:pt x="3192" y="5177"/>
                      <a:pt x="3251" y="5078"/>
                    </a:cubicBezTo>
                    <a:cubicBezTo>
                      <a:pt x="3349" y="4930"/>
                      <a:pt x="3448" y="4783"/>
                      <a:pt x="3546" y="4635"/>
                    </a:cubicBezTo>
                    <a:cubicBezTo>
                      <a:pt x="3655" y="4487"/>
                      <a:pt x="3724" y="4320"/>
                      <a:pt x="3763" y="4132"/>
                    </a:cubicBezTo>
                    <a:cubicBezTo>
                      <a:pt x="3773" y="4024"/>
                      <a:pt x="3793" y="3916"/>
                      <a:pt x="3812" y="3798"/>
                    </a:cubicBezTo>
                    <a:cubicBezTo>
                      <a:pt x="3852" y="3541"/>
                      <a:pt x="3901" y="3275"/>
                      <a:pt x="3980" y="3019"/>
                    </a:cubicBezTo>
                    <a:cubicBezTo>
                      <a:pt x="4029" y="2832"/>
                      <a:pt x="4078" y="2655"/>
                      <a:pt x="4128" y="2468"/>
                    </a:cubicBezTo>
                    <a:cubicBezTo>
                      <a:pt x="4216" y="2162"/>
                      <a:pt x="4206" y="1857"/>
                      <a:pt x="4088" y="1561"/>
                    </a:cubicBezTo>
                    <a:cubicBezTo>
                      <a:pt x="4029" y="1394"/>
                      <a:pt x="3950" y="1227"/>
                      <a:pt x="3852" y="1079"/>
                    </a:cubicBezTo>
                    <a:cubicBezTo>
                      <a:pt x="3812" y="1010"/>
                      <a:pt x="3773" y="941"/>
                      <a:pt x="3734" y="872"/>
                    </a:cubicBezTo>
                    <a:cubicBezTo>
                      <a:pt x="3694" y="783"/>
                      <a:pt x="3655" y="685"/>
                      <a:pt x="3635" y="586"/>
                    </a:cubicBezTo>
                    <a:cubicBezTo>
                      <a:pt x="3635" y="547"/>
                      <a:pt x="3625" y="498"/>
                      <a:pt x="3615" y="468"/>
                    </a:cubicBezTo>
                    <a:cubicBezTo>
                      <a:pt x="3596" y="429"/>
                      <a:pt x="3576" y="399"/>
                      <a:pt x="3556" y="369"/>
                    </a:cubicBezTo>
                    <a:cubicBezTo>
                      <a:pt x="3544" y="357"/>
                      <a:pt x="3528" y="352"/>
                      <a:pt x="3511" y="352"/>
                    </a:cubicBezTo>
                    <a:cubicBezTo>
                      <a:pt x="3487" y="352"/>
                      <a:pt x="3461" y="362"/>
                      <a:pt x="3438" y="379"/>
                    </a:cubicBezTo>
                    <a:cubicBezTo>
                      <a:pt x="3408" y="399"/>
                      <a:pt x="3408" y="438"/>
                      <a:pt x="3418" y="478"/>
                    </a:cubicBezTo>
                    <a:cubicBezTo>
                      <a:pt x="3438" y="507"/>
                      <a:pt x="3448" y="547"/>
                      <a:pt x="3458" y="576"/>
                    </a:cubicBezTo>
                    <a:cubicBezTo>
                      <a:pt x="3477" y="714"/>
                      <a:pt x="3517" y="842"/>
                      <a:pt x="3586" y="970"/>
                    </a:cubicBezTo>
                    <a:cubicBezTo>
                      <a:pt x="3635" y="1049"/>
                      <a:pt x="3674" y="1118"/>
                      <a:pt x="3724" y="1197"/>
                    </a:cubicBezTo>
                    <a:cubicBezTo>
                      <a:pt x="3822" y="1355"/>
                      <a:pt x="3891" y="1522"/>
                      <a:pt x="3950" y="1699"/>
                    </a:cubicBezTo>
                    <a:cubicBezTo>
                      <a:pt x="3990" y="1808"/>
                      <a:pt x="4009" y="1926"/>
                      <a:pt x="4009" y="2034"/>
                    </a:cubicBezTo>
                    <a:cubicBezTo>
                      <a:pt x="4019" y="2202"/>
                      <a:pt x="3990" y="2349"/>
                      <a:pt x="3940" y="2497"/>
                    </a:cubicBezTo>
                    <a:cubicBezTo>
                      <a:pt x="3881" y="2714"/>
                      <a:pt x="3822" y="2921"/>
                      <a:pt x="3773" y="3128"/>
                    </a:cubicBezTo>
                    <a:cubicBezTo>
                      <a:pt x="3694" y="3394"/>
                      <a:pt x="3655" y="3669"/>
                      <a:pt x="3625" y="3945"/>
                    </a:cubicBezTo>
                    <a:cubicBezTo>
                      <a:pt x="3586" y="4201"/>
                      <a:pt x="3507" y="4428"/>
                      <a:pt x="3340" y="4625"/>
                    </a:cubicBezTo>
                    <a:cubicBezTo>
                      <a:pt x="3261" y="4733"/>
                      <a:pt x="3192" y="4852"/>
                      <a:pt x="3123" y="4960"/>
                    </a:cubicBezTo>
                    <a:cubicBezTo>
                      <a:pt x="3044" y="5098"/>
                      <a:pt x="2945" y="5206"/>
                      <a:pt x="2827" y="5315"/>
                    </a:cubicBezTo>
                    <a:cubicBezTo>
                      <a:pt x="2719" y="5403"/>
                      <a:pt x="2620" y="5502"/>
                      <a:pt x="2512" y="5600"/>
                    </a:cubicBezTo>
                    <a:cubicBezTo>
                      <a:pt x="2226" y="5866"/>
                      <a:pt x="1921" y="6103"/>
                      <a:pt x="1586" y="6300"/>
                    </a:cubicBezTo>
                    <a:cubicBezTo>
                      <a:pt x="1389" y="6418"/>
                      <a:pt x="1182" y="6536"/>
                      <a:pt x="985" y="6644"/>
                    </a:cubicBezTo>
                    <a:cubicBezTo>
                      <a:pt x="897" y="6694"/>
                      <a:pt x="808" y="6743"/>
                      <a:pt x="709" y="6782"/>
                    </a:cubicBezTo>
                    <a:cubicBezTo>
                      <a:pt x="591" y="6822"/>
                      <a:pt x="473" y="6851"/>
                      <a:pt x="345" y="6851"/>
                    </a:cubicBezTo>
                    <a:cubicBezTo>
                      <a:pt x="305" y="6851"/>
                      <a:pt x="266" y="6851"/>
                      <a:pt x="227" y="6802"/>
                    </a:cubicBezTo>
                    <a:cubicBezTo>
                      <a:pt x="276" y="6723"/>
                      <a:pt x="335" y="6674"/>
                      <a:pt x="394" y="6615"/>
                    </a:cubicBezTo>
                    <a:cubicBezTo>
                      <a:pt x="512" y="6506"/>
                      <a:pt x="660" y="6418"/>
                      <a:pt x="798" y="6329"/>
                    </a:cubicBezTo>
                    <a:cubicBezTo>
                      <a:pt x="936" y="6250"/>
                      <a:pt x="1074" y="6172"/>
                      <a:pt x="1202" y="6083"/>
                    </a:cubicBezTo>
                    <a:cubicBezTo>
                      <a:pt x="1360" y="5984"/>
                      <a:pt x="1497" y="5856"/>
                      <a:pt x="1606" y="5709"/>
                    </a:cubicBezTo>
                    <a:cubicBezTo>
                      <a:pt x="1813" y="5443"/>
                      <a:pt x="1970" y="5137"/>
                      <a:pt x="2069" y="4812"/>
                    </a:cubicBezTo>
                    <a:cubicBezTo>
                      <a:pt x="2108" y="4655"/>
                      <a:pt x="2108" y="4664"/>
                      <a:pt x="2276" y="4655"/>
                    </a:cubicBezTo>
                    <a:cubicBezTo>
                      <a:pt x="2414" y="4655"/>
                      <a:pt x="2561" y="4645"/>
                      <a:pt x="2699" y="4635"/>
                    </a:cubicBezTo>
                    <a:cubicBezTo>
                      <a:pt x="2827" y="4625"/>
                      <a:pt x="2926" y="4576"/>
                      <a:pt x="3005" y="4487"/>
                    </a:cubicBezTo>
                    <a:cubicBezTo>
                      <a:pt x="3044" y="4448"/>
                      <a:pt x="3074" y="4408"/>
                      <a:pt x="3103" y="4369"/>
                    </a:cubicBezTo>
                    <a:cubicBezTo>
                      <a:pt x="3211" y="4201"/>
                      <a:pt x="3320" y="4034"/>
                      <a:pt x="3418" y="3857"/>
                    </a:cubicBezTo>
                    <a:cubicBezTo>
                      <a:pt x="3487" y="3738"/>
                      <a:pt x="3537" y="3610"/>
                      <a:pt x="3566" y="3472"/>
                    </a:cubicBezTo>
                    <a:cubicBezTo>
                      <a:pt x="3615" y="3295"/>
                      <a:pt x="3665" y="3108"/>
                      <a:pt x="3694" y="2921"/>
                    </a:cubicBezTo>
                    <a:cubicBezTo>
                      <a:pt x="3734" y="2724"/>
                      <a:pt x="3743" y="2517"/>
                      <a:pt x="3724" y="2320"/>
                    </a:cubicBezTo>
                    <a:cubicBezTo>
                      <a:pt x="3665" y="1877"/>
                      <a:pt x="3546" y="1443"/>
                      <a:pt x="3359" y="1039"/>
                    </a:cubicBezTo>
                    <a:cubicBezTo>
                      <a:pt x="3320" y="951"/>
                      <a:pt x="3280" y="852"/>
                      <a:pt x="3241" y="764"/>
                    </a:cubicBezTo>
                    <a:cubicBezTo>
                      <a:pt x="3172" y="557"/>
                      <a:pt x="3182" y="360"/>
                      <a:pt x="3271" y="172"/>
                    </a:cubicBezTo>
                    <a:cubicBezTo>
                      <a:pt x="3280" y="143"/>
                      <a:pt x="3300" y="123"/>
                      <a:pt x="3310" y="94"/>
                    </a:cubicBezTo>
                    <a:cubicBezTo>
                      <a:pt x="3320" y="64"/>
                      <a:pt x="3310" y="35"/>
                      <a:pt x="3290" y="15"/>
                    </a:cubicBezTo>
                    <a:cubicBezTo>
                      <a:pt x="3280" y="5"/>
                      <a:pt x="3263" y="0"/>
                      <a:pt x="32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29"/>
              <p:cNvSpPr/>
              <p:nvPr/>
            </p:nvSpPr>
            <p:spPr>
              <a:xfrm>
                <a:off x="6271193" y="706738"/>
                <a:ext cx="91191" cy="76727"/>
              </a:xfrm>
              <a:custGeom>
                <a:avLst/>
                <a:gdLst/>
                <a:ahLst/>
                <a:cxnLst/>
                <a:rect l="l" t="t" r="r" b="b"/>
                <a:pathLst>
                  <a:path w="2690" h="2263" extrusionOk="0">
                    <a:moveTo>
                      <a:pt x="2623" y="1"/>
                    </a:moveTo>
                    <a:cubicBezTo>
                      <a:pt x="2619" y="1"/>
                      <a:pt x="2615" y="1"/>
                      <a:pt x="2611" y="3"/>
                    </a:cubicBezTo>
                    <a:cubicBezTo>
                      <a:pt x="2581" y="12"/>
                      <a:pt x="2542" y="32"/>
                      <a:pt x="2512" y="52"/>
                    </a:cubicBezTo>
                    <a:cubicBezTo>
                      <a:pt x="2434" y="101"/>
                      <a:pt x="2365" y="180"/>
                      <a:pt x="2296" y="259"/>
                    </a:cubicBezTo>
                    <a:cubicBezTo>
                      <a:pt x="2246" y="328"/>
                      <a:pt x="2187" y="406"/>
                      <a:pt x="2118" y="465"/>
                    </a:cubicBezTo>
                    <a:cubicBezTo>
                      <a:pt x="1911" y="663"/>
                      <a:pt x="1675" y="830"/>
                      <a:pt x="1429" y="968"/>
                    </a:cubicBezTo>
                    <a:cubicBezTo>
                      <a:pt x="1163" y="1106"/>
                      <a:pt x="926" y="1273"/>
                      <a:pt x="710" y="1490"/>
                    </a:cubicBezTo>
                    <a:cubicBezTo>
                      <a:pt x="493" y="1697"/>
                      <a:pt x="266" y="1914"/>
                      <a:pt x="40" y="2130"/>
                    </a:cubicBezTo>
                    <a:cubicBezTo>
                      <a:pt x="40" y="2130"/>
                      <a:pt x="30" y="2140"/>
                      <a:pt x="30" y="2150"/>
                    </a:cubicBezTo>
                    <a:cubicBezTo>
                      <a:pt x="0" y="2170"/>
                      <a:pt x="0" y="2209"/>
                      <a:pt x="20" y="2239"/>
                    </a:cubicBezTo>
                    <a:cubicBezTo>
                      <a:pt x="35" y="2253"/>
                      <a:pt x="60" y="2262"/>
                      <a:pt x="83" y="2262"/>
                    </a:cubicBezTo>
                    <a:cubicBezTo>
                      <a:pt x="92" y="2262"/>
                      <a:pt x="101" y="2261"/>
                      <a:pt x="109" y="2258"/>
                    </a:cubicBezTo>
                    <a:cubicBezTo>
                      <a:pt x="138" y="2239"/>
                      <a:pt x="168" y="2219"/>
                      <a:pt x="197" y="2189"/>
                    </a:cubicBezTo>
                    <a:cubicBezTo>
                      <a:pt x="286" y="2111"/>
                      <a:pt x="375" y="2022"/>
                      <a:pt x="473" y="1933"/>
                    </a:cubicBezTo>
                    <a:cubicBezTo>
                      <a:pt x="621" y="1785"/>
                      <a:pt x="769" y="1648"/>
                      <a:pt x="917" y="1500"/>
                    </a:cubicBezTo>
                    <a:cubicBezTo>
                      <a:pt x="1064" y="1362"/>
                      <a:pt x="1222" y="1254"/>
                      <a:pt x="1399" y="1165"/>
                    </a:cubicBezTo>
                    <a:cubicBezTo>
                      <a:pt x="1596" y="1057"/>
                      <a:pt x="1783" y="938"/>
                      <a:pt x="1961" y="810"/>
                    </a:cubicBezTo>
                    <a:cubicBezTo>
                      <a:pt x="2148" y="672"/>
                      <a:pt x="2315" y="525"/>
                      <a:pt x="2443" y="337"/>
                    </a:cubicBezTo>
                    <a:cubicBezTo>
                      <a:pt x="2483" y="268"/>
                      <a:pt x="2552" y="219"/>
                      <a:pt x="2611" y="170"/>
                    </a:cubicBezTo>
                    <a:cubicBezTo>
                      <a:pt x="2631" y="150"/>
                      <a:pt x="2650" y="140"/>
                      <a:pt x="2670" y="121"/>
                    </a:cubicBezTo>
                    <a:cubicBezTo>
                      <a:pt x="2680" y="101"/>
                      <a:pt x="2690" y="81"/>
                      <a:pt x="2690" y="81"/>
                    </a:cubicBezTo>
                    <a:cubicBezTo>
                      <a:pt x="2690" y="37"/>
                      <a:pt x="2658" y="1"/>
                      <a:pt x="26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29"/>
              <p:cNvSpPr/>
              <p:nvPr/>
            </p:nvSpPr>
            <p:spPr>
              <a:xfrm>
                <a:off x="6288551" y="650900"/>
                <a:ext cx="16747" cy="44585"/>
              </a:xfrm>
              <a:custGeom>
                <a:avLst/>
                <a:gdLst/>
                <a:ahLst/>
                <a:cxnLst/>
                <a:rect l="l" t="t" r="r" b="b"/>
                <a:pathLst>
                  <a:path w="494" h="1315" extrusionOk="0">
                    <a:moveTo>
                      <a:pt x="422" y="1"/>
                    </a:moveTo>
                    <a:cubicBezTo>
                      <a:pt x="400" y="1"/>
                      <a:pt x="380" y="12"/>
                      <a:pt x="365" y="34"/>
                    </a:cubicBezTo>
                    <a:cubicBezTo>
                      <a:pt x="355" y="54"/>
                      <a:pt x="345" y="93"/>
                      <a:pt x="336" y="123"/>
                    </a:cubicBezTo>
                    <a:cubicBezTo>
                      <a:pt x="227" y="467"/>
                      <a:pt x="129" y="812"/>
                      <a:pt x="30" y="1167"/>
                    </a:cubicBezTo>
                    <a:cubicBezTo>
                      <a:pt x="20" y="1187"/>
                      <a:pt x="10" y="1216"/>
                      <a:pt x="10" y="1246"/>
                    </a:cubicBezTo>
                    <a:cubicBezTo>
                      <a:pt x="1" y="1275"/>
                      <a:pt x="20" y="1295"/>
                      <a:pt x="50" y="1305"/>
                    </a:cubicBezTo>
                    <a:cubicBezTo>
                      <a:pt x="60" y="1312"/>
                      <a:pt x="71" y="1315"/>
                      <a:pt x="81" y="1315"/>
                    </a:cubicBezTo>
                    <a:cubicBezTo>
                      <a:pt x="99" y="1315"/>
                      <a:pt x="116" y="1304"/>
                      <a:pt x="129" y="1285"/>
                    </a:cubicBezTo>
                    <a:cubicBezTo>
                      <a:pt x="139" y="1265"/>
                      <a:pt x="158" y="1246"/>
                      <a:pt x="158" y="1216"/>
                    </a:cubicBezTo>
                    <a:cubicBezTo>
                      <a:pt x="267" y="852"/>
                      <a:pt x="375" y="487"/>
                      <a:pt x="483" y="113"/>
                    </a:cubicBezTo>
                    <a:cubicBezTo>
                      <a:pt x="483" y="103"/>
                      <a:pt x="483" y="83"/>
                      <a:pt x="493" y="54"/>
                    </a:cubicBezTo>
                    <a:cubicBezTo>
                      <a:pt x="473" y="44"/>
                      <a:pt x="464" y="14"/>
                      <a:pt x="444" y="4"/>
                    </a:cubicBezTo>
                    <a:cubicBezTo>
                      <a:pt x="437" y="2"/>
                      <a:pt x="429" y="1"/>
                      <a:pt x="4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29"/>
              <p:cNvSpPr/>
              <p:nvPr/>
            </p:nvSpPr>
            <p:spPr>
              <a:xfrm>
                <a:off x="6263836" y="695381"/>
                <a:ext cx="9051" cy="25497"/>
              </a:xfrm>
              <a:custGeom>
                <a:avLst/>
                <a:gdLst/>
                <a:ahLst/>
                <a:cxnLst/>
                <a:rect l="l" t="t" r="r" b="b"/>
                <a:pathLst>
                  <a:path w="267" h="752" extrusionOk="0">
                    <a:moveTo>
                      <a:pt x="202" y="0"/>
                    </a:moveTo>
                    <a:cubicBezTo>
                      <a:pt x="178" y="0"/>
                      <a:pt x="157" y="18"/>
                      <a:pt x="148" y="42"/>
                    </a:cubicBezTo>
                    <a:cubicBezTo>
                      <a:pt x="139" y="52"/>
                      <a:pt x="129" y="72"/>
                      <a:pt x="129" y="91"/>
                    </a:cubicBezTo>
                    <a:cubicBezTo>
                      <a:pt x="89" y="259"/>
                      <a:pt x="50" y="436"/>
                      <a:pt x="11" y="603"/>
                    </a:cubicBezTo>
                    <a:cubicBezTo>
                      <a:pt x="11" y="623"/>
                      <a:pt x="1" y="643"/>
                      <a:pt x="1" y="672"/>
                    </a:cubicBezTo>
                    <a:cubicBezTo>
                      <a:pt x="1" y="712"/>
                      <a:pt x="20" y="741"/>
                      <a:pt x="50" y="751"/>
                    </a:cubicBezTo>
                    <a:cubicBezTo>
                      <a:pt x="79" y="751"/>
                      <a:pt x="119" y="732"/>
                      <a:pt x="129" y="692"/>
                    </a:cubicBezTo>
                    <a:cubicBezTo>
                      <a:pt x="139" y="672"/>
                      <a:pt x="148" y="653"/>
                      <a:pt x="148" y="633"/>
                    </a:cubicBezTo>
                    <a:cubicBezTo>
                      <a:pt x="188" y="485"/>
                      <a:pt x="217" y="347"/>
                      <a:pt x="257" y="200"/>
                    </a:cubicBezTo>
                    <a:cubicBezTo>
                      <a:pt x="257" y="160"/>
                      <a:pt x="267" y="131"/>
                      <a:pt x="267" y="91"/>
                    </a:cubicBezTo>
                    <a:cubicBezTo>
                      <a:pt x="267" y="81"/>
                      <a:pt x="267" y="72"/>
                      <a:pt x="267" y="62"/>
                    </a:cubicBezTo>
                    <a:cubicBezTo>
                      <a:pt x="267" y="32"/>
                      <a:pt x="247" y="12"/>
                      <a:pt x="217" y="3"/>
                    </a:cubicBezTo>
                    <a:cubicBezTo>
                      <a:pt x="212" y="1"/>
                      <a:pt x="207" y="0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29"/>
              <p:cNvSpPr/>
              <p:nvPr/>
            </p:nvSpPr>
            <p:spPr>
              <a:xfrm>
                <a:off x="6086492" y="1412930"/>
                <a:ext cx="118921" cy="25632"/>
              </a:xfrm>
              <a:custGeom>
                <a:avLst/>
                <a:gdLst/>
                <a:ahLst/>
                <a:cxnLst/>
                <a:rect l="l" t="t" r="r" b="b"/>
                <a:pathLst>
                  <a:path w="3508" h="756" extrusionOk="0">
                    <a:moveTo>
                      <a:pt x="3405" y="1"/>
                    </a:moveTo>
                    <a:cubicBezTo>
                      <a:pt x="3393" y="1"/>
                      <a:pt x="3381" y="3"/>
                      <a:pt x="3370" y="7"/>
                    </a:cubicBezTo>
                    <a:cubicBezTo>
                      <a:pt x="3350" y="17"/>
                      <a:pt x="3331" y="36"/>
                      <a:pt x="3311" y="46"/>
                    </a:cubicBezTo>
                    <a:cubicBezTo>
                      <a:pt x="3271" y="76"/>
                      <a:pt x="3242" y="105"/>
                      <a:pt x="3202" y="135"/>
                    </a:cubicBezTo>
                    <a:cubicBezTo>
                      <a:pt x="3074" y="263"/>
                      <a:pt x="2927" y="332"/>
                      <a:pt x="2759" y="391"/>
                    </a:cubicBezTo>
                    <a:cubicBezTo>
                      <a:pt x="2454" y="480"/>
                      <a:pt x="2129" y="539"/>
                      <a:pt x="1813" y="558"/>
                    </a:cubicBezTo>
                    <a:cubicBezTo>
                      <a:pt x="1459" y="578"/>
                      <a:pt x="1104" y="588"/>
                      <a:pt x="740" y="608"/>
                    </a:cubicBezTo>
                    <a:cubicBezTo>
                      <a:pt x="641" y="608"/>
                      <a:pt x="543" y="613"/>
                      <a:pt x="444" y="613"/>
                    </a:cubicBezTo>
                    <a:cubicBezTo>
                      <a:pt x="346" y="613"/>
                      <a:pt x="247" y="608"/>
                      <a:pt x="149" y="588"/>
                    </a:cubicBezTo>
                    <a:cubicBezTo>
                      <a:pt x="133" y="588"/>
                      <a:pt x="116" y="586"/>
                      <a:pt x="99" y="586"/>
                    </a:cubicBezTo>
                    <a:cubicBezTo>
                      <a:pt x="73" y="586"/>
                      <a:pt x="48" y="590"/>
                      <a:pt x="31" y="608"/>
                    </a:cubicBezTo>
                    <a:cubicBezTo>
                      <a:pt x="21" y="627"/>
                      <a:pt x="1" y="647"/>
                      <a:pt x="1" y="667"/>
                    </a:cubicBezTo>
                    <a:cubicBezTo>
                      <a:pt x="11" y="686"/>
                      <a:pt x="31" y="706"/>
                      <a:pt x="40" y="716"/>
                    </a:cubicBezTo>
                    <a:cubicBezTo>
                      <a:pt x="60" y="726"/>
                      <a:pt x="80" y="726"/>
                      <a:pt x="99" y="726"/>
                    </a:cubicBezTo>
                    <a:cubicBezTo>
                      <a:pt x="218" y="736"/>
                      <a:pt x="346" y="755"/>
                      <a:pt x="474" y="755"/>
                    </a:cubicBezTo>
                    <a:lnTo>
                      <a:pt x="1124" y="755"/>
                    </a:lnTo>
                    <a:cubicBezTo>
                      <a:pt x="1410" y="746"/>
                      <a:pt x="1695" y="736"/>
                      <a:pt x="1981" y="716"/>
                    </a:cubicBezTo>
                    <a:cubicBezTo>
                      <a:pt x="2276" y="696"/>
                      <a:pt x="2572" y="637"/>
                      <a:pt x="2858" y="558"/>
                    </a:cubicBezTo>
                    <a:cubicBezTo>
                      <a:pt x="3094" y="489"/>
                      <a:pt x="3281" y="361"/>
                      <a:pt x="3439" y="194"/>
                    </a:cubicBezTo>
                    <a:cubicBezTo>
                      <a:pt x="3459" y="174"/>
                      <a:pt x="3468" y="155"/>
                      <a:pt x="3488" y="135"/>
                    </a:cubicBezTo>
                    <a:cubicBezTo>
                      <a:pt x="3508" y="105"/>
                      <a:pt x="3498" y="56"/>
                      <a:pt x="3468" y="26"/>
                    </a:cubicBezTo>
                    <a:cubicBezTo>
                      <a:pt x="3450" y="8"/>
                      <a:pt x="3427" y="1"/>
                      <a:pt x="34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29"/>
              <p:cNvSpPr/>
              <p:nvPr/>
            </p:nvSpPr>
            <p:spPr>
              <a:xfrm>
                <a:off x="6016721" y="1389334"/>
                <a:ext cx="66139" cy="47230"/>
              </a:xfrm>
              <a:custGeom>
                <a:avLst/>
                <a:gdLst/>
                <a:ahLst/>
                <a:cxnLst/>
                <a:rect l="l" t="t" r="r" b="b"/>
                <a:pathLst>
                  <a:path w="1951" h="1393" extrusionOk="0">
                    <a:moveTo>
                      <a:pt x="89" y="1"/>
                    </a:moveTo>
                    <a:cubicBezTo>
                      <a:pt x="83" y="1"/>
                      <a:pt x="76" y="2"/>
                      <a:pt x="69" y="3"/>
                    </a:cubicBezTo>
                    <a:cubicBezTo>
                      <a:pt x="40" y="3"/>
                      <a:pt x="20" y="23"/>
                      <a:pt x="20" y="53"/>
                    </a:cubicBezTo>
                    <a:cubicBezTo>
                      <a:pt x="10" y="112"/>
                      <a:pt x="0" y="171"/>
                      <a:pt x="0" y="220"/>
                    </a:cubicBezTo>
                    <a:cubicBezTo>
                      <a:pt x="0" y="525"/>
                      <a:pt x="109" y="772"/>
                      <a:pt x="365" y="939"/>
                    </a:cubicBezTo>
                    <a:cubicBezTo>
                      <a:pt x="443" y="988"/>
                      <a:pt x="522" y="1018"/>
                      <a:pt x="601" y="1057"/>
                    </a:cubicBezTo>
                    <a:cubicBezTo>
                      <a:pt x="739" y="1116"/>
                      <a:pt x="877" y="1176"/>
                      <a:pt x="1015" y="1245"/>
                    </a:cubicBezTo>
                    <a:cubicBezTo>
                      <a:pt x="1113" y="1284"/>
                      <a:pt x="1202" y="1313"/>
                      <a:pt x="1310" y="1333"/>
                    </a:cubicBezTo>
                    <a:cubicBezTo>
                      <a:pt x="1409" y="1353"/>
                      <a:pt x="1517" y="1373"/>
                      <a:pt x="1626" y="1382"/>
                    </a:cubicBezTo>
                    <a:cubicBezTo>
                      <a:pt x="1704" y="1392"/>
                      <a:pt x="1783" y="1392"/>
                      <a:pt x="1872" y="1392"/>
                    </a:cubicBezTo>
                    <a:cubicBezTo>
                      <a:pt x="1921" y="1392"/>
                      <a:pt x="1951" y="1363"/>
                      <a:pt x="1951" y="1313"/>
                    </a:cubicBezTo>
                    <a:cubicBezTo>
                      <a:pt x="1951" y="1274"/>
                      <a:pt x="1921" y="1245"/>
                      <a:pt x="1882" y="1225"/>
                    </a:cubicBezTo>
                    <a:lnTo>
                      <a:pt x="1823" y="1225"/>
                    </a:lnTo>
                    <a:cubicBezTo>
                      <a:pt x="1675" y="1205"/>
                      <a:pt x="1527" y="1185"/>
                      <a:pt x="1389" y="1166"/>
                    </a:cubicBezTo>
                    <a:cubicBezTo>
                      <a:pt x="1271" y="1156"/>
                      <a:pt x="1172" y="1126"/>
                      <a:pt x="1064" y="1077"/>
                    </a:cubicBezTo>
                    <a:cubicBezTo>
                      <a:pt x="936" y="1028"/>
                      <a:pt x="808" y="979"/>
                      <a:pt x="690" y="919"/>
                    </a:cubicBezTo>
                    <a:cubicBezTo>
                      <a:pt x="601" y="880"/>
                      <a:pt x="512" y="841"/>
                      <a:pt x="434" y="801"/>
                    </a:cubicBezTo>
                    <a:cubicBezTo>
                      <a:pt x="306" y="722"/>
                      <a:pt x="227" y="604"/>
                      <a:pt x="177" y="466"/>
                    </a:cubicBezTo>
                    <a:cubicBezTo>
                      <a:pt x="148" y="378"/>
                      <a:pt x="138" y="289"/>
                      <a:pt x="148" y="191"/>
                    </a:cubicBezTo>
                    <a:cubicBezTo>
                      <a:pt x="148" y="151"/>
                      <a:pt x="148" y="102"/>
                      <a:pt x="148" y="53"/>
                    </a:cubicBezTo>
                    <a:cubicBezTo>
                      <a:pt x="148" y="20"/>
                      <a:pt x="121" y="1"/>
                      <a:pt x="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29"/>
              <p:cNvSpPr/>
              <p:nvPr/>
            </p:nvSpPr>
            <p:spPr>
              <a:xfrm>
                <a:off x="6211423" y="1383028"/>
                <a:ext cx="13390" cy="25327"/>
              </a:xfrm>
              <a:custGeom>
                <a:avLst/>
                <a:gdLst/>
                <a:ahLst/>
                <a:cxnLst/>
                <a:rect l="l" t="t" r="r" b="b"/>
                <a:pathLst>
                  <a:path w="395" h="747" extrusionOk="0">
                    <a:moveTo>
                      <a:pt x="303" y="1"/>
                    </a:moveTo>
                    <a:cubicBezTo>
                      <a:pt x="270" y="1"/>
                      <a:pt x="245" y="37"/>
                      <a:pt x="237" y="81"/>
                    </a:cubicBezTo>
                    <a:cubicBezTo>
                      <a:pt x="237" y="120"/>
                      <a:pt x="237" y="150"/>
                      <a:pt x="237" y="189"/>
                    </a:cubicBezTo>
                    <a:cubicBezTo>
                      <a:pt x="237" y="268"/>
                      <a:pt x="217" y="347"/>
                      <a:pt x="177" y="416"/>
                    </a:cubicBezTo>
                    <a:cubicBezTo>
                      <a:pt x="138" y="475"/>
                      <a:pt x="108" y="524"/>
                      <a:pt x="69" y="574"/>
                    </a:cubicBezTo>
                    <a:cubicBezTo>
                      <a:pt x="59" y="603"/>
                      <a:pt x="40" y="623"/>
                      <a:pt x="20" y="642"/>
                    </a:cubicBezTo>
                    <a:cubicBezTo>
                      <a:pt x="10" y="672"/>
                      <a:pt x="0" y="702"/>
                      <a:pt x="20" y="721"/>
                    </a:cubicBezTo>
                    <a:cubicBezTo>
                      <a:pt x="32" y="740"/>
                      <a:pt x="53" y="747"/>
                      <a:pt x="74" y="747"/>
                    </a:cubicBezTo>
                    <a:cubicBezTo>
                      <a:pt x="86" y="747"/>
                      <a:pt x="98" y="745"/>
                      <a:pt x="108" y="741"/>
                    </a:cubicBezTo>
                    <a:cubicBezTo>
                      <a:pt x="128" y="731"/>
                      <a:pt x="148" y="721"/>
                      <a:pt x="158" y="711"/>
                    </a:cubicBezTo>
                    <a:cubicBezTo>
                      <a:pt x="286" y="564"/>
                      <a:pt x="394" y="406"/>
                      <a:pt x="394" y="189"/>
                    </a:cubicBezTo>
                    <a:cubicBezTo>
                      <a:pt x="394" y="160"/>
                      <a:pt x="394" y="111"/>
                      <a:pt x="384" y="71"/>
                    </a:cubicBezTo>
                    <a:cubicBezTo>
                      <a:pt x="374" y="32"/>
                      <a:pt x="345" y="2"/>
                      <a:pt x="315" y="2"/>
                    </a:cubicBezTo>
                    <a:cubicBezTo>
                      <a:pt x="311" y="1"/>
                      <a:pt x="307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29"/>
              <p:cNvSpPr/>
              <p:nvPr/>
            </p:nvSpPr>
            <p:spPr>
              <a:xfrm>
                <a:off x="6141957" y="759321"/>
                <a:ext cx="54443" cy="39432"/>
              </a:xfrm>
              <a:custGeom>
                <a:avLst/>
                <a:gdLst/>
                <a:ahLst/>
                <a:cxnLst/>
                <a:rect l="l" t="t" r="r" b="b"/>
                <a:pathLst>
                  <a:path w="1606" h="1163" extrusionOk="0">
                    <a:moveTo>
                      <a:pt x="729" y="0"/>
                    </a:moveTo>
                    <a:cubicBezTo>
                      <a:pt x="657" y="0"/>
                      <a:pt x="587" y="18"/>
                      <a:pt x="522" y="47"/>
                    </a:cubicBezTo>
                    <a:cubicBezTo>
                      <a:pt x="453" y="77"/>
                      <a:pt x="424" y="136"/>
                      <a:pt x="414" y="195"/>
                    </a:cubicBezTo>
                    <a:cubicBezTo>
                      <a:pt x="394" y="205"/>
                      <a:pt x="394" y="205"/>
                      <a:pt x="384" y="215"/>
                    </a:cubicBezTo>
                    <a:cubicBezTo>
                      <a:pt x="256" y="284"/>
                      <a:pt x="237" y="343"/>
                      <a:pt x="266" y="471"/>
                    </a:cubicBezTo>
                    <a:cubicBezTo>
                      <a:pt x="286" y="530"/>
                      <a:pt x="306" y="589"/>
                      <a:pt x="325" y="638"/>
                    </a:cubicBezTo>
                    <a:cubicBezTo>
                      <a:pt x="345" y="707"/>
                      <a:pt x="365" y="766"/>
                      <a:pt x="384" y="826"/>
                    </a:cubicBezTo>
                    <a:cubicBezTo>
                      <a:pt x="404" y="924"/>
                      <a:pt x="375" y="973"/>
                      <a:pt x="286" y="993"/>
                    </a:cubicBezTo>
                    <a:cubicBezTo>
                      <a:pt x="237" y="1003"/>
                      <a:pt x="197" y="1013"/>
                      <a:pt x="148" y="1013"/>
                    </a:cubicBezTo>
                    <a:cubicBezTo>
                      <a:pt x="133" y="1018"/>
                      <a:pt x="118" y="1018"/>
                      <a:pt x="105" y="1018"/>
                    </a:cubicBezTo>
                    <a:cubicBezTo>
                      <a:pt x="91" y="1018"/>
                      <a:pt x="79" y="1018"/>
                      <a:pt x="69" y="1023"/>
                    </a:cubicBezTo>
                    <a:cubicBezTo>
                      <a:pt x="30" y="1023"/>
                      <a:pt x="10" y="1052"/>
                      <a:pt x="0" y="1082"/>
                    </a:cubicBezTo>
                    <a:cubicBezTo>
                      <a:pt x="0" y="1121"/>
                      <a:pt x="30" y="1151"/>
                      <a:pt x="59" y="1151"/>
                    </a:cubicBezTo>
                    <a:cubicBezTo>
                      <a:pt x="103" y="1158"/>
                      <a:pt x="146" y="1162"/>
                      <a:pt x="189" y="1162"/>
                    </a:cubicBezTo>
                    <a:cubicBezTo>
                      <a:pt x="264" y="1162"/>
                      <a:pt x="339" y="1149"/>
                      <a:pt x="414" y="1111"/>
                    </a:cubicBezTo>
                    <a:cubicBezTo>
                      <a:pt x="512" y="1052"/>
                      <a:pt x="552" y="963"/>
                      <a:pt x="542" y="855"/>
                    </a:cubicBezTo>
                    <a:cubicBezTo>
                      <a:pt x="542" y="796"/>
                      <a:pt x="522" y="747"/>
                      <a:pt x="512" y="688"/>
                    </a:cubicBezTo>
                    <a:cubicBezTo>
                      <a:pt x="493" y="629"/>
                      <a:pt x="463" y="560"/>
                      <a:pt x="443" y="500"/>
                    </a:cubicBezTo>
                    <a:cubicBezTo>
                      <a:pt x="434" y="461"/>
                      <a:pt x="424" y="422"/>
                      <a:pt x="424" y="392"/>
                    </a:cubicBezTo>
                    <a:cubicBezTo>
                      <a:pt x="512" y="363"/>
                      <a:pt x="581" y="323"/>
                      <a:pt x="601" y="225"/>
                    </a:cubicBezTo>
                    <a:cubicBezTo>
                      <a:pt x="601" y="215"/>
                      <a:pt x="621" y="205"/>
                      <a:pt x="631" y="195"/>
                    </a:cubicBezTo>
                    <a:cubicBezTo>
                      <a:pt x="658" y="183"/>
                      <a:pt x="689" y="177"/>
                      <a:pt x="722" y="177"/>
                    </a:cubicBezTo>
                    <a:cubicBezTo>
                      <a:pt x="797" y="177"/>
                      <a:pt x="878" y="206"/>
                      <a:pt x="926" y="254"/>
                    </a:cubicBezTo>
                    <a:cubicBezTo>
                      <a:pt x="975" y="303"/>
                      <a:pt x="995" y="372"/>
                      <a:pt x="1005" y="441"/>
                    </a:cubicBezTo>
                    <a:cubicBezTo>
                      <a:pt x="1025" y="560"/>
                      <a:pt x="1094" y="629"/>
                      <a:pt x="1212" y="668"/>
                    </a:cubicBezTo>
                    <a:cubicBezTo>
                      <a:pt x="1300" y="697"/>
                      <a:pt x="1399" y="717"/>
                      <a:pt x="1468" y="786"/>
                    </a:cubicBezTo>
                    <a:cubicBezTo>
                      <a:pt x="1468" y="796"/>
                      <a:pt x="1478" y="796"/>
                      <a:pt x="1488" y="806"/>
                    </a:cubicBezTo>
                    <a:cubicBezTo>
                      <a:pt x="1497" y="808"/>
                      <a:pt x="1507" y="810"/>
                      <a:pt x="1517" y="810"/>
                    </a:cubicBezTo>
                    <a:cubicBezTo>
                      <a:pt x="1546" y="810"/>
                      <a:pt x="1571" y="798"/>
                      <a:pt x="1586" y="776"/>
                    </a:cubicBezTo>
                    <a:cubicBezTo>
                      <a:pt x="1606" y="747"/>
                      <a:pt x="1606" y="717"/>
                      <a:pt x="1586" y="688"/>
                    </a:cubicBezTo>
                    <a:cubicBezTo>
                      <a:pt x="1547" y="619"/>
                      <a:pt x="1488" y="569"/>
                      <a:pt x="1409" y="540"/>
                    </a:cubicBezTo>
                    <a:cubicBezTo>
                      <a:pt x="1369" y="530"/>
                      <a:pt x="1340" y="520"/>
                      <a:pt x="1300" y="510"/>
                    </a:cubicBezTo>
                    <a:cubicBezTo>
                      <a:pt x="1232" y="491"/>
                      <a:pt x="1192" y="461"/>
                      <a:pt x="1172" y="382"/>
                    </a:cubicBezTo>
                    <a:cubicBezTo>
                      <a:pt x="1172" y="343"/>
                      <a:pt x="1153" y="303"/>
                      <a:pt x="1133" y="264"/>
                    </a:cubicBezTo>
                    <a:cubicBezTo>
                      <a:pt x="1074" y="126"/>
                      <a:pt x="966" y="28"/>
                      <a:pt x="808" y="8"/>
                    </a:cubicBezTo>
                    <a:cubicBezTo>
                      <a:pt x="782" y="3"/>
                      <a:pt x="755" y="0"/>
                      <a:pt x="7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29"/>
              <p:cNvSpPr/>
              <p:nvPr/>
            </p:nvSpPr>
            <p:spPr>
              <a:xfrm>
                <a:off x="6107546" y="762779"/>
                <a:ext cx="40782" cy="25870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763" extrusionOk="0">
                    <a:moveTo>
                      <a:pt x="1123" y="1"/>
                    </a:moveTo>
                    <a:cubicBezTo>
                      <a:pt x="1103" y="1"/>
                      <a:pt x="1081" y="8"/>
                      <a:pt x="1064" y="24"/>
                    </a:cubicBezTo>
                    <a:cubicBezTo>
                      <a:pt x="1035" y="44"/>
                      <a:pt x="1005" y="73"/>
                      <a:pt x="986" y="103"/>
                    </a:cubicBezTo>
                    <a:cubicBezTo>
                      <a:pt x="943" y="160"/>
                      <a:pt x="896" y="181"/>
                      <a:pt x="839" y="181"/>
                    </a:cubicBezTo>
                    <a:cubicBezTo>
                      <a:pt x="817" y="181"/>
                      <a:pt x="794" y="177"/>
                      <a:pt x="769" y="172"/>
                    </a:cubicBezTo>
                    <a:cubicBezTo>
                      <a:pt x="730" y="152"/>
                      <a:pt x="690" y="142"/>
                      <a:pt x="651" y="123"/>
                    </a:cubicBezTo>
                    <a:cubicBezTo>
                      <a:pt x="601" y="103"/>
                      <a:pt x="542" y="93"/>
                      <a:pt x="493" y="73"/>
                    </a:cubicBezTo>
                    <a:cubicBezTo>
                      <a:pt x="467" y="68"/>
                      <a:pt x="441" y="65"/>
                      <a:pt x="416" y="65"/>
                    </a:cubicBezTo>
                    <a:cubicBezTo>
                      <a:pt x="311" y="65"/>
                      <a:pt x="220" y="114"/>
                      <a:pt x="148" y="201"/>
                    </a:cubicBezTo>
                    <a:cubicBezTo>
                      <a:pt x="60" y="320"/>
                      <a:pt x="1" y="448"/>
                      <a:pt x="10" y="595"/>
                    </a:cubicBezTo>
                    <a:cubicBezTo>
                      <a:pt x="10" y="625"/>
                      <a:pt x="10" y="645"/>
                      <a:pt x="10" y="664"/>
                    </a:cubicBezTo>
                    <a:cubicBezTo>
                      <a:pt x="10" y="684"/>
                      <a:pt x="20" y="694"/>
                      <a:pt x="20" y="704"/>
                    </a:cubicBezTo>
                    <a:cubicBezTo>
                      <a:pt x="20" y="743"/>
                      <a:pt x="50" y="753"/>
                      <a:pt x="79" y="763"/>
                    </a:cubicBezTo>
                    <a:cubicBezTo>
                      <a:pt x="109" y="763"/>
                      <a:pt x="148" y="743"/>
                      <a:pt x="148" y="714"/>
                    </a:cubicBezTo>
                    <a:cubicBezTo>
                      <a:pt x="158" y="674"/>
                      <a:pt x="158" y="635"/>
                      <a:pt x="158" y="605"/>
                    </a:cubicBezTo>
                    <a:cubicBezTo>
                      <a:pt x="158" y="497"/>
                      <a:pt x="188" y="408"/>
                      <a:pt x="247" y="330"/>
                    </a:cubicBezTo>
                    <a:cubicBezTo>
                      <a:pt x="299" y="263"/>
                      <a:pt x="345" y="230"/>
                      <a:pt x="410" y="230"/>
                    </a:cubicBezTo>
                    <a:cubicBezTo>
                      <a:pt x="432" y="230"/>
                      <a:pt x="456" y="233"/>
                      <a:pt x="483" y="241"/>
                    </a:cubicBezTo>
                    <a:cubicBezTo>
                      <a:pt x="532" y="261"/>
                      <a:pt x="582" y="280"/>
                      <a:pt x="631" y="290"/>
                    </a:cubicBezTo>
                    <a:cubicBezTo>
                      <a:pt x="670" y="310"/>
                      <a:pt x="710" y="330"/>
                      <a:pt x="759" y="339"/>
                    </a:cubicBezTo>
                    <a:cubicBezTo>
                      <a:pt x="796" y="349"/>
                      <a:pt x="831" y="354"/>
                      <a:pt x="863" y="354"/>
                    </a:cubicBezTo>
                    <a:cubicBezTo>
                      <a:pt x="1018" y="354"/>
                      <a:pt x="1117" y="245"/>
                      <a:pt x="1183" y="123"/>
                    </a:cubicBezTo>
                    <a:cubicBezTo>
                      <a:pt x="1202" y="83"/>
                      <a:pt x="1192" y="44"/>
                      <a:pt x="1163" y="14"/>
                    </a:cubicBezTo>
                    <a:cubicBezTo>
                      <a:pt x="1154" y="5"/>
                      <a:pt x="1139" y="1"/>
                      <a:pt x="11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29"/>
              <p:cNvSpPr/>
              <p:nvPr/>
            </p:nvSpPr>
            <p:spPr>
              <a:xfrm>
                <a:off x="6069812" y="757795"/>
                <a:ext cx="22747" cy="15189"/>
              </a:xfrm>
              <a:custGeom>
                <a:avLst/>
                <a:gdLst/>
                <a:ahLst/>
                <a:cxnLst/>
                <a:rect l="l" t="t" r="r" b="b"/>
                <a:pathLst>
                  <a:path w="671" h="448" extrusionOk="0">
                    <a:moveTo>
                      <a:pt x="282" y="0"/>
                    </a:moveTo>
                    <a:cubicBezTo>
                      <a:pt x="246" y="0"/>
                      <a:pt x="208" y="8"/>
                      <a:pt x="168" y="23"/>
                    </a:cubicBezTo>
                    <a:cubicBezTo>
                      <a:pt x="99" y="53"/>
                      <a:pt x="40" y="92"/>
                      <a:pt x="10" y="171"/>
                    </a:cubicBezTo>
                    <a:cubicBezTo>
                      <a:pt x="0" y="201"/>
                      <a:pt x="10" y="240"/>
                      <a:pt x="30" y="260"/>
                    </a:cubicBezTo>
                    <a:cubicBezTo>
                      <a:pt x="41" y="267"/>
                      <a:pt x="54" y="271"/>
                      <a:pt x="66" y="271"/>
                    </a:cubicBezTo>
                    <a:cubicBezTo>
                      <a:pt x="87" y="271"/>
                      <a:pt x="106" y="262"/>
                      <a:pt x="119" y="250"/>
                    </a:cubicBezTo>
                    <a:cubicBezTo>
                      <a:pt x="148" y="230"/>
                      <a:pt x="158" y="201"/>
                      <a:pt x="188" y="181"/>
                    </a:cubicBezTo>
                    <a:cubicBezTo>
                      <a:pt x="216" y="160"/>
                      <a:pt x="245" y="150"/>
                      <a:pt x="272" y="150"/>
                    </a:cubicBezTo>
                    <a:cubicBezTo>
                      <a:pt x="311" y="150"/>
                      <a:pt x="346" y="170"/>
                      <a:pt x="375" y="211"/>
                    </a:cubicBezTo>
                    <a:cubicBezTo>
                      <a:pt x="394" y="230"/>
                      <a:pt x="404" y="250"/>
                      <a:pt x="414" y="270"/>
                    </a:cubicBezTo>
                    <a:cubicBezTo>
                      <a:pt x="463" y="319"/>
                      <a:pt x="503" y="378"/>
                      <a:pt x="552" y="427"/>
                    </a:cubicBezTo>
                    <a:cubicBezTo>
                      <a:pt x="564" y="439"/>
                      <a:pt x="580" y="448"/>
                      <a:pt x="598" y="448"/>
                    </a:cubicBezTo>
                    <a:cubicBezTo>
                      <a:pt x="608" y="448"/>
                      <a:pt x="620" y="445"/>
                      <a:pt x="631" y="437"/>
                    </a:cubicBezTo>
                    <a:cubicBezTo>
                      <a:pt x="641" y="427"/>
                      <a:pt x="651" y="408"/>
                      <a:pt x="670" y="388"/>
                    </a:cubicBezTo>
                    <a:cubicBezTo>
                      <a:pt x="660" y="348"/>
                      <a:pt x="651" y="319"/>
                      <a:pt x="631" y="289"/>
                    </a:cubicBezTo>
                    <a:cubicBezTo>
                      <a:pt x="582" y="230"/>
                      <a:pt x="542" y="171"/>
                      <a:pt x="493" y="112"/>
                    </a:cubicBezTo>
                    <a:cubicBezTo>
                      <a:pt x="432" y="38"/>
                      <a:pt x="362" y="0"/>
                      <a:pt x="2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29"/>
              <p:cNvSpPr/>
              <p:nvPr/>
            </p:nvSpPr>
            <p:spPr>
              <a:xfrm>
                <a:off x="6126904" y="1252469"/>
                <a:ext cx="18069" cy="96256"/>
              </a:xfrm>
              <a:custGeom>
                <a:avLst/>
                <a:gdLst/>
                <a:ahLst/>
                <a:cxnLst/>
                <a:rect l="l" t="t" r="r" b="b"/>
                <a:pathLst>
                  <a:path w="533" h="2839" extrusionOk="0">
                    <a:moveTo>
                      <a:pt x="460" y="1"/>
                    </a:moveTo>
                    <a:cubicBezTo>
                      <a:pt x="443" y="1"/>
                      <a:pt x="427" y="9"/>
                      <a:pt x="415" y="21"/>
                    </a:cubicBezTo>
                    <a:cubicBezTo>
                      <a:pt x="395" y="51"/>
                      <a:pt x="375" y="80"/>
                      <a:pt x="356" y="110"/>
                    </a:cubicBezTo>
                    <a:cubicBezTo>
                      <a:pt x="267" y="287"/>
                      <a:pt x="218" y="474"/>
                      <a:pt x="198" y="671"/>
                    </a:cubicBezTo>
                    <a:cubicBezTo>
                      <a:pt x="168" y="957"/>
                      <a:pt x="139" y="1243"/>
                      <a:pt x="99" y="1519"/>
                    </a:cubicBezTo>
                    <a:cubicBezTo>
                      <a:pt x="70" y="1676"/>
                      <a:pt x="70" y="1824"/>
                      <a:pt x="99" y="1972"/>
                    </a:cubicBezTo>
                    <a:cubicBezTo>
                      <a:pt x="139" y="2149"/>
                      <a:pt x="149" y="2316"/>
                      <a:pt x="159" y="2484"/>
                    </a:cubicBezTo>
                    <a:cubicBezTo>
                      <a:pt x="159" y="2563"/>
                      <a:pt x="149" y="2642"/>
                      <a:pt x="60" y="2681"/>
                    </a:cubicBezTo>
                    <a:cubicBezTo>
                      <a:pt x="50" y="2691"/>
                      <a:pt x="40" y="2701"/>
                      <a:pt x="30" y="2711"/>
                    </a:cubicBezTo>
                    <a:cubicBezTo>
                      <a:pt x="11" y="2730"/>
                      <a:pt x="1" y="2750"/>
                      <a:pt x="11" y="2779"/>
                    </a:cubicBezTo>
                    <a:cubicBezTo>
                      <a:pt x="11" y="2809"/>
                      <a:pt x="50" y="2839"/>
                      <a:pt x="80" y="2839"/>
                    </a:cubicBezTo>
                    <a:lnTo>
                      <a:pt x="109" y="2839"/>
                    </a:lnTo>
                    <a:cubicBezTo>
                      <a:pt x="218" y="2809"/>
                      <a:pt x="296" y="2730"/>
                      <a:pt x="316" y="2612"/>
                    </a:cubicBezTo>
                    <a:cubicBezTo>
                      <a:pt x="326" y="2573"/>
                      <a:pt x="326" y="2533"/>
                      <a:pt x="326" y="2504"/>
                    </a:cubicBezTo>
                    <a:cubicBezTo>
                      <a:pt x="306" y="2326"/>
                      <a:pt x="316" y="2149"/>
                      <a:pt x="267" y="1982"/>
                    </a:cubicBezTo>
                    <a:cubicBezTo>
                      <a:pt x="237" y="1814"/>
                      <a:pt x="247" y="1656"/>
                      <a:pt x="257" y="1499"/>
                    </a:cubicBezTo>
                    <a:cubicBezTo>
                      <a:pt x="287" y="1262"/>
                      <a:pt x="316" y="1026"/>
                      <a:pt x="336" y="790"/>
                    </a:cubicBezTo>
                    <a:cubicBezTo>
                      <a:pt x="356" y="612"/>
                      <a:pt x="385" y="435"/>
                      <a:pt x="454" y="268"/>
                    </a:cubicBezTo>
                    <a:cubicBezTo>
                      <a:pt x="464" y="228"/>
                      <a:pt x="484" y="189"/>
                      <a:pt x="503" y="139"/>
                    </a:cubicBezTo>
                    <a:cubicBezTo>
                      <a:pt x="513" y="120"/>
                      <a:pt x="523" y="100"/>
                      <a:pt x="523" y="80"/>
                    </a:cubicBezTo>
                    <a:cubicBezTo>
                      <a:pt x="533" y="51"/>
                      <a:pt x="523" y="21"/>
                      <a:pt x="493" y="11"/>
                    </a:cubicBezTo>
                    <a:cubicBezTo>
                      <a:pt x="482" y="4"/>
                      <a:pt x="471" y="1"/>
                      <a:pt x="4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29"/>
              <p:cNvSpPr/>
              <p:nvPr/>
            </p:nvSpPr>
            <p:spPr>
              <a:xfrm>
                <a:off x="6091171" y="1362923"/>
                <a:ext cx="58139" cy="9493"/>
              </a:xfrm>
              <a:custGeom>
                <a:avLst/>
                <a:gdLst/>
                <a:ahLst/>
                <a:cxnLst/>
                <a:rect l="l" t="t" r="r" b="b"/>
                <a:pathLst>
                  <a:path w="1715" h="280" extrusionOk="0">
                    <a:moveTo>
                      <a:pt x="1549" y="0"/>
                    </a:moveTo>
                    <a:cubicBezTo>
                      <a:pt x="1496" y="0"/>
                      <a:pt x="1440" y="9"/>
                      <a:pt x="1390" y="24"/>
                    </a:cubicBezTo>
                    <a:cubicBezTo>
                      <a:pt x="1114" y="93"/>
                      <a:pt x="838" y="122"/>
                      <a:pt x="553" y="122"/>
                    </a:cubicBezTo>
                    <a:cubicBezTo>
                      <a:pt x="415" y="122"/>
                      <a:pt x="287" y="103"/>
                      <a:pt x="158" y="53"/>
                    </a:cubicBezTo>
                    <a:cubicBezTo>
                      <a:pt x="129" y="44"/>
                      <a:pt x="99" y="44"/>
                      <a:pt x="70" y="34"/>
                    </a:cubicBezTo>
                    <a:cubicBezTo>
                      <a:pt x="40" y="34"/>
                      <a:pt x="11" y="53"/>
                      <a:pt x="1" y="83"/>
                    </a:cubicBezTo>
                    <a:cubicBezTo>
                      <a:pt x="1" y="113"/>
                      <a:pt x="1" y="142"/>
                      <a:pt x="30" y="152"/>
                    </a:cubicBezTo>
                    <a:cubicBezTo>
                      <a:pt x="60" y="172"/>
                      <a:pt x="90" y="191"/>
                      <a:pt x="119" y="201"/>
                    </a:cubicBezTo>
                    <a:cubicBezTo>
                      <a:pt x="257" y="260"/>
                      <a:pt x="405" y="280"/>
                      <a:pt x="562" y="280"/>
                    </a:cubicBezTo>
                    <a:cubicBezTo>
                      <a:pt x="848" y="280"/>
                      <a:pt x="1124" y="260"/>
                      <a:pt x="1400" y="191"/>
                    </a:cubicBezTo>
                    <a:cubicBezTo>
                      <a:pt x="1449" y="181"/>
                      <a:pt x="1508" y="172"/>
                      <a:pt x="1528" y="172"/>
                    </a:cubicBezTo>
                    <a:lnTo>
                      <a:pt x="1607" y="172"/>
                    </a:lnTo>
                    <a:cubicBezTo>
                      <a:pt x="1675" y="172"/>
                      <a:pt x="1715" y="142"/>
                      <a:pt x="1715" y="93"/>
                    </a:cubicBezTo>
                    <a:cubicBezTo>
                      <a:pt x="1715" y="44"/>
                      <a:pt x="1675" y="14"/>
                      <a:pt x="1607" y="4"/>
                    </a:cubicBezTo>
                    <a:cubicBezTo>
                      <a:pt x="1588" y="2"/>
                      <a:pt x="1569" y="0"/>
                      <a:pt x="15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56" name="Google Shape;656;p29"/>
          <p:cNvGrpSpPr/>
          <p:nvPr/>
        </p:nvGrpSpPr>
        <p:grpSpPr>
          <a:xfrm rot="5400000">
            <a:off x="5140420" y="-673119"/>
            <a:ext cx="888927" cy="2576943"/>
            <a:chOff x="159634" y="539595"/>
            <a:chExt cx="638413" cy="1850720"/>
          </a:xfrm>
        </p:grpSpPr>
        <p:sp>
          <p:nvSpPr>
            <p:cNvPr id="657" name="Google Shape;657;p29"/>
            <p:cNvSpPr/>
            <p:nvPr/>
          </p:nvSpPr>
          <p:spPr>
            <a:xfrm>
              <a:off x="159634" y="990915"/>
              <a:ext cx="549733" cy="425214"/>
            </a:xfrm>
            <a:custGeom>
              <a:avLst/>
              <a:gdLst/>
              <a:ahLst/>
              <a:cxnLst/>
              <a:rect l="l" t="t" r="r" b="b"/>
              <a:pathLst>
                <a:path w="13989" h="10819" extrusionOk="0">
                  <a:moveTo>
                    <a:pt x="11024" y="1"/>
                  </a:moveTo>
                  <a:cubicBezTo>
                    <a:pt x="10749" y="1"/>
                    <a:pt x="10548" y="176"/>
                    <a:pt x="10432" y="485"/>
                  </a:cubicBezTo>
                  <a:cubicBezTo>
                    <a:pt x="10314" y="781"/>
                    <a:pt x="10196" y="1086"/>
                    <a:pt x="10107" y="1391"/>
                  </a:cubicBezTo>
                  <a:cubicBezTo>
                    <a:pt x="9930" y="1992"/>
                    <a:pt x="9654" y="2534"/>
                    <a:pt x="9290" y="3036"/>
                  </a:cubicBezTo>
                  <a:cubicBezTo>
                    <a:pt x="8984" y="3450"/>
                    <a:pt x="8620" y="3785"/>
                    <a:pt x="8088" y="3864"/>
                  </a:cubicBezTo>
                  <a:cubicBezTo>
                    <a:pt x="7965" y="3882"/>
                    <a:pt x="7844" y="3891"/>
                    <a:pt x="7724" y="3891"/>
                  </a:cubicBezTo>
                  <a:cubicBezTo>
                    <a:pt x="7332" y="3891"/>
                    <a:pt x="6953" y="3798"/>
                    <a:pt x="6591" y="3647"/>
                  </a:cubicBezTo>
                  <a:cubicBezTo>
                    <a:pt x="5940" y="3371"/>
                    <a:pt x="5300" y="3066"/>
                    <a:pt x="4660" y="2761"/>
                  </a:cubicBezTo>
                  <a:cubicBezTo>
                    <a:pt x="4325" y="2603"/>
                    <a:pt x="3980" y="2485"/>
                    <a:pt x="3606" y="2465"/>
                  </a:cubicBezTo>
                  <a:cubicBezTo>
                    <a:pt x="3572" y="2464"/>
                    <a:pt x="3539" y="2463"/>
                    <a:pt x="3505" y="2463"/>
                  </a:cubicBezTo>
                  <a:cubicBezTo>
                    <a:pt x="2880" y="2463"/>
                    <a:pt x="2352" y="2725"/>
                    <a:pt x="1931" y="3174"/>
                  </a:cubicBezTo>
                  <a:cubicBezTo>
                    <a:pt x="1478" y="3647"/>
                    <a:pt x="1104" y="4199"/>
                    <a:pt x="670" y="4701"/>
                  </a:cubicBezTo>
                  <a:cubicBezTo>
                    <a:pt x="463" y="4947"/>
                    <a:pt x="227" y="5154"/>
                    <a:pt x="0" y="5381"/>
                  </a:cubicBezTo>
                  <a:lnTo>
                    <a:pt x="0" y="10819"/>
                  </a:lnTo>
                  <a:cubicBezTo>
                    <a:pt x="50" y="10809"/>
                    <a:pt x="89" y="10809"/>
                    <a:pt x="128" y="10789"/>
                  </a:cubicBezTo>
                  <a:cubicBezTo>
                    <a:pt x="857" y="10415"/>
                    <a:pt x="1439" y="9873"/>
                    <a:pt x="1941" y="9233"/>
                  </a:cubicBezTo>
                  <a:cubicBezTo>
                    <a:pt x="2374" y="8681"/>
                    <a:pt x="2788" y="8100"/>
                    <a:pt x="3231" y="7558"/>
                  </a:cubicBezTo>
                  <a:cubicBezTo>
                    <a:pt x="3540" y="7182"/>
                    <a:pt x="3953" y="6957"/>
                    <a:pt x="4450" y="6957"/>
                  </a:cubicBezTo>
                  <a:cubicBezTo>
                    <a:pt x="4461" y="6957"/>
                    <a:pt x="4472" y="6957"/>
                    <a:pt x="4482" y="6957"/>
                  </a:cubicBezTo>
                  <a:cubicBezTo>
                    <a:pt x="4936" y="6967"/>
                    <a:pt x="5349" y="7115"/>
                    <a:pt x="5753" y="7292"/>
                  </a:cubicBezTo>
                  <a:cubicBezTo>
                    <a:pt x="6305" y="7549"/>
                    <a:pt x="6895" y="7686"/>
                    <a:pt x="7494" y="7686"/>
                  </a:cubicBezTo>
                  <a:cubicBezTo>
                    <a:pt x="7514" y="7686"/>
                    <a:pt x="7535" y="7686"/>
                    <a:pt x="7556" y="7686"/>
                  </a:cubicBezTo>
                  <a:cubicBezTo>
                    <a:pt x="8295" y="7676"/>
                    <a:pt x="9014" y="7538"/>
                    <a:pt x="9693" y="7233"/>
                  </a:cubicBezTo>
                  <a:cubicBezTo>
                    <a:pt x="10600" y="6819"/>
                    <a:pt x="11398" y="6287"/>
                    <a:pt x="12018" y="5489"/>
                  </a:cubicBezTo>
                  <a:cubicBezTo>
                    <a:pt x="12619" y="4721"/>
                    <a:pt x="13013" y="3844"/>
                    <a:pt x="13358" y="2938"/>
                  </a:cubicBezTo>
                  <a:cubicBezTo>
                    <a:pt x="13545" y="2475"/>
                    <a:pt x="13732" y="2002"/>
                    <a:pt x="13890" y="1529"/>
                  </a:cubicBezTo>
                  <a:cubicBezTo>
                    <a:pt x="13988" y="1214"/>
                    <a:pt x="13851" y="909"/>
                    <a:pt x="13565" y="800"/>
                  </a:cubicBezTo>
                  <a:cubicBezTo>
                    <a:pt x="12806" y="534"/>
                    <a:pt x="12038" y="268"/>
                    <a:pt x="11270" y="42"/>
                  </a:cubicBezTo>
                  <a:cubicBezTo>
                    <a:pt x="11182" y="14"/>
                    <a:pt x="11100" y="1"/>
                    <a:pt x="11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9"/>
            <p:cNvSpPr/>
            <p:nvPr/>
          </p:nvSpPr>
          <p:spPr>
            <a:xfrm>
              <a:off x="159634" y="1385799"/>
              <a:ext cx="596968" cy="250436"/>
            </a:xfrm>
            <a:custGeom>
              <a:avLst/>
              <a:gdLst/>
              <a:ahLst/>
              <a:cxnLst/>
              <a:rect l="l" t="t" r="r" b="b"/>
              <a:pathLst>
                <a:path w="15191" h="6372" extrusionOk="0">
                  <a:moveTo>
                    <a:pt x="12970" y="1"/>
                  </a:moveTo>
                  <a:cubicBezTo>
                    <a:pt x="12951" y="1"/>
                    <a:pt x="12933" y="1"/>
                    <a:pt x="12915" y="2"/>
                  </a:cubicBezTo>
                  <a:cubicBezTo>
                    <a:pt x="12599" y="22"/>
                    <a:pt x="12462" y="268"/>
                    <a:pt x="12324" y="524"/>
                  </a:cubicBezTo>
                  <a:cubicBezTo>
                    <a:pt x="12146" y="889"/>
                    <a:pt x="11949" y="1243"/>
                    <a:pt x="11742" y="1598"/>
                  </a:cubicBezTo>
                  <a:cubicBezTo>
                    <a:pt x="11614" y="1805"/>
                    <a:pt x="11437" y="1972"/>
                    <a:pt x="11181" y="2031"/>
                  </a:cubicBezTo>
                  <a:cubicBezTo>
                    <a:pt x="11087" y="2055"/>
                    <a:pt x="10996" y="2066"/>
                    <a:pt x="10909" y="2066"/>
                  </a:cubicBezTo>
                  <a:cubicBezTo>
                    <a:pt x="10591" y="2066"/>
                    <a:pt x="10313" y="1922"/>
                    <a:pt x="10058" y="1706"/>
                  </a:cubicBezTo>
                  <a:cubicBezTo>
                    <a:pt x="9851" y="1529"/>
                    <a:pt x="9674" y="1322"/>
                    <a:pt x="9477" y="1125"/>
                  </a:cubicBezTo>
                  <a:cubicBezTo>
                    <a:pt x="9290" y="1618"/>
                    <a:pt x="8974" y="2012"/>
                    <a:pt x="8551" y="2337"/>
                  </a:cubicBezTo>
                  <a:cubicBezTo>
                    <a:pt x="8233" y="2582"/>
                    <a:pt x="7810" y="2716"/>
                    <a:pt x="7378" y="2716"/>
                  </a:cubicBezTo>
                  <a:cubicBezTo>
                    <a:pt x="6821" y="2716"/>
                    <a:pt x="6249" y="2492"/>
                    <a:pt x="5871" y="1992"/>
                  </a:cubicBezTo>
                  <a:cubicBezTo>
                    <a:pt x="5684" y="2159"/>
                    <a:pt x="5517" y="2347"/>
                    <a:pt x="5310" y="2485"/>
                  </a:cubicBezTo>
                  <a:cubicBezTo>
                    <a:pt x="5114" y="2615"/>
                    <a:pt x="4891" y="2692"/>
                    <a:pt x="4647" y="2692"/>
                  </a:cubicBezTo>
                  <a:cubicBezTo>
                    <a:pt x="4596" y="2692"/>
                    <a:pt x="4545" y="2688"/>
                    <a:pt x="4492" y="2682"/>
                  </a:cubicBezTo>
                  <a:cubicBezTo>
                    <a:pt x="4019" y="2622"/>
                    <a:pt x="3616" y="2396"/>
                    <a:pt x="3222" y="2159"/>
                  </a:cubicBezTo>
                  <a:cubicBezTo>
                    <a:pt x="2798" y="1913"/>
                    <a:pt x="2374" y="1696"/>
                    <a:pt x="1872" y="1667"/>
                  </a:cubicBezTo>
                  <a:cubicBezTo>
                    <a:pt x="1833" y="1665"/>
                    <a:pt x="1793" y="1664"/>
                    <a:pt x="1755" y="1664"/>
                  </a:cubicBezTo>
                  <a:cubicBezTo>
                    <a:pt x="1105" y="1664"/>
                    <a:pt x="539" y="1894"/>
                    <a:pt x="0" y="2228"/>
                  </a:cubicBezTo>
                  <a:lnTo>
                    <a:pt x="0" y="5538"/>
                  </a:lnTo>
                  <a:cubicBezTo>
                    <a:pt x="79" y="5499"/>
                    <a:pt x="148" y="5459"/>
                    <a:pt x="227" y="5420"/>
                  </a:cubicBezTo>
                  <a:cubicBezTo>
                    <a:pt x="532" y="5223"/>
                    <a:pt x="848" y="5026"/>
                    <a:pt x="1163" y="4839"/>
                  </a:cubicBezTo>
                  <a:cubicBezTo>
                    <a:pt x="1297" y="4761"/>
                    <a:pt x="1430" y="4724"/>
                    <a:pt x="1560" y="4724"/>
                  </a:cubicBezTo>
                  <a:cubicBezTo>
                    <a:pt x="1744" y="4724"/>
                    <a:pt x="1921" y="4799"/>
                    <a:pt x="2089" y="4937"/>
                  </a:cubicBezTo>
                  <a:cubicBezTo>
                    <a:pt x="2246" y="5056"/>
                    <a:pt x="2374" y="5203"/>
                    <a:pt x="2532" y="5331"/>
                  </a:cubicBezTo>
                  <a:cubicBezTo>
                    <a:pt x="2798" y="5568"/>
                    <a:pt x="3054" y="5824"/>
                    <a:pt x="3359" y="6021"/>
                  </a:cubicBezTo>
                  <a:cubicBezTo>
                    <a:pt x="3727" y="6253"/>
                    <a:pt x="4122" y="6371"/>
                    <a:pt x="4546" y="6371"/>
                  </a:cubicBezTo>
                  <a:cubicBezTo>
                    <a:pt x="4680" y="6371"/>
                    <a:pt x="4816" y="6360"/>
                    <a:pt x="4955" y="6336"/>
                  </a:cubicBezTo>
                  <a:cubicBezTo>
                    <a:pt x="5546" y="6238"/>
                    <a:pt x="6019" y="5942"/>
                    <a:pt x="6433" y="5538"/>
                  </a:cubicBezTo>
                  <a:cubicBezTo>
                    <a:pt x="6827" y="5154"/>
                    <a:pt x="7182" y="4731"/>
                    <a:pt x="7566" y="4336"/>
                  </a:cubicBezTo>
                  <a:cubicBezTo>
                    <a:pt x="7705" y="4192"/>
                    <a:pt x="7813" y="4119"/>
                    <a:pt x="7938" y="4119"/>
                  </a:cubicBezTo>
                  <a:cubicBezTo>
                    <a:pt x="8027" y="4119"/>
                    <a:pt x="8123" y="4155"/>
                    <a:pt x="8245" y="4228"/>
                  </a:cubicBezTo>
                  <a:cubicBezTo>
                    <a:pt x="8511" y="4386"/>
                    <a:pt x="8758" y="4593"/>
                    <a:pt x="9004" y="4790"/>
                  </a:cubicBezTo>
                  <a:cubicBezTo>
                    <a:pt x="9549" y="5213"/>
                    <a:pt x="10128" y="5428"/>
                    <a:pt x="10741" y="5428"/>
                  </a:cubicBezTo>
                  <a:cubicBezTo>
                    <a:pt x="11068" y="5428"/>
                    <a:pt x="11406" y="5366"/>
                    <a:pt x="11752" y="5243"/>
                  </a:cubicBezTo>
                  <a:cubicBezTo>
                    <a:pt x="12737" y="4898"/>
                    <a:pt x="13525" y="4277"/>
                    <a:pt x="14185" y="3489"/>
                  </a:cubicBezTo>
                  <a:cubicBezTo>
                    <a:pt x="14609" y="2987"/>
                    <a:pt x="14954" y="2445"/>
                    <a:pt x="15082" y="1785"/>
                  </a:cubicBezTo>
                  <a:cubicBezTo>
                    <a:pt x="15190" y="1194"/>
                    <a:pt x="15092" y="889"/>
                    <a:pt x="14570" y="603"/>
                  </a:cubicBezTo>
                  <a:cubicBezTo>
                    <a:pt x="14215" y="406"/>
                    <a:pt x="13831" y="248"/>
                    <a:pt x="13447" y="91"/>
                  </a:cubicBezTo>
                  <a:cubicBezTo>
                    <a:pt x="13296" y="38"/>
                    <a:pt x="13130" y="1"/>
                    <a:pt x="129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9"/>
            <p:cNvSpPr/>
            <p:nvPr/>
          </p:nvSpPr>
          <p:spPr>
            <a:xfrm>
              <a:off x="159634" y="1772628"/>
              <a:ext cx="620586" cy="145223"/>
            </a:xfrm>
            <a:custGeom>
              <a:avLst/>
              <a:gdLst/>
              <a:ahLst/>
              <a:cxnLst/>
              <a:rect l="l" t="t" r="r" b="b"/>
              <a:pathLst>
                <a:path w="15792" h="3695" extrusionOk="0">
                  <a:moveTo>
                    <a:pt x="15346" y="0"/>
                  </a:moveTo>
                  <a:cubicBezTo>
                    <a:pt x="15294" y="0"/>
                    <a:pt x="15239" y="7"/>
                    <a:pt x="15180" y="20"/>
                  </a:cubicBezTo>
                  <a:cubicBezTo>
                    <a:pt x="13713" y="345"/>
                    <a:pt x="12245" y="670"/>
                    <a:pt x="10767" y="965"/>
                  </a:cubicBezTo>
                  <a:cubicBezTo>
                    <a:pt x="8935" y="1350"/>
                    <a:pt x="7083" y="1704"/>
                    <a:pt x="5241" y="2059"/>
                  </a:cubicBezTo>
                  <a:cubicBezTo>
                    <a:pt x="4394" y="2226"/>
                    <a:pt x="3527" y="2364"/>
                    <a:pt x="2670" y="2512"/>
                  </a:cubicBezTo>
                  <a:cubicBezTo>
                    <a:pt x="1783" y="2660"/>
                    <a:pt x="897" y="2798"/>
                    <a:pt x="0" y="2945"/>
                  </a:cubicBezTo>
                  <a:lnTo>
                    <a:pt x="0" y="3694"/>
                  </a:lnTo>
                  <a:cubicBezTo>
                    <a:pt x="59" y="3694"/>
                    <a:pt x="119" y="3694"/>
                    <a:pt x="178" y="3684"/>
                  </a:cubicBezTo>
                  <a:cubicBezTo>
                    <a:pt x="1202" y="3517"/>
                    <a:pt x="2236" y="3369"/>
                    <a:pt x="3261" y="3182"/>
                  </a:cubicBezTo>
                  <a:cubicBezTo>
                    <a:pt x="4817" y="2906"/>
                    <a:pt x="6374" y="2630"/>
                    <a:pt x="7930" y="2325"/>
                  </a:cubicBezTo>
                  <a:cubicBezTo>
                    <a:pt x="9684" y="1980"/>
                    <a:pt x="11437" y="1616"/>
                    <a:pt x="13200" y="1251"/>
                  </a:cubicBezTo>
                  <a:cubicBezTo>
                    <a:pt x="13929" y="1093"/>
                    <a:pt x="14668" y="926"/>
                    <a:pt x="15397" y="739"/>
                  </a:cubicBezTo>
                  <a:cubicBezTo>
                    <a:pt x="15673" y="670"/>
                    <a:pt x="15791" y="453"/>
                    <a:pt x="15712" y="227"/>
                  </a:cubicBezTo>
                  <a:cubicBezTo>
                    <a:pt x="15666" y="80"/>
                    <a:pt x="15530" y="0"/>
                    <a:pt x="153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9"/>
            <p:cNvSpPr/>
            <p:nvPr/>
          </p:nvSpPr>
          <p:spPr>
            <a:xfrm>
              <a:off x="159634" y="1934818"/>
              <a:ext cx="613591" cy="65085"/>
            </a:xfrm>
            <a:custGeom>
              <a:avLst/>
              <a:gdLst/>
              <a:ahLst/>
              <a:cxnLst/>
              <a:rect l="l" t="t" r="r" b="b"/>
              <a:pathLst>
                <a:path w="15614" h="1656" extrusionOk="0">
                  <a:moveTo>
                    <a:pt x="0" y="0"/>
                  </a:moveTo>
                  <a:lnTo>
                    <a:pt x="0" y="789"/>
                  </a:lnTo>
                  <a:cubicBezTo>
                    <a:pt x="151" y="789"/>
                    <a:pt x="307" y="784"/>
                    <a:pt x="461" y="784"/>
                  </a:cubicBezTo>
                  <a:cubicBezTo>
                    <a:pt x="538" y="784"/>
                    <a:pt x="614" y="785"/>
                    <a:pt x="690" y="789"/>
                  </a:cubicBezTo>
                  <a:cubicBezTo>
                    <a:pt x="1754" y="838"/>
                    <a:pt x="2828" y="897"/>
                    <a:pt x="3891" y="956"/>
                  </a:cubicBezTo>
                  <a:cubicBezTo>
                    <a:pt x="4364" y="976"/>
                    <a:pt x="4837" y="1005"/>
                    <a:pt x="5300" y="1035"/>
                  </a:cubicBezTo>
                  <a:cubicBezTo>
                    <a:pt x="6246" y="1094"/>
                    <a:pt x="7182" y="1163"/>
                    <a:pt x="8127" y="1222"/>
                  </a:cubicBezTo>
                  <a:cubicBezTo>
                    <a:pt x="8551" y="1252"/>
                    <a:pt x="8974" y="1281"/>
                    <a:pt x="9398" y="1311"/>
                  </a:cubicBezTo>
                  <a:cubicBezTo>
                    <a:pt x="10511" y="1389"/>
                    <a:pt x="11624" y="1458"/>
                    <a:pt x="12728" y="1537"/>
                  </a:cubicBezTo>
                  <a:cubicBezTo>
                    <a:pt x="13003" y="1557"/>
                    <a:pt x="13279" y="1586"/>
                    <a:pt x="13555" y="1606"/>
                  </a:cubicBezTo>
                  <a:cubicBezTo>
                    <a:pt x="14087" y="1626"/>
                    <a:pt x="14609" y="1655"/>
                    <a:pt x="15141" y="1655"/>
                  </a:cubicBezTo>
                  <a:cubicBezTo>
                    <a:pt x="15446" y="1655"/>
                    <a:pt x="15614" y="1340"/>
                    <a:pt x="15436" y="1114"/>
                  </a:cubicBezTo>
                  <a:cubicBezTo>
                    <a:pt x="15358" y="1015"/>
                    <a:pt x="15200" y="926"/>
                    <a:pt x="15072" y="917"/>
                  </a:cubicBezTo>
                  <a:cubicBezTo>
                    <a:pt x="14166" y="848"/>
                    <a:pt x="13250" y="798"/>
                    <a:pt x="12333" y="749"/>
                  </a:cubicBezTo>
                  <a:cubicBezTo>
                    <a:pt x="11999" y="729"/>
                    <a:pt x="11664" y="729"/>
                    <a:pt x="11329" y="710"/>
                  </a:cubicBezTo>
                  <a:cubicBezTo>
                    <a:pt x="10728" y="660"/>
                    <a:pt x="10137" y="601"/>
                    <a:pt x="9536" y="552"/>
                  </a:cubicBezTo>
                  <a:cubicBezTo>
                    <a:pt x="8886" y="503"/>
                    <a:pt x="8236" y="473"/>
                    <a:pt x="7595" y="434"/>
                  </a:cubicBezTo>
                  <a:cubicBezTo>
                    <a:pt x="6591" y="365"/>
                    <a:pt x="5586" y="296"/>
                    <a:pt x="4571" y="237"/>
                  </a:cubicBezTo>
                  <a:cubicBezTo>
                    <a:pt x="4059" y="207"/>
                    <a:pt x="3537" y="178"/>
                    <a:pt x="3025" y="158"/>
                  </a:cubicBezTo>
                  <a:cubicBezTo>
                    <a:pt x="2020" y="99"/>
                    <a:pt x="1005" y="5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9"/>
            <p:cNvSpPr/>
            <p:nvPr/>
          </p:nvSpPr>
          <p:spPr>
            <a:xfrm>
              <a:off x="159634" y="1612913"/>
              <a:ext cx="549733" cy="253816"/>
            </a:xfrm>
            <a:custGeom>
              <a:avLst/>
              <a:gdLst/>
              <a:ahLst/>
              <a:cxnLst/>
              <a:rect l="l" t="t" r="r" b="b"/>
              <a:pathLst>
                <a:path w="13989" h="6458" extrusionOk="0">
                  <a:moveTo>
                    <a:pt x="13552" y="1"/>
                  </a:moveTo>
                  <a:cubicBezTo>
                    <a:pt x="13462" y="1"/>
                    <a:pt x="13359" y="25"/>
                    <a:pt x="13250" y="74"/>
                  </a:cubicBezTo>
                  <a:cubicBezTo>
                    <a:pt x="12422" y="439"/>
                    <a:pt x="11614" y="823"/>
                    <a:pt x="10787" y="1188"/>
                  </a:cubicBezTo>
                  <a:cubicBezTo>
                    <a:pt x="9053" y="1946"/>
                    <a:pt x="7319" y="2724"/>
                    <a:pt x="5576" y="3443"/>
                  </a:cubicBezTo>
                  <a:cubicBezTo>
                    <a:pt x="3724" y="4212"/>
                    <a:pt x="1862" y="4931"/>
                    <a:pt x="0" y="5670"/>
                  </a:cubicBezTo>
                  <a:lnTo>
                    <a:pt x="0" y="6458"/>
                  </a:lnTo>
                  <a:cubicBezTo>
                    <a:pt x="345" y="6340"/>
                    <a:pt x="680" y="6231"/>
                    <a:pt x="1015" y="6103"/>
                  </a:cubicBezTo>
                  <a:cubicBezTo>
                    <a:pt x="2591" y="5473"/>
                    <a:pt x="4177" y="4852"/>
                    <a:pt x="5743" y="4212"/>
                  </a:cubicBezTo>
                  <a:cubicBezTo>
                    <a:pt x="6847" y="3759"/>
                    <a:pt x="7940" y="3306"/>
                    <a:pt x="9024" y="2823"/>
                  </a:cubicBezTo>
                  <a:cubicBezTo>
                    <a:pt x="10541" y="2153"/>
                    <a:pt x="12038" y="1463"/>
                    <a:pt x="13545" y="784"/>
                  </a:cubicBezTo>
                  <a:cubicBezTo>
                    <a:pt x="13870" y="646"/>
                    <a:pt x="13988" y="439"/>
                    <a:pt x="13890" y="222"/>
                  </a:cubicBezTo>
                  <a:cubicBezTo>
                    <a:pt x="13833" y="77"/>
                    <a:pt x="13712" y="1"/>
                    <a:pt x="135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9"/>
            <p:cNvSpPr/>
            <p:nvPr/>
          </p:nvSpPr>
          <p:spPr>
            <a:xfrm>
              <a:off x="159634" y="539595"/>
              <a:ext cx="104571" cy="192071"/>
            </a:xfrm>
            <a:custGeom>
              <a:avLst/>
              <a:gdLst/>
              <a:ahLst/>
              <a:cxnLst/>
              <a:rect l="l" t="t" r="r" b="b"/>
              <a:pathLst>
                <a:path w="2661" h="4887" extrusionOk="0">
                  <a:moveTo>
                    <a:pt x="0" y="1"/>
                  </a:moveTo>
                  <a:lnTo>
                    <a:pt x="0" y="4886"/>
                  </a:lnTo>
                  <a:cubicBezTo>
                    <a:pt x="848" y="4749"/>
                    <a:pt x="1547" y="4374"/>
                    <a:pt x="2049" y="3665"/>
                  </a:cubicBezTo>
                  <a:cubicBezTo>
                    <a:pt x="2660" y="2808"/>
                    <a:pt x="2601" y="1458"/>
                    <a:pt x="1744" y="759"/>
                  </a:cubicBezTo>
                  <a:cubicBezTo>
                    <a:pt x="1232" y="345"/>
                    <a:pt x="641" y="119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9"/>
            <p:cNvSpPr/>
            <p:nvPr/>
          </p:nvSpPr>
          <p:spPr>
            <a:xfrm>
              <a:off x="198737" y="2207795"/>
              <a:ext cx="178882" cy="182521"/>
            </a:xfrm>
            <a:custGeom>
              <a:avLst/>
              <a:gdLst/>
              <a:ahLst/>
              <a:cxnLst/>
              <a:rect l="l" t="t" r="r" b="b"/>
              <a:pathLst>
                <a:path w="4552" h="4644" extrusionOk="0">
                  <a:moveTo>
                    <a:pt x="2624" y="0"/>
                  </a:moveTo>
                  <a:cubicBezTo>
                    <a:pt x="2435" y="0"/>
                    <a:pt x="2239" y="21"/>
                    <a:pt x="2039" y="58"/>
                  </a:cubicBezTo>
                  <a:cubicBezTo>
                    <a:pt x="1409" y="177"/>
                    <a:pt x="956" y="590"/>
                    <a:pt x="631" y="1142"/>
                  </a:cubicBezTo>
                  <a:cubicBezTo>
                    <a:pt x="168" y="1930"/>
                    <a:pt x="0" y="2728"/>
                    <a:pt x="453" y="3585"/>
                  </a:cubicBezTo>
                  <a:cubicBezTo>
                    <a:pt x="774" y="4182"/>
                    <a:pt x="1440" y="4643"/>
                    <a:pt x="2164" y="4643"/>
                  </a:cubicBezTo>
                  <a:cubicBezTo>
                    <a:pt x="2396" y="4643"/>
                    <a:pt x="2633" y="4596"/>
                    <a:pt x="2867" y="4491"/>
                  </a:cubicBezTo>
                  <a:cubicBezTo>
                    <a:pt x="3576" y="4176"/>
                    <a:pt x="4551" y="3132"/>
                    <a:pt x="4532" y="1979"/>
                  </a:cubicBezTo>
                  <a:cubicBezTo>
                    <a:pt x="4522" y="1871"/>
                    <a:pt x="4512" y="1753"/>
                    <a:pt x="4502" y="1644"/>
                  </a:cubicBezTo>
                  <a:cubicBezTo>
                    <a:pt x="4482" y="1536"/>
                    <a:pt x="4473" y="1428"/>
                    <a:pt x="4433" y="1319"/>
                  </a:cubicBezTo>
                  <a:cubicBezTo>
                    <a:pt x="4091" y="364"/>
                    <a:pt x="3420" y="0"/>
                    <a:pt x="26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9"/>
            <p:cNvSpPr/>
            <p:nvPr/>
          </p:nvSpPr>
          <p:spPr>
            <a:xfrm>
              <a:off x="374092" y="1332430"/>
              <a:ext cx="165325" cy="160158"/>
            </a:xfrm>
            <a:custGeom>
              <a:avLst/>
              <a:gdLst/>
              <a:ahLst/>
              <a:cxnLst/>
              <a:rect l="l" t="t" r="r" b="b"/>
              <a:pathLst>
                <a:path w="4207" h="4075" extrusionOk="0">
                  <a:moveTo>
                    <a:pt x="2244" y="0"/>
                  </a:moveTo>
                  <a:cubicBezTo>
                    <a:pt x="1521" y="0"/>
                    <a:pt x="738" y="357"/>
                    <a:pt x="345" y="1045"/>
                  </a:cubicBezTo>
                  <a:cubicBezTo>
                    <a:pt x="139" y="1409"/>
                    <a:pt x="1" y="1803"/>
                    <a:pt x="30" y="2217"/>
                  </a:cubicBezTo>
                  <a:cubicBezTo>
                    <a:pt x="60" y="2621"/>
                    <a:pt x="178" y="3015"/>
                    <a:pt x="414" y="3350"/>
                  </a:cubicBezTo>
                  <a:cubicBezTo>
                    <a:pt x="792" y="3850"/>
                    <a:pt x="1364" y="4074"/>
                    <a:pt x="1921" y="4074"/>
                  </a:cubicBezTo>
                  <a:cubicBezTo>
                    <a:pt x="2353" y="4074"/>
                    <a:pt x="2776" y="3940"/>
                    <a:pt x="3094" y="3695"/>
                  </a:cubicBezTo>
                  <a:cubicBezTo>
                    <a:pt x="3517" y="3370"/>
                    <a:pt x="3833" y="2976"/>
                    <a:pt x="4020" y="2483"/>
                  </a:cubicBezTo>
                  <a:cubicBezTo>
                    <a:pt x="4030" y="2385"/>
                    <a:pt x="4030" y="2296"/>
                    <a:pt x="4049" y="2207"/>
                  </a:cubicBezTo>
                  <a:cubicBezTo>
                    <a:pt x="4207" y="1459"/>
                    <a:pt x="3813" y="690"/>
                    <a:pt x="3281" y="306"/>
                  </a:cubicBezTo>
                  <a:cubicBezTo>
                    <a:pt x="2997" y="101"/>
                    <a:pt x="2629" y="0"/>
                    <a:pt x="22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9"/>
            <p:cNvSpPr/>
            <p:nvPr/>
          </p:nvSpPr>
          <p:spPr>
            <a:xfrm>
              <a:off x="533610" y="846213"/>
              <a:ext cx="69321" cy="69369"/>
            </a:xfrm>
            <a:custGeom>
              <a:avLst/>
              <a:gdLst/>
              <a:ahLst/>
              <a:cxnLst/>
              <a:rect l="l" t="t" r="r" b="b"/>
              <a:pathLst>
                <a:path w="1764" h="1765" extrusionOk="0">
                  <a:moveTo>
                    <a:pt x="916" y="0"/>
                  </a:moveTo>
                  <a:cubicBezTo>
                    <a:pt x="384" y="0"/>
                    <a:pt x="0" y="355"/>
                    <a:pt x="10" y="867"/>
                  </a:cubicBezTo>
                  <a:cubicBezTo>
                    <a:pt x="20" y="1399"/>
                    <a:pt x="424" y="1754"/>
                    <a:pt x="916" y="1764"/>
                  </a:cubicBezTo>
                  <a:cubicBezTo>
                    <a:pt x="927" y="1764"/>
                    <a:pt x="938" y="1764"/>
                    <a:pt x="948" y="1764"/>
                  </a:cubicBezTo>
                  <a:cubicBezTo>
                    <a:pt x="1396" y="1764"/>
                    <a:pt x="1754" y="1359"/>
                    <a:pt x="1754" y="897"/>
                  </a:cubicBezTo>
                  <a:cubicBezTo>
                    <a:pt x="1763" y="316"/>
                    <a:pt x="1468" y="0"/>
                    <a:pt x="9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9"/>
            <p:cNvSpPr/>
            <p:nvPr/>
          </p:nvSpPr>
          <p:spPr>
            <a:xfrm>
              <a:off x="160027" y="887045"/>
              <a:ext cx="567142" cy="436965"/>
            </a:xfrm>
            <a:custGeom>
              <a:avLst/>
              <a:gdLst/>
              <a:ahLst/>
              <a:cxnLst/>
              <a:rect l="l" t="t" r="r" b="b"/>
              <a:pathLst>
                <a:path w="14432" h="11118" extrusionOk="0">
                  <a:moveTo>
                    <a:pt x="2671" y="0"/>
                  </a:moveTo>
                  <a:cubicBezTo>
                    <a:pt x="2462" y="0"/>
                    <a:pt x="2251" y="17"/>
                    <a:pt x="2039" y="45"/>
                  </a:cubicBezTo>
                  <a:cubicBezTo>
                    <a:pt x="1360" y="143"/>
                    <a:pt x="680" y="321"/>
                    <a:pt x="0" y="459"/>
                  </a:cubicBezTo>
                  <a:lnTo>
                    <a:pt x="0" y="734"/>
                  </a:lnTo>
                  <a:cubicBezTo>
                    <a:pt x="769" y="508"/>
                    <a:pt x="1557" y="331"/>
                    <a:pt x="2355" y="281"/>
                  </a:cubicBezTo>
                  <a:cubicBezTo>
                    <a:pt x="2453" y="275"/>
                    <a:pt x="2550" y="271"/>
                    <a:pt x="2646" y="271"/>
                  </a:cubicBezTo>
                  <a:cubicBezTo>
                    <a:pt x="3276" y="271"/>
                    <a:pt x="3867" y="425"/>
                    <a:pt x="4354" y="912"/>
                  </a:cubicBezTo>
                  <a:cubicBezTo>
                    <a:pt x="4748" y="1306"/>
                    <a:pt x="4906" y="1818"/>
                    <a:pt x="5004" y="2360"/>
                  </a:cubicBezTo>
                  <a:cubicBezTo>
                    <a:pt x="5113" y="2921"/>
                    <a:pt x="5142" y="3502"/>
                    <a:pt x="5300" y="4054"/>
                  </a:cubicBezTo>
                  <a:cubicBezTo>
                    <a:pt x="5649" y="5289"/>
                    <a:pt x="6250" y="5821"/>
                    <a:pt x="7381" y="5821"/>
                  </a:cubicBezTo>
                  <a:cubicBezTo>
                    <a:pt x="7432" y="5821"/>
                    <a:pt x="7483" y="5819"/>
                    <a:pt x="7536" y="5817"/>
                  </a:cubicBezTo>
                  <a:cubicBezTo>
                    <a:pt x="8038" y="5808"/>
                    <a:pt x="8531" y="5768"/>
                    <a:pt x="9033" y="5739"/>
                  </a:cubicBezTo>
                  <a:cubicBezTo>
                    <a:pt x="9264" y="5721"/>
                    <a:pt x="9494" y="5706"/>
                    <a:pt x="9724" y="5706"/>
                  </a:cubicBezTo>
                  <a:cubicBezTo>
                    <a:pt x="10014" y="5706"/>
                    <a:pt x="10304" y="5730"/>
                    <a:pt x="10590" y="5808"/>
                  </a:cubicBezTo>
                  <a:cubicBezTo>
                    <a:pt x="11161" y="5975"/>
                    <a:pt x="11338" y="6300"/>
                    <a:pt x="11171" y="6871"/>
                  </a:cubicBezTo>
                  <a:cubicBezTo>
                    <a:pt x="11082" y="7137"/>
                    <a:pt x="10984" y="7403"/>
                    <a:pt x="10935" y="7679"/>
                  </a:cubicBezTo>
                  <a:cubicBezTo>
                    <a:pt x="10806" y="8270"/>
                    <a:pt x="11122" y="8753"/>
                    <a:pt x="11723" y="8871"/>
                  </a:cubicBezTo>
                  <a:cubicBezTo>
                    <a:pt x="11851" y="8901"/>
                    <a:pt x="11990" y="8914"/>
                    <a:pt x="12123" y="8914"/>
                  </a:cubicBezTo>
                  <a:cubicBezTo>
                    <a:pt x="12165" y="8914"/>
                    <a:pt x="12205" y="8913"/>
                    <a:pt x="12245" y="8910"/>
                  </a:cubicBezTo>
                  <a:cubicBezTo>
                    <a:pt x="12649" y="8871"/>
                    <a:pt x="13052" y="8812"/>
                    <a:pt x="13456" y="8753"/>
                  </a:cubicBezTo>
                  <a:cubicBezTo>
                    <a:pt x="13527" y="8744"/>
                    <a:pt x="13585" y="8738"/>
                    <a:pt x="13633" y="8738"/>
                  </a:cubicBezTo>
                  <a:cubicBezTo>
                    <a:pt x="13794" y="8738"/>
                    <a:pt x="13847" y="8804"/>
                    <a:pt x="13900" y="9039"/>
                  </a:cubicBezTo>
                  <a:cubicBezTo>
                    <a:pt x="13988" y="9383"/>
                    <a:pt x="14047" y="9748"/>
                    <a:pt x="14126" y="10093"/>
                  </a:cubicBezTo>
                  <a:cubicBezTo>
                    <a:pt x="14166" y="10250"/>
                    <a:pt x="14106" y="10339"/>
                    <a:pt x="13969" y="10378"/>
                  </a:cubicBezTo>
                  <a:cubicBezTo>
                    <a:pt x="13673" y="10467"/>
                    <a:pt x="13387" y="10565"/>
                    <a:pt x="13082" y="10644"/>
                  </a:cubicBezTo>
                  <a:cubicBezTo>
                    <a:pt x="12623" y="10760"/>
                    <a:pt x="12168" y="10842"/>
                    <a:pt x="11710" y="10842"/>
                  </a:cubicBezTo>
                  <a:cubicBezTo>
                    <a:pt x="11313" y="10842"/>
                    <a:pt x="10914" y="10780"/>
                    <a:pt x="10511" y="10625"/>
                  </a:cubicBezTo>
                  <a:cubicBezTo>
                    <a:pt x="9733" y="10329"/>
                    <a:pt x="8974" y="9708"/>
                    <a:pt x="9250" y="8556"/>
                  </a:cubicBezTo>
                  <a:cubicBezTo>
                    <a:pt x="9289" y="8418"/>
                    <a:pt x="9299" y="8260"/>
                    <a:pt x="9309" y="8113"/>
                  </a:cubicBezTo>
                  <a:cubicBezTo>
                    <a:pt x="9319" y="7797"/>
                    <a:pt x="9171" y="7610"/>
                    <a:pt x="8846" y="7590"/>
                  </a:cubicBezTo>
                  <a:cubicBezTo>
                    <a:pt x="8786" y="7583"/>
                    <a:pt x="8727" y="7580"/>
                    <a:pt x="8667" y="7580"/>
                  </a:cubicBezTo>
                  <a:cubicBezTo>
                    <a:pt x="8500" y="7580"/>
                    <a:pt x="8333" y="7603"/>
                    <a:pt x="8166" y="7610"/>
                  </a:cubicBezTo>
                  <a:cubicBezTo>
                    <a:pt x="7824" y="7617"/>
                    <a:pt x="7476" y="7666"/>
                    <a:pt x="7139" y="7666"/>
                  </a:cubicBezTo>
                  <a:cubicBezTo>
                    <a:pt x="7010" y="7666"/>
                    <a:pt x="6883" y="7659"/>
                    <a:pt x="6758" y="7640"/>
                  </a:cubicBezTo>
                  <a:cubicBezTo>
                    <a:pt x="5290" y="7413"/>
                    <a:pt x="4344" y="6556"/>
                    <a:pt x="4019" y="5108"/>
                  </a:cubicBezTo>
                  <a:cubicBezTo>
                    <a:pt x="3891" y="4517"/>
                    <a:pt x="3812" y="3916"/>
                    <a:pt x="3704" y="3325"/>
                  </a:cubicBezTo>
                  <a:cubicBezTo>
                    <a:pt x="3596" y="2734"/>
                    <a:pt x="3271" y="2370"/>
                    <a:pt x="2758" y="2311"/>
                  </a:cubicBezTo>
                  <a:cubicBezTo>
                    <a:pt x="2622" y="2297"/>
                    <a:pt x="2483" y="2288"/>
                    <a:pt x="2344" y="2288"/>
                  </a:cubicBezTo>
                  <a:cubicBezTo>
                    <a:pt x="2174" y="2288"/>
                    <a:pt x="2005" y="2302"/>
                    <a:pt x="1842" y="2340"/>
                  </a:cubicBezTo>
                  <a:cubicBezTo>
                    <a:pt x="1222" y="2468"/>
                    <a:pt x="611" y="2655"/>
                    <a:pt x="0" y="2823"/>
                  </a:cubicBezTo>
                  <a:lnTo>
                    <a:pt x="0" y="3099"/>
                  </a:lnTo>
                  <a:cubicBezTo>
                    <a:pt x="375" y="2990"/>
                    <a:pt x="739" y="2872"/>
                    <a:pt x="1113" y="2774"/>
                  </a:cubicBezTo>
                  <a:cubicBezTo>
                    <a:pt x="1533" y="2651"/>
                    <a:pt x="1945" y="2552"/>
                    <a:pt x="2377" y="2552"/>
                  </a:cubicBezTo>
                  <a:cubicBezTo>
                    <a:pt x="2432" y="2552"/>
                    <a:pt x="2487" y="2553"/>
                    <a:pt x="2542" y="2557"/>
                  </a:cubicBezTo>
                  <a:cubicBezTo>
                    <a:pt x="2985" y="2576"/>
                    <a:pt x="3281" y="2783"/>
                    <a:pt x="3399" y="3207"/>
                  </a:cubicBezTo>
                  <a:cubicBezTo>
                    <a:pt x="3428" y="3296"/>
                    <a:pt x="3448" y="3394"/>
                    <a:pt x="3468" y="3493"/>
                  </a:cubicBezTo>
                  <a:cubicBezTo>
                    <a:pt x="3556" y="4044"/>
                    <a:pt x="3635" y="4596"/>
                    <a:pt x="3753" y="5138"/>
                  </a:cubicBezTo>
                  <a:cubicBezTo>
                    <a:pt x="4049" y="6517"/>
                    <a:pt x="4876" y="7413"/>
                    <a:pt x="6236" y="7817"/>
                  </a:cubicBezTo>
                  <a:cubicBezTo>
                    <a:pt x="6551" y="7912"/>
                    <a:pt x="6869" y="7942"/>
                    <a:pt x="7189" y="7942"/>
                  </a:cubicBezTo>
                  <a:cubicBezTo>
                    <a:pt x="7468" y="7942"/>
                    <a:pt x="7748" y="7919"/>
                    <a:pt x="8029" y="7896"/>
                  </a:cubicBezTo>
                  <a:cubicBezTo>
                    <a:pt x="8275" y="7866"/>
                    <a:pt x="8511" y="7837"/>
                    <a:pt x="8758" y="7837"/>
                  </a:cubicBezTo>
                  <a:cubicBezTo>
                    <a:pt x="8984" y="7837"/>
                    <a:pt x="9073" y="7965"/>
                    <a:pt x="9043" y="8201"/>
                  </a:cubicBezTo>
                  <a:cubicBezTo>
                    <a:pt x="9014" y="8379"/>
                    <a:pt x="8974" y="8566"/>
                    <a:pt x="8955" y="8743"/>
                  </a:cubicBezTo>
                  <a:cubicBezTo>
                    <a:pt x="8905" y="9245"/>
                    <a:pt x="8955" y="9718"/>
                    <a:pt x="9299" y="10112"/>
                  </a:cubicBezTo>
                  <a:cubicBezTo>
                    <a:pt x="9546" y="10398"/>
                    <a:pt x="9831" y="10634"/>
                    <a:pt x="10186" y="10782"/>
                  </a:cubicBezTo>
                  <a:cubicBezTo>
                    <a:pt x="10672" y="10993"/>
                    <a:pt x="11174" y="11117"/>
                    <a:pt x="11689" y="11117"/>
                  </a:cubicBezTo>
                  <a:cubicBezTo>
                    <a:pt x="11873" y="11117"/>
                    <a:pt x="12058" y="11102"/>
                    <a:pt x="12245" y="11068"/>
                  </a:cubicBezTo>
                  <a:cubicBezTo>
                    <a:pt x="12836" y="10950"/>
                    <a:pt x="13427" y="10802"/>
                    <a:pt x="14018" y="10644"/>
                  </a:cubicBezTo>
                  <a:cubicBezTo>
                    <a:pt x="14363" y="10556"/>
                    <a:pt x="14432" y="10418"/>
                    <a:pt x="14382" y="10063"/>
                  </a:cubicBezTo>
                  <a:cubicBezTo>
                    <a:pt x="14343" y="9738"/>
                    <a:pt x="14274" y="9423"/>
                    <a:pt x="14195" y="9117"/>
                  </a:cubicBezTo>
                  <a:cubicBezTo>
                    <a:pt x="14084" y="8628"/>
                    <a:pt x="13984" y="8473"/>
                    <a:pt x="13659" y="8473"/>
                  </a:cubicBezTo>
                  <a:cubicBezTo>
                    <a:pt x="13552" y="8473"/>
                    <a:pt x="13422" y="8490"/>
                    <a:pt x="13259" y="8516"/>
                  </a:cubicBezTo>
                  <a:cubicBezTo>
                    <a:pt x="12855" y="8576"/>
                    <a:pt x="12442" y="8635"/>
                    <a:pt x="12028" y="8645"/>
                  </a:cubicBezTo>
                  <a:cubicBezTo>
                    <a:pt x="12021" y="8645"/>
                    <a:pt x="12014" y="8645"/>
                    <a:pt x="12007" y="8645"/>
                  </a:cubicBezTo>
                  <a:cubicBezTo>
                    <a:pt x="11390" y="8645"/>
                    <a:pt x="11045" y="8224"/>
                    <a:pt x="11220" y="7610"/>
                  </a:cubicBezTo>
                  <a:cubicBezTo>
                    <a:pt x="11289" y="7364"/>
                    <a:pt x="11378" y="7128"/>
                    <a:pt x="11447" y="6881"/>
                  </a:cubicBezTo>
                  <a:cubicBezTo>
                    <a:pt x="11624" y="6221"/>
                    <a:pt x="11388" y="5778"/>
                    <a:pt x="10728" y="5571"/>
                  </a:cubicBezTo>
                  <a:cubicBezTo>
                    <a:pt x="10418" y="5473"/>
                    <a:pt x="10103" y="5445"/>
                    <a:pt x="9786" y="5445"/>
                  </a:cubicBezTo>
                  <a:cubicBezTo>
                    <a:pt x="9497" y="5445"/>
                    <a:pt x="9206" y="5468"/>
                    <a:pt x="8915" y="5482"/>
                  </a:cubicBezTo>
                  <a:cubicBezTo>
                    <a:pt x="8370" y="5500"/>
                    <a:pt x="7818" y="5533"/>
                    <a:pt x="7272" y="5533"/>
                  </a:cubicBezTo>
                  <a:cubicBezTo>
                    <a:pt x="7205" y="5533"/>
                    <a:pt x="7139" y="5533"/>
                    <a:pt x="7073" y="5532"/>
                  </a:cubicBezTo>
                  <a:cubicBezTo>
                    <a:pt x="6561" y="5512"/>
                    <a:pt x="6167" y="5246"/>
                    <a:pt x="5901" y="4803"/>
                  </a:cubicBezTo>
                  <a:cubicBezTo>
                    <a:pt x="5694" y="4458"/>
                    <a:pt x="5546" y="4093"/>
                    <a:pt x="5477" y="3690"/>
                  </a:cubicBezTo>
                  <a:cubicBezTo>
                    <a:pt x="5398" y="3187"/>
                    <a:pt x="5339" y="2675"/>
                    <a:pt x="5241" y="2173"/>
                  </a:cubicBezTo>
                  <a:cubicBezTo>
                    <a:pt x="5093" y="1394"/>
                    <a:pt x="4758" y="725"/>
                    <a:pt x="4019" y="321"/>
                  </a:cubicBezTo>
                  <a:cubicBezTo>
                    <a:pt x="3585" y="83"/>
                    <a:pt x="3133" y="0"/>
                    <a:pt x="2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9"/>
            <p:cNvSpPr/>
            <p:nvPr/>
          </p:nvSpPr>
          <p:spPr>
            <a:xfrm>
              <a:off x="160027" y="1428086"/>
              <a:ext cx="574490" cy="444865"/>
            </a:xfrm>
            <a:custGeom>
              <a:avLst/>
              <a:gdLst/>
              <a:ahLst/>
              <a:cxnLst/>
              <a:rect l="l" t="t" r="r" b="b"/>
              <a:pathLst>
                <a:path w="14619" h="11319" extrusionOk="0">
                  <a:moveTo>
                    <a:pt x="12109" y="1"/>
                  </a:moveTo>
                  <a:cubicBezTo>
                    <a:pt x="11832" y="1"/>
                    <a:pt x="11619" y="128"/>
                    <a:pt x="11466" y="394"/>
                  </a:cubicBezTo>
                  <a:cubicBezTo>
                    <a:pt x="11368" y="561"/>
                    <a:pt x="11279" y="739"/>
                    <a:pt x="11201" y="916"/>
                  </a:cubicBezTo>
                  <a:cubicBezTo>
                    <a:pt x="10954" y="1468"/>
                    <a:pt x="10728" y="2029"/>
                    <a:pt x="10452" y="2571"/>
                  </a:cubicBezTo>
                  <a:cubicBezTo>
                    <a:pt x="10212" y="3056"/>
                    <a:pt x="9960" y="3278"/>
                    <a:pt x="9600" y="3278"/>
                  </a:cubicBezTo>
                  <a:cubicBezTo>
                    <a:pt x="9412" y="3278"/>
                    <a:pt x="9195" y="3218"/>
                    <a:pt x="8935" y="3103"/>
                  </a:cubicBezTo>
                  <a:cubicBezTo>
                    <a:pt x="8492" y="2906"/>
                    <a:pt x="8048" y="2699"/>
                    <a:pt x="7585" y="2551"/>
                  </a:cubicBezTo>
                  <a:cubicBezTo>
                    <a:pt x="7372" y="2480"/>
                    <a:pt x="7165" y="2445"/>
                    <a:pt x="6969" y="2445"/>
                  </a:cubicBezTo>
                  <a:cubicBezTo>
                    <a:pt x="6459" y="2445"/>
                    <a:pt x="6013" y="2683"/>
                    <a:pt x="5664" y="3152"/>
                  </a:cubicBezTo>
                  <a:cubicBezTo>
                    <a:pt x="5428" y="3457"/>
                    <a:pt x="5251" y="3832"/>
                    <a:pt x="5093" y="4186"/>
                  </a:cubicBezTo>
                  <a:cubicBezTo>
                    <a:pt x="4876" y="4659"/>
                    <a:pt x="4719" y="5152"/>
                    <a:pt x="4502" y="5625"/>
                  </a:cubicBezTo>
                  <a:cubicBezTo>
                    <a:pt x="4396" y="5865"/>
                    <a:pt x="4275" y="5963"/>
                    <a:pt x="4087" y="5963"/>
                  </a:cubicBezTo>
                  <a:cubicBezTo>
                    <a:pt x="4014" y="5963"/>
                    <a:pt x="3930" y="5948"/>
                    <a:pt x="3832" y="5920"/>
                  </a:cubicBezTo>
                  <a:cubicBezTo>
                    <a:pt x="3507" y="5832"/>
                    <a:pt x="3182" y="5713"/>
                    <a:pt x="2857" y="5625"/>
                  </a:cubicBezTo>
                  <a:cubicBezTo>
                    <a:pt x="2583" y="5544"/>
                    <a:pt x="2315" y="5497"/>
                    <a:pt x="2053" y="5497"/>
                  </a:cubicBezTo>
                  <a:cubicBezTo>
                    <a:pt x="1672" y="5497"/>
                    <a:pt x="1305" y="5597"/>
                    <a:pt x="956" y="5841"/>
                  </a:cubicBezTo>
                  <a:cubicBezTo>
                    <a:pt x="621" y="6078"/>
                    <a:pt x="355" y="6373"/>
                    <a:pt x="138" y="6708"/>
                  </a:cubicBezTo>
                  <a:cubicBezTo>
                    <a:pt x="99" y="6767"/>
                    <a:pt x="49" y="6817"/>
                    <a:pt x="0" y="6866"/>
                  </a:cubicBezTo>
                  <a:lnTo>
                    <a:pt x="0" y="7417"/>
                  </a:lnTo>
                  <a:cubicBezTo>
                    <a:pt x="40" y="7368"/>
                    <a:pt x="89" y="7329"/>
                    <a:pt x="118" y="7280"/>
                  </a:cubicBezTo>
                  <a:cubicBezTo>
                    <a:pt x="365" y="6935"/>
                    <a:pt x="581" y="6570"/>
                    <a:pt x="867" y="6275"/>
                  </a:cubicBezTo>
                  <a:cubicBezTo>
                    <a:pt x="1188" y="5938"/>
                    <a:pt x="1581" y="5756"/>
                    <a:pt x="2022" y="5756"/>
                  </a:cubicBezTo>
                  <a:cubicBezTo>
                    <a:pt x="2149" y="5756"/>
                    <a:pt x="2279" y="5771"/>
                    <a:pt x="2414" y="5802"/>
                  </a:cubicBezTo>
                  <a:cubicBezTo>
                    <a:pt x="2837" y="5900"/>
                    <a:pt x="3251" y="6048"/>
                    <a:pt x="3665" y="6157"/>
                  </a:cubicBezTo>
                  <a:cubicBezTo>
                    <a:pt x="3830" y="6202"/>
                    <a:pt x="3971" y="6226"/>
                    <a:pt x="4093" y="6226"/>
                  </a:cubicBezTo>
                  <a:cubicBezTo>
                    <a:pt x="4423" y="6226"/>
                    <a:pt x="4621" y="6049"/>
                    <a:pt x="4807" y="5625"/>
                  </a:cubicBezTo>
                  <a:cubicBezTo>
                    <a:pt x="5014" y="5162"/>
                    <a:pt x="5182" y="4689"/>
                    <a:pt x="5359" y="4216"/>
                  </a:cubicBezTo>
                  <a:cubicBezTo>
                    <a:pt x="5526" y="3783"/>
                    <a:pt x="5753" y="3389"/>
                    <a:pt x="6098" y="3073"/>
                  </a:cubicBezTo>
                  <a:cubicBezTo>
                    <a:pt x="6341" y="2864"/>
                    <a:pt x="6606" y="2725"/>
                    <a:pt x="6910" y="2725"/>
                  </a:cubicBezTo>
                  <a:cubicBezTo>
                    <a:pt x="6963" y="2725"/>
                    <a:pt x="7017" y="2730"/>
                    <a:pt x="7073" y="2738"/>
                  </a:cubicBezTo>
                  <a:cubicBezTo>
                    <a:pt x="7359" y="2778"/>
                    <a:pt x="7654" y="2857"/>
                    <a:pt x="7920" y="2955"/>
                  </a:cubicBezTo>
                  <a:cubicBezTo>
                    <a:pt x="8354" y="3113"/>
                    <a:pt x="8767" y="3320"/>
                    <a:pt x="9191" y="3487"/>
                  </a:cubicBezTo>
                  <a:cubicBezTo>
                    <a:pt x="9329" y="3537"/>
                    <a:pt x="9463" y="3562"/>
                    <a:pt x="9591" y="3562"/>
                  </a:cubicBezTo>
                  <a:cubicBezTo>
                    <a:pt x="9866" y="3562"/>
                    <a:pt x="10116" y="3446"/>
                    <a:pt x="10324" y="3211"/>
                  </a:cubicBezTo>
                  <a:cubicBezTo>
                    <a:pt x="10521" y="2975"/>
                    <a:pt x="10688" y="2709"/>
                    <a:pt x="10826" y="2423"/>
                  </a:cubicBezTo>
                  <a:cubicBezTo>
                    <a:pt x="11112" y="1852"/>
                    <a:pt x="11348" y="1251"/>
                    <a:pt x="11624" y="670"/>
                  </a:cubicBezTo>
                  <a:cubicBezTo>
                    <a:pt x="11757" y="389"/>
                    <a:pt x="11886" y="268"/>
                    <a:pt x="12098" y="268"/>
                  </a:cubicBezTo>
                  <a:cubicBezTo>
                    <a:pt x="12184" y="268"/>
                    <a:pt x="12283" y="288"/>
                    <a:pt x="12402" y="325"/>
                  </a:cubicBezTo>
                  <a:cubicBezTo>
                    <a:pt x="12944" y="502"/>
                    <a:pt x="13476" y="699"/>
                    <a:pt x="14008" y="896"/>
                  </a:cubicBezTo>
                  <a:cubicBezTo>
                    <a:pt x="14333" y="1024"/>
                    <a:pt x="14353" y="1064"/>
                    <a:pt x="14294" y="1399"/>
                  </a:cubicBezTo>
                  <a:cubicBezTo>
                    <a:pt x="14106" y="2610"/>
                    <a:pt x="13653" y="3723"/>
                    <a:pt x="12964" y="4728"/>
                  </a:cubicBezTo>
                  <a:cubicBezTo>
                    <a:pt x="12826" y="4925"/>
                    <a:pt x="12649" y="5112"/>
                    <a:pt x="12452" y="5240"/>
                  </a:cubicBezTo>
                  <a:cubicBezTo>
                    <a:pt x="11845" y="5670"/>
                    <a:pt x="11195" y="5906"/>
                    <a:pt x="10506" y="5906"/>
                  </a:cubicBezTo>
                  <a:cubicBezTo>
                    <a:pt x="10200" y="5906"/>
                    <a:pt x="9887" y="5860"/>
                    <a:pt x="9565" y="5763"/>
                  </a:cubicBezTo>
                  <a:cubicBezTo>
                    <a:pt x="9142" y="5644"/>
                    <a:pt x="8728" y="5487"/>
                    <a:pt x="8314" y="5359"/>
                  </a:cubicBezTo>
                  <a:cubicBezTo>
                    <a:pt x="8255" y="5342"/>
                    <a:pt x="8199" y="5334"/>
                    <a:pt x="8145" y="5334"/>
                  </a:cubicBezTo>
                  <a:cubicBezTo>
                    <a:pt x="7973" y="5334"/>
                    <a:pt x="7828" y="5416"/>
                    <a:pt x="7723" y="5566"/>
                  </a:cubicBezTo>
                  <a:cubicBezTo>
                    <a:pt x="7605" y="5743"/>
                    <a:pt x="7487" y="5940"/>
                    <a:pt x="7418" y="6137"/>
                  </a:cubicBezTo>
                  <a:cubicBezTo>
                    <a:pt x="7221" y="6669"/>
                    <a:pt x="6984" y="7181"/>
                    <a:pt x="6640" y="7624"/>
                  </a:cubicBezTo>
                  <a:cubicBezTo>
                    <a:pt x="6259" y="8114"/>
                    <a:pt x="5746" y="8374"/>
                    <a:pt x="5196" y="8374"/>
                  </a:cubicBezTo>
                  <a:cubicBezTo>
                    <a:pt x="4949" y="8374"/>
                    <a:pt x="4696" y="8322"/>
                    <a:pt x="4443" y="8215"/>
                  </a:cubicBezTo>
                  <a:cubicBezTo>
                    <a:pt x="4177" y="8097"/>
                    <a:pt x="3931" y="7949"/>
                    <a:pt x="3675" y="7812"/>
                  </a:cubicBezTo>
                  <a:cubicBezTo>
                    <a:pt x="3471" y="7710"/>
                    <a:pt x="3265" y="7640"/>
                    <a:pt x="3063" y="7640"/>
                  </a:cubicBezTo>
                  <a:cubicBezTo>
                    <a:pt x="2892" y="7640"/>
                    <a:pt x="2724" y="7690"/>
                    <a:pt x="2561" y="7812"/>
                  </a:cubicBezTo>
                  <a:cubicBezTo>
                    <a:pt x="2384" y="7949"/>
                    <a:pt x="2246" y="8146"/>
                    <a:pt x="2138" y="8343"/>
                  </a:cubicBezTo>
                  <a:cubicBezTo>
                    <a:pt x="1901" y="8777"/>
                    <a:pt x="1704" y="9230"/>
                    <a:pt x="1468" y="9654"/>
                  </a:cubicBezTo>
                  <a:cubicBezTo>
                    <a:pt x="1291" y="9979"/>
                    <a:pt x="1074" y="10294"/>
                    <a:pt x="847" y="10580"/>
                  </a:cubicBezTo>
                  <a:cubicBezTo>
                    <a:pt x="641" y="10846"/>
                    <a:pt x="325" y="10944"/>
                    <a:pt x="0" y="11003"/>
                  </a:cubicBezTo>
                  <a:lnTo>
                    <a:pt x="0" y="11318"/>
                  </a:lnTo>
                  <a:cubicBezTo>
                    <a:pt x="148" y="11259"/>
                    <a:pt x="306" y="11230"/>
                    <a:pt x="444" y="11151"/>
                  </a:cubicBezTo>
                  <a:cubicBezTo>
                    <a:pt x="660" y="11033"/>
                    <a:pt x="897" y="10924"/>
                    <a:pt x="1054" y="10747"/>
                  </a:cubicBezTo>
                  <a:cubicBezTo>
                    <a:pt x="1301" y="10461"/>
                    <a:pt x="1507" y="10136"/>
                    <a:pt x="1695" y="9811"/>
                  </a:cubicBezTo>
                  <a:cubicBezTo>
                    <a:pt x="1961" y="9329"/>
                    <a:pt x="2177" y="8816"/>
                    <a:pt x="2453" y="8343"/>
                  </a:cubicBezTo>
                  <a:cubicBezTo>
                    <a:pt x="2614" y="8053"/>
                    <a:pt x="2825" y="7914"/>
                    <a:pt x="3075" y="7914"/>
                  </a:cubicBezTo>
                  <a:cubicBezTo>
                    <a:pt x="3223" y="7914"/>
                    <a:pt x="3384" y="7962"/>
                    <a:pt x="3556" y="8058"/>
                  </a:cubicBezTo>
                  <a:cubicBezTo>
                    <a:pt x="3704" y="8137"/>
                    <a:pt x="3852" y="8235"/>
                    <a:pt x="4000" y="8314"/>
                  </a:cubicBezTo>
                  <a:cubicBezTo>
                    <a:pt x="4374" y="8510"/>
                    <a:pt x="4772" y="8633"/>
                    <a:pt x="5202" y="8633"/>
                  </a:cubicBezTo>
                  <a:cubicBezTo>
                    <a:pt x="5247" y="8633"/>
                    <a:pt x="5293" y="8632"/>
                    <a:pt x="5339" y="8629"/>
                  </a:cubicBezTo>
                  <a:cubicBezTo>
                    <a:pt x="6088" y="8580"/>
                    <a:pt x="6600" y="8186"/>
                    <a:pt x="7004" y="7585"/>
                  </a:cubicBezTo>
                  <a:cubicBezTo>
                    <a:pt x="7309" y="7142"/>
                    <a:pt x="7506" y="6639"/>
                    <a:pt x="7704" y="6137"/>
                  </a:cubicBezTo>
                  <a:cubicBezTo>
                    <a:pt x="7850" y="5768"/>
                    <a:pt x="7951" y="5617"/>
                    <a:pt x="8158" y="5617"/>
                  </a:cubicBezTo>
                  <a:cubicBezTo>
                    <a:pt x="8271" y="5617"/>
                    <a:pt x="8417" y="5663"/>
                    <a:pt x="8620" y="5743"/>
                  </a:cubicBezTo>
                  <a:cubicBezTo>
                    <a:pt x="9209" y="5966"/>
                    <a:pt x="9799" y="6173"/>
                    <a:pt x="10432" y="6173"/>
                  </a:cubicBezTo>
                  <a:cubicBezTo>
                    <a:pt x="10497" y="6173"/>
                    <a:pt x="10563" y="6171"/>
                    <a:pt x="10629" y="6166"/>
                  </a:cubicBezTo>
                  <a:cubicBezTo>
                    <a:pt x="11693" y="6088"/>
                    <a:pt x="12629" y="5713"/>
                    <a:pt x="13249" y="4797"/>
                  </a:cubicBezTo>
                  <a:cubicBezTo>
                    <a:pt x="13959" y="3733"/>
                    <a:pt x="14412" y="2571"/>
                    <a:pt x="14579" y="1300"/>
                  </a:cubicBezTo>
                  <a:cubicBezTo>
                    <a:pt x="14619" y="995"/>
                    <a:pt x="14530" y="808"/>
                    <a:pt x="14225" y="699"/>
                  </a:cubicBezTo>
                  <a:cubicBezTo>
                    <a:pt x="13673" y="483"/>
                    <a:pt x="13112" y="286"/>
                    <a:pt x="12550" y="89"/>
                  </a:cubicBezTo>
                  <a:cubicBezTo>
                    <a:pt x="12471" y="59"/>
                    <a:pt x="12383" y="39"/>
                    <a:pt x="12304" y="20"/>
                  </a:cubicBezTo>
                  <a:cubicBezTo>
                    <a:pt x="12235" y="7"/>
                    <a:pt x="12170" y="1"/>
                    <a:pt x="121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9"/>
            <p:cNvSpPr/>
            <p:nvPr/>
          </p:nvSpPr>
          <p:spPr>
            <a:xfrm>
              <a:off x="160027" y="1223766"/>
              <a:ext cx="283374" cy="399864"/>
            </a:xfrm>
            <a:custGeom>
              <a:avLst/>
              <a:gdLst/>
              <a:ahLst/>
              <a:cxnLst/>
              <a:rect l="l" t="t" r="r" b="b"/>
              <a:pathLst>
                <a:path w="7211" h="10174" extrusionOk="0">
                  <a:moveTo>
                    <a:pt x="6004" y="0"/>
                  </a:moveTo>
                  <a:cubicBezTo>
                    <a:pt x="5984" y="0"/>
                    <a:pt x="5962" y="3"/>
                    <a:pt x="5940" y="8"/>
                  </a:cubicBezTo>
                  <a:cubicBezTo>
                    <a:pt x="5389" y="116"/>
                    <a:pt x="4837" y="224"/>
                    <a:pt x="4295" y="352"/>
                  </a:cubicBezTo>
                  <a:cubicBezTo>
                    <a:pt x="4098" y="392"/>
                    <a:pt x="4000" y="530"/>
                    <a:pt x="4009" y="746"/>
                  </a:cubicBezTo>
                  <a:cubicBezTo>
                    <a:pt x="4059" y="1328"/>
                    <a:pt x="4108" y="1909"/>
                    <a:pt x="4118" y="2490"/>
                  </a:cubicBezTo>
                  <a:cubicBezTo>
                    <a:pt x="4128" y="2904"/>
                    <a:pt x="4108" y="3327"/>
                    <a:pt x="4049" y="3741"/>
                  </a:cubicBezTo>
                  <a:cubicBezTo>
                    <a:pt x="3980" y="4214"/>
                    <a:pt x="3694" y="4519"/>
                    <a:pt x="3212" y="4628"/>
                  </a:cubicBezTo>
                  <a:cubicBezTo>
                    <a:pt x="3103" y="4647"/>
                    <a:pt x="2985" y="4697"/>
                    <a:pt x="2867" y="4697"/>
                  </a:cubicBezTo>
                  <a:cubicBezTo>
                    <a:pt x="2757" y="4699"/>
                    <a:pt x="2647" y="4701"/>
                    <a:pt x="2536" y="4701"/>
                  </a:cubicBezTo>
                  <a:cubicBezTo>
                    <a:pt x="2268" y="4701"/>
                    <a:pt x="1999" y="4694"/>
                    <a:pt x="1734" y="4687"/>
                  </a:cubicBezTo>
                  <a:cubicBezTo>
                    <a:pt x="1301" y="4687"/>
                    <a:pt x="916" y="4805"/>
                    <a:pt x="581" y="5081"/>
                  </a:cubicBezTo>
                  <a:cubicBezTo>
                    <a:pt x="384" y="5258"/>
                    <a:pt x="197" y="5455"/>
                    <a:pt x="0" y="5642"/>
                  </a:cubicBezTo>
                  <a:lnTo>
                    <a:pt x="0" y="6115"/>
                  </a:lnTo>
                  <a:cubicBezTo>
                    <a:pt x="59" y="6056"/>
                    <a:pt x="118" y="6007"/>
                    <a:pt x="158" y="5948"/>
                  </a:cubicBezTo>
                  <a:cubicBezTo>
                    <a:pt x="569" y="5282"/>
                    <a:pt x="1136" y="4936"/>
                    <a:pt x="1879" y="4936"/>
                  </a:cubicBezTo>
                  <a:cubicBezTo>
                    <a:pt x="1972" y="4936"/>
                    <a:pt x="2068" y="4942"/>
                    <a:pt x="2167" y="4953"/>
                  </a:cubicBezTo>
                  <a:cubicBezTo>
                    <a:pt x="2311" y="4973"/>
                    <a:pt x="2455" y="4984"/>
                    <a:pt x="2598" y="4984"/>
                  </a:cubicBezTo>
                  <a:cubicBezTo>
                    <a:pt x="2877" y="4984"/>
                    <a:pt x="3155" y="4942"/>
                    <a:pt x="3428" y="4844"/>
                  </a:cubicBezTo>
                  <a:cubicBezTo>
                    <a:pt x="3822" y="4706"/>
                    <a:pt x="4118" y="4460"/>
                    <a:pt x="4236" y="4056"/>
                  </a:cubicBezTo>
                  <a:cubicBezTo>
                    <a:pt x="4315" y="3800"/>
                    <a:pt x="4374" y="3524"/>
                    <a:pt x="4374" y="3268"/>
                  </a:cubicBezTo>
                  <a:cubicBezTo>
                    <a:pt x="4364" y="2451"/>
                    <a:pt x="4325" y="1643"/>
                    <a:pt x="4295" y="825"/>
                  </a:cubicBezTo>
                  <a:cubicBezTo>
                    <a:pt x="4285" y="677"/>
                    <a:pt x="4325" y="599"/>
                    <a:pt x="4472" y="569"/>
                  </a:cubicBezTo>
                  <a:cubicBezTo>
                    <a:pt x="4837" y="490"/>
                    <a:pt x="5201" y="392"/>
                    <a:pt x="5566" y="333"/>
                  </a:cubicBezTo>
                  <a:cubicBezTo>
                    <a:pt x="5707" y="310"/>
                    <a:pt x="5809" y="293"/>
                    <a:pt x="5888" y="293"/>
                  </a:cubicBezTo>
                  <a:cubicBezTo>
                    <a:pt x="6078" y="293"/>
                    <a:pt x="6130" y="389"/>
                    <a:pt x="6255" y="717"/>
                  </a:cubicBezTo>
                  <a:cubicBezTo>
                    <a:pt x="6689" y="1800"/>
                    <a:pt x="6965" y="2933"/>
                    <a:pt x="6925" y="4105"/>
                  </a:cubicBezTo>
                  <a:cubicBezTo>
                    <a:pt x="6906" y="4539"/>
                    <a:pt x="6807" y="4962"/>
                    <a:pt x="6551" y="5337"/>
                  </a:cubicBezTo>
                  <a:cubicBezTo>
                    <a:pt x="5822" y="6411"/>
                    <a:pt x="4778" y="6962"/>
                    <a:pt x="3507" y="7090"/>
                  </a:cubicBezTo>
                  <a:cubicBezTo>
                    <a:pt x="2404" y="7199"/>
                    <a:pt x="1527" y="7681"/>
                    <a:pt x="857" y="8558"/>
                  </a:cubicBezTo>
                  <a:cubicBezTo>
                    <a:pt x="572" y="8932"/>
                    <a:pt x="286" y="9316"/>
                    <a:pt x="0" y="9701"/>
                  </a:cubicBezTo>
                  <a:lnTo>
                    <a:pt x="0" y="10173"/>
                  </a:lnTo>
                  <a:cubicBezTo>
                    <a:pt x="30" y="10154"/>
                    <a:pt x="69" y="10154"/>
                    <a:pt x="79" y="10134"/>
                  </a:cubicBezTo>
                  <a:cubicBezTo>
                    <a:pt x="424" y="9651"/>
                    <a:pt x="739" y="9169"/>
                    <a:pt x="1094" y="8706"/>
                  </a:cubicBezTo>
                  <a:cubicBezTo>
                    <a:pt x="1685" y="7928"/>
                    <a:pt x="2453" y="7474"/>
                    <a:pt x="3428" y="7376"/>
                  </a:cubicBezTo>
                  <a:cubicBezTo>
                    <a:pt x="4679" y="7248"/>
                    <a:pt x="5753" y="6775"/>
                    <a:pt x="6571" y="5780"/>
                  </a:cubicBezTo>
                  <a:cubicBezTo>
                    <a:pt x="7063" y="5169"/>
                    <a:pt x="7211" y="4490"/>
                    <a:pt x="7201" y="3741"/>
                  </a:cubicBezTo>
                  <a:cubicBezTo>
                    <a:pt x="7191" y="2914"/>
                    <a:pt x="7004" y="2116"/>
                    <a:pt x="6768" y="1328"/>
                  </a:cubicBezTo>
                  <a:cubicBezTo>
                    <a:pt x="6649" y="953"/>
                    <a:pt x="6472" y="589"/>
                    <a:pt x="6305" y="224"/>
                  </a:cubicBezTo>
                  <a:cubicBezTo>
                    <a:pt x="6244" y="112"/>
                    <a:pt x="6146" y="0"/>
                    <a:pt x="60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9"/>
            <p:cNvSpPr/>
            <p:nvPr/>
          </p:nvSpPr>
          <p:spPr>
            <a:xfrm>
              <a:off x="160027" y="593633"/>
              <a:ext cx="360437" cy="274724"/>
            </a:xfrm>
            <a:custGeom>
              <a:avLst/>
              <a:gdLst/>
              <a:ahLst/>
              <a:cxnLst/>
              <a:rect l="l" t="t" r="r" b="b"/>
              <a:pathLst>
                <a:path w="9172" h="6990" extrusionOk="0">
                  <a:moveTo>
                    <a:pt x="37" y="0"/>
                  </a:moveTo>
                  <a:cubicBezTo>
                    <a:pt x="26" y="0"/>
                    <a:pt x="13" y="5"/>
                    <a:pt x="0" y="5"/>
                  </a:cubicBezTo>
                  <a:lnTo>
                    <a:pt x="0" y="359"/>
                  </a:lnTo>
                  <a:cubicBezTo>
                    <a:pt x="109" y="438"/>
                    <a:pt x="227" y="517"/>
                    <a:pt x="325" y="596"/>
                  </a:cubicBezTo>
                  <a:cubicBezTo>
                    <a:pt x="1153" y="1246"/>
                    <a:pt x="2118" y="1581"/>
                    <a:pt x="3133" y="1768"/>
                  </a:cubicBezTo>
                  <a:cubicBezTo>
                    <a:pt x="3980" y="1916"/>
                    <a:pt x="4837" y="1994"/>
                    <a:pt x="5684" y="2093"/>
                  </a:cubicBezTo>
                  <a:cubicBezTo>
                    <a:pt x="6413" y="2182"/>
                    <a:pt x="7152" y="2231"/>
                    <a:pt x="7841" y="2487"/>
                  </a:cubicBezTo>
                  <a:cubicBezTo>
                    <a:pt x="8137" y="2605"/>
                    <a:pt x="8413" y="2753"/>
                    <a:pt x="8620" y="3009"/>
                  </a:cubicBezTo>
                  <a:cubicBezTo>
                    <a:pt x="8856" y="3314"/>
                    <a:pt x="8787" y="3571"/>
                    <a:pt x="8413" y="3659"/>
                  </a:cubicBezTo>
                  <a:cubicBezTo>
                    <a:pt x="8038" y="3748"/>
                    <a:pt x="7644" y="3797"/>
                    <a:pt x="7250" y="3817"/>
                  </a:cubicBezTo>
                  <a:cubicBezTo>
                    <a:pt x="6482" y="3837"/>
                    <a:pt x="5714" y="3817"/>
                    <a:pt x="4965" y="3984"/>
                  </a:cubicBezTo>
                  <a:cubicBezTo>
                    <a:pt x="4857" y="4004"/>
                    <a:pt x="4748" y="4043"/>
                    <a:pt x="4650" y="4093"/>
                  </a:cubicBezTo>
                  <a:cubicBezTo>
                    <a:pt x="4305" y="4250"/>
                    <a:pt x="4177" y="4526"/>
                    <a:pt x="4295" y="4881"/>
                  </a:cubicBezTo>
                  <a:cubicBezTo>
                    <a:pt x="4364" y="5117"/>
                    <a:pt x="4492" y="5334"/>
                    <a:pt x="4551" y="5560"/>
                  </a:cubicBezTo>
                  <a:cubicBezTo>
                    <a:pt x="4610" y="5817"/>
                    <a:pt x="4650" y="6092"/>
                    <a:pt x="4640" y="6358"/>
                  </a:cubicBezTo>
                  <a:cubicBezTo>
                    <a:pt x="4632" y="6607"/>
                    <a:pt x="4498" y="6737"/>
                    <a:pt x="4280" y="6737"/>
                  </a:cubicBezTo>
                  <a:cubicBezTo>
                    <a:pt x="4239" y="6737"/>
                    <a:pt x="4194" y="6732"/>
                    <a:pt x="4147" y="6723"/>
                  </a:cubicBezTo>
                  <a:cubicBezTo>
                    <a:pt x="3606" y="6614"/>
                    <a:pt x="3093" y="6408"/>
                    <a:pt x="2640" y="6122"/>
                  </a:cubicBezTo>
                  <a:cubicBezTo>
                    <a:pt x="1832" y="5610"/>
                    <a:pt x="1044" y="5058"/>
                    <a:pt x="246" y="4536"/>
                  </a:cubicBezTo>
                  <a:cubicBezTo>
                    <a:pt x="168" y="4487"/>
                    <a:pt x="79" y="4457"/>
                    <a:pt x="0" y="4418"/>
                  </a:cubicBezTo>
                  <a:lnTo>
                    <a:pt x="0" y="4733"/>
                  </a:lnTo>
                  <a:cubicBezTo>
                    <a:pt x="286" y="4920"/>
                    <a:pt x="572" y="5088"/>
                    <a:pt x="847" y="5285"/>
                  </a:cubicBezTo>
                  <a:cubicBezTo>
                    <a:pt x="1616" y="5836"/>
                    <a:pt x="2394" y="6368"/>
                    <a:pt x="3271" y="6733"/>
                  </a:cubicBezTo>
                  <a:cubicBezTo>
                    <a:pt x="3593" y="6866"/>
                    <a:pt x="3916" y="6989"/>
                    <a:pt x="4274" y="6989"/>
                  </a:cubicBezTo>
                  <a:cubicBezTo>
                    <a:pt x="4288" y="6989"/>
                    <a:pt x="4301" y="6989"/>
                    <a:pt x="4315" y="6989"/>
                  </a:cubicBezTo>
                  <a:cubicBezTo>
                    <a:pt x="4581" y="6989"/>
                    <a:pt x="4778" y="6871"/>
                    <a:pt x="4837" y="6634"/>
                  </a:cubicBezTo>
                  <a:cubicBezTo>
                    <a:pt x="4906" y="6378"/>
                    <a:pt x="4945" y="6092"/>
                    <a:pt x="4896" y="5836"/>
                  </a:cubicBezTo>
                  <a:cubicBezTo>
                    <a:pt x="4837" y="5511"/>
                    <a:pt x="4689" y="5196"/>
                    <a:pt x="4571" y="4881"/>
                  </a:cubicBezTo>
                  <a:cubicBezTo>
                    <a:pt x="4472" y="4595"/>
                    <a:pt x="4532" y="4418"/>
                    <a:pt x="4817" y="4309"/>
                  </a:cubicBezTo>
                  <a:cubicBezTo>
                    <a:pt x="4975" y="4250"/>
                    <a:pt x="5142" y="4201"/>
                    <a:pt x="5310" y="4191"/>
                  </a:cubicBezTo>
                  <a:cubicBezTo>
                    <a:pt x="6039" y="4142"/>
                    <a:pt x="6768" y="4122"/>
                    <a:pt x="7487" y="4063"/>
                  </a:cubicBezTo>
                  <a:cubicBezTo>
                    <a:pt x="7841" y="4043"/>
                    <a:pt x="8196" y="4004"/>
                    <a:pt x="8531" y="3906"/>
                  </a:cubicBezTo>
                  <a:cubicBezTo>
                    <a:pt x="9053" y="3748"/>
                    <a:pt x="9171" y="3305"/>
                    <a:pt x="8846" y="2871"/>
                  </a:cubicBezTo>
                  <a:cubicBezTo>
                    <a:pt x="8600" y="2526"/>
                    <a:pt x="8235" y="2339"/>
                    <a:pt x="7851" y="2201"/>
                  </a:cubicBezTo>
                  <a:cubicBezTo>
                    <a:pt x="7063" y="1935"/>
                    <a:pt x="6246" y="1876"/>
                    <a:pt x="5428" y="1817"/>
                  </a:cubicBezTo>
                  <a:cubicBezTo>
                    <a:pt x="4532" y="1738"/>
                    <a:pt x="3645" y="1640"/>
                    <a:pt x="2768" y="1413"/>
                  </a:cubicBezTo>
                  <a:cubicBezTo>
                    <a:pt x="1754" y="1157"/>
                    <a:pt x="808" y="763"/>
                    <a:pt x="49" y="5"/>
                  </a:cubicBezTo>
                  <a:cubicBezTo>
                    <a:pt x="46" y="1"/>
                    <a:pt x="42" y="0"/>
                    <a:pt x="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9"/>
            <p:cNvSpPr/>
            <p:nvPr/>
          </p:nvSpPr>
          <p:spPr>
            <a:xfrm>
              <a:off x="160027" y="618588"/>
              <a:ext cx="329077" cy="224692"/>
            </a:xfrm>
            <a:custGeom>
              <a:avLst/>
              <a:gdLst/>
              <a:ahLst/>
              <a:cxnLst/>
              <a:rect l="l" t="t" r="r" b="b"/>
              <a:pathLst>
                <a:path w="8374" h="5717" extrusionOk="0">
                  <a:moveTo>
                    <a:pt x="0" y="0"/>
                  </a:moveTo>
                  <a:lnTo>
                    <a:pt x="0" y="315"/>
                  </a:lnTo>
                  <a:cubicBezTo>
                    <a:pt x="158" y="414"/>
                    <a:pt x="325" y="502"/>
                    <a:pt x="483" y="611"/>
                  </a:cubicBezTo>
                  <a:cubicBezTo>
                    <a:pt x="1389" y="1251"/>
                    <a:pt x="2404" y="1665"/>
                    <a:pt x="3507" y="1783"/>
                  </a:cubicBezTo>
                  <a:cubicBezTo>
                    <a:pt x="4266" y="1862"/>
                    <a:pt x="5024" y="1891"/>
                    <a:pt x="5783" y="1941"/>
                  </a:cubicBezTo>
                  <a:cubicBezTo>
                    <a:pt x="6413" y="1970"/>
                    <a:pt x="7034" y="2108"/>
                    <a:pt x="7635" y="2285"/>
                  </a:cubicBezTo>
                  <a:cubicBezTo>
                    <a:pt x="7792" y="2325"/>
                    <a:pt x="7930" y="2433"/>
                    <a:pt x="8078" y="2512"/>
                  </a:cubicBezTo>
                  <a:cubicBezTo>
                    <a:pt x="8068" y="2532"/>
                    <a:pt x="8058" y="2551"/>
                    <a:pt x="8048" y="2581"/>
                  </a:cubicBezTo>
                  <a:cubicBezTo>
                    <a:pt x="7573" y="2599"/>
                    <a:pt x="7089" y="2641"/>
                    <a:pt x="6605" y="2641"/>
                  </a:cubicBezTo>
                  <a:cubicBezTo>
                    <a:pt x="6557" y="2641"/>
                    <a:pt x="6510" y="2641"/>
                    <a:pt x="6462" y="2640"/>
                  </a:cubicBezTo>
                  <a:cubicBezTo>
                    <a:pt x="6424" y="2640"/>
                    <a:pt x="6386" y="2639"/>
                    <a:pt x="6348" y="2639"/>
                  </a:cubicBezTo>
                  <a:cubicBezTo>
                    <a:pt x="5709" y="2639"/>
                    <a:pt x="5086" y="2717"/>
                    <a:pt x="4472" y="2847"/>
                  </a:cubicBezTo>
                  <a:cubicBezTo>
                    <a:pt x="3793" y="2985"/>
                    <a:pt x="3478" y="3536"/>
                    <a:pt x="3665" y="4206"/>
                  </a:cubicBezTo>
                  <a:cubicBezTo>
                    <a:pt x="3744" y="4502"/>
                    <a:pt x="3842" y="4788"/>
                    <a:pt x="3911" y="5083"/>
                  </a:cubicBezTo>
                  <a:cubicBezTo>
                    <a:pt x="3931" y="5172"/>
                    <a:pt x="3921" y="5339"/>
                    <a:pt x="3872" y="5379"/>
                  </a:cubicBezTo>
                  <a:cubicBezTo>
                    <a:pt x="3830" y="5405"/>
                    <a:pt x="3766" y="5417"/>
                    <a:pt x="3703" y="5417"/>
                  </a:cubicBezTo>
                  <a:cubicBezTo>
                    <a:pt x="3646" y="5417"/>
                    <a:pt x="3588" y="5407"/>
                    <a:pt x="3546" y="5388"/>
                  </a:cubicBezTo>
                  <a:cubicBezTo>
                    <a:pt x="3221" y="5221"/>
                    <a:pt x="2896" y="5053"/>
                    <a:pt x="2591" y="4847"/>
                  </a:cubicBezTo>
                  <a:cubicBezTo>
                    <a:pt x="1783" y="4315"/>
                    <a:pt x="985" y="3763"/>
                    <a:pt x="187" y="3211"/>
                  </a:cubicBezTo>
                  <a:cubicBezTo>
                    <a:pt x="128" y="3182"/>
                    <a:pt x="59" y="3172"/>
                    <a:pt x="0" y="3152"/>
                  </a:cubicBezTo>
                  <a:lnTo>
                    <a:pt x="0" y="3428"/>
                  </a:lnTo>
                  <a:cubicBezTo>
                    <a:pt x="40" y="3448"/>
                    <a:pt x="69" y="3468"/>
                    <a:pt x="109" y="3487"/>
                  </a:cubicBezTo>
                  <a:cubicBezTo>
                    <a:pt x="897" y="4029"/>
                    <a:pt x="1685" y="4581"/>
                    <a:pt x="2492" y="5103"/>
                  </a:cubicBezTo>
                  <a:cubicBezTo>
                    <a:pt x="2837" y="5329"/>
                    <a:pt x="3192" y="5526"/>
                    <a:pt x="3566" y="5674"/>
                  </a:cubicBezTo>
                  <a:cubicBezTo>
                    <a:pt x="3638" y="5703"/>
                    <a:pt x="3708" y="5716"/>
                    <a:pt x="3773" y="5716"/>
                  </a:cubicBezTo>
                  <a:cubicBezTo>
                    <a:pt x="4065" y="5716"/>
                    <a:pt x="4267" y="5451"/>
                    <a:pt x="4187" y="5113"/>
                  </a:cubicBezTo>
                  <a:cubicBezTo>
                    <a:pt x="4108" y="4768"/>
                    <a:pt x="4000" y="4433"/>
                    <a:pt x="3911" y="4088"/>
                  </a:cubicBezTo>
                  <a:cubicBezTo>
                    <a:pt x="3783" y="3635"/>
                    <a:pt x="3990" y="3241"/>
                    <a:pt x="4453" y="3133"/>
                  </a:cubicBezTo>
                  <a:cubicBezTo>
                    <a:pt x="4896" y="3034"/>
                    <a:pt x="5359" y="2965"/>
                    <a:pt x="5822" y="2926"/>
                  </a:cubicBezTo>
                  <a:cubicBezTo>
                    <a:pt x="6571" y="2876"/>
                    <a:pt x="7319" y="2867"/>
                    <a:pt x="8058" y="2827"/>
                  </a:cubicBezTo>
                  <a:cubicBezTo>
                    <a:pt x="8166" y="2827"/>
                    <a:pt x="8324" y="2758"/>
                    <a:pt x="8344" y="2679"/>
                  </a:cubicBezTo>
                  <a:cubicBezTo>
                    <a:pt x="8373" y="2591"/>
                    <a:pt x="8334" y="2423"/>
                    <a:pt x="8255" y="2354"/>
                  </a:cubicBezTo>
                  <a:cubicBezTo>
                    <a:pt x="8107" y="2226"/>
                    <a:pt x="7940" y="2098"/>
                    <a:pt x="7753" y="2039"/>
                  </a:cubicBezTo>
                  <a:cubicBezTo>
                    <a:pt x="7398" y="1921"/>
                    <a:pt x="7034" y="1813"/>
                    <a:pt x="6659" y="1773"/>
                  </a:cubicBezTo>
                  <a:cubicBezTo>
                    <a:pt x="5861" y="1685"/>
                    <a:pt x="5064" y="1625"/>
                    <a:pt x="4256" y="1586"/>
                  </a:cubicBezTo>
                  <a:cubicBezTo>
                    <a:pt x="3074" y="1517"/>
                    <a:pt x="1961" y="1251"/>
                    <a:pt x="966" y="601"/>
                  </a:cubicBezTo>
                  <a:cubicBezTo>
                    <a:pt x="680" y="414"/>
                    <a:pt x="394" y="227"/>
                    <a:pt x="109" y="39"/>
                  </a:cubicBezTo>
                  <a:cubicBezTo>
                    <a:pt x="79" y="20"/>
                    <a:pt x="40" y="1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9"/>
            <p:cNvSpPr/>
            <p:nvPr/>
          </p:nvSpPr>
          <p:spPr>
            <a:xfrm>
              <a:off x="160027" y="923948"/>
              <a:ext cx="522224" cy="356199"/>
            </a:xfrm>
            <a:custGeom>
              <a:avLst/>
              <a:gdLst/>
              <a:ahLst/>
              <a:cxnLst/>
              <a:rect l="l" t="t" r="r" b="b"/>
              <a:pathLst>
                <a:path w="13289" h="9063" extrusionOk="0">
                  <a:moveTo>
                    <a:pt x="2000" y="1"/>
                  </a:moveTo>
                  <a:cubicBezTo>
                    <a:pt x="1670" y="1"/>
                    <a:pt x="1342" y="34"/>
                    <a:pt x="1015" y="91"/>
                  </a:cubicBezTo>
                  <a:cubicBezTo>
                    <a:pt x="680" y="150"/>
                    <a:pt x="345" y="229"/>
                    <a:pt x="0" y="308"/>
                  </a:cubicBezTo>
                  <a:lnTo>
                    <a:pt x="0" y="583"/>
                  </a:lnTo>
                  <a:cubicBezTo>
                    <a:pt x="89" y="564"/>
                    <a:pt x="168" y="554"/>
                    <a:pt x="246" y="534"/>
                  </a:cubicBezTo>
                  <a:cubicBezTo>
                    <a:pt x="810" y="368"/>
                    <a:pt x="1374" y="265"/>
                    <a:pt x="1950" y="265"/>
                  </a:cubicBezTo>
                  <a:cubicBezTo>
                    <a:pt x="2159" y="265"/>
                    <a:pt x="2369" y="279"/>
                    <a:pt x="2581" y="308"/>
                  </a:cubicBezTo>
                  <a:cubicBezTo>
                    <a:pt x="3487" y="426"/>
                    <a:pt x="3970" y="879"/>
                    <a:pt x="4197" y="1756"/>
                  </a:cubicBezTo>
                  <a:cubicBezTo>
                    <a:pt x="4374" y="2445"/>
                    <a:pt x="4551" y="3125"/>
                    <a:pt x="4778" y="3795"/>
                  </a:cubicBezTo>
                  <a:cubicBezTo>
                    <a:pt x="4945" y="4277"/>
                    <a:pt x="5123" y="4760"/>
                    <a:pt x="5526" y="5115"/>
                  </a:cubicBezTo>
                  <a:cubicBezTo>
                    <a:pt x="6034" y="5575"/>
                    <a:pt x="6644" y="5746"/>
                    <a:pt x="7303" y="5746"/>
                  </a:cubicBezTo>
                  <a:cubicBezTo>
                    <a:pt x="7321" y="5746"/>
                    <a:pt x="7340" y="5746"/>
                    <a:pt x="7359" y="5745"/>
                  </a:cubicBezTo>
                  <a:cubicBezTo>
                    <a:pt x="7859" y="5745"/>
                    <a:pt x="8360" y="5711"/>
                    <a:pt x="8861" y="5711"/>
                  </a:cubicBezTo>
                  <a:cubicBezTo>
                    <a:pt x="8961" y="5711"/>
                    <a:pt x="9061" y="5712"/>
                    <a:pt x="9161" y="5716"/>
                  </a:cubicBezTo>
                  <a:cubicBezTo>
                    <a:pt x="9949" y="5745"/>
                    <a:pt x="10087" y="6100"/>
                    <a:pt x="9979" y="6651"/>
                  </a:cubicBezTo>
                  <a:cubicBezTo>
                    <a:pt x="9930" y="6878"/>
                    <a:pt x="9900" y="7095"/>
                    <a:pt x="9861" y="7311"/>
                  </a:cubicBezTo>
                  <a:cubicBezTo>
                    <a:pt x="9782" y="7834"/>
                    <a:pt x="9920" y="8277"/>
                    <a:pt x="10334" y="8622"/>
                  </a:cubicBezTo>
                  <a:cubicBezTo>
                    <a:pt x="10600" y="8848"/>
                    <a:pt x="10905" y="9026"/>
                    <a:pt x="11240" y="9045"/>
                  </a:cubicBezTo>
                  <a:cubicBezTo>
                    <a:pt x="11407" y="9058"/>
                    <a:pt x="11576" y="9062"/>
                    <a:pt x="11745" y="9062"/>
                  </a:cubicBezTo>
                  <a:cubicBezTo>
                    <a:pt x="12102" y="9062"/>
                    <a:pt x="12461" y="9042"/>
                    <a:pt x="12816" y="9035"/>
                  </a:cubicBezTo>
                  <a:cubicBezTo>
                    <a:pt x="12924" y="9035"/>
                    <a:pt x="13043" y="9035"/>
                    <a:pt x="13141" y="8996"/>
                  </a:cubicBezTo>
                  <a:cubicBezTo>
                    <a:pt x="13200" y="8976"/>
                    <a:pt x="13240" y="8897"/>
                    <a:pt x="13289" y="8838"/>
                  </a:cubicBezTo>
                  <a:cubicBezTo>
                    <a:pt x="13230" y="8809"/>
                    <a:pt x="13161" y="8740"/>
                    <a:pt x="13112" y="8740"/>
                  </a:cubicBezTo>
                  <a:cubicBezTo>
                    <a:pt x="12678" y="8760"/>
                    <a:pt x="12245" y="8789"/>
                    <a:pt x="11811" y="8829"/>
                  </a:cubicBezTo>
                  <a:cubicBezTo>
                    <a:pt x="11766" y="8831"/>
                    <a:pt x="11721" y="8833"/>
                    <a:pt x="11677" y="8833"/>
                  </a:cubicBezTo>
                  <a:cubicBezTo>
                    <a:pt x="11278" y="8833"/>
                    <a:pt x="10918" y="8713"/>
                    <a:pt x="10590" y="8474"/>
                  </a:cubicBezTo>
                  <a:cubicBezTo>
                    <a:pt x="10235" y="8228"/>
                    <a:pt x="10048" y="7883"/>
                    <a:pt x="10127" y="7430"/>
                  </a:cubicBezTo>
                  <a:cubicBezTo>
                    <a:pt x="10166" y="7193"/>
                    <a:pt x="10196" y="6957"/>
                    <a:pt x="10235" y="6730"/>
                  </a:cubicBezTo>
                  <a:cubicBezTo>
                    <a:pt x="10363" y="6001"/>
                    <a:pt x="10097" y="5578"/>
                    <a:pt x="9437" y="5479"/>
                  </a:cubicBezTo>
                  <a:cubicBezTo>
                    <a:pt x="9211" y="5440"/>
                    <a:pt x="8964" y="5440"/>
                    <a:pt x="8728" y="5440"/>
                  </a:cubicBezTo>
                  <a:cubicBezTo>
                    <a:pt x="8333" y="5447"/>
                    <a:pt x="7938" y="5467"/>
                    <a:pt x="7544" y="5467"/>
                  </a:cubicBezTo>
                  <a:cubicBezTo>
                    <a:pt x="7357" y="5467"/>
                    <a:pt x="7171" y="5462"/>
                    <a:pt x="6984" y="5450"/>
                  </a:cubicBezTo>
                  <a:cubicBezTo>
                    <a:pt x="6186" y="5400"/>
                    <a:pt x="5586" y="5016"/>
                    <a:pt x="5251" y="4258"/>
                  </a:cubicBezTo>
                  <a:cubicBezTo>
                    <a:pt x="4896" y="3440"/>
                    <a:pt x="4640" y="2583"/>
                    <a:pt x="4453" y="1716"/>
                  </a:cubicBezTo>
                  <a:cubicBezTo>
                    <a:pt x="4246" y="751"/>
                    <a:pt x="3704" y="239"/>
                    <a:pt x="2739" y="61"/>
                  </a:cubicBezTo>
                  <a:cubicBezTo>
                    <a:pt x="2491" y="19"/>
                    <a:pt x="2245" y="1"/>
                    <a:pt x="20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9"/>
            <p:cNvSpPr/>
            <p:nvPr/>
          </p:nvSpPr>
          <p:spPr>
            <a:xfrm>
              <a:off x="160027" y="2087930"/>
              <a:ext cx="308957" cy="198438"/>
            </a:xfrm>
            <a:custGeom>
              <a:avLst/>
              <a:gdLst/>
              <a:ahLst/>
              <a:cxnLst/>
              <a:rect l="l" t="t" r="r" b="b"/>
              <a:pathLst>
                <a:path w="7862" h="5049" extrusionOk="0">
                  <a:moveTo>
                    <a:pt x="6747" y="0"/>
                  </a:moveTo>
                  <a:cubicBezTo>
                    <a:pt x="6692" y="0"/>
                    <a:pt x="6631" y="9"/>
                    <a:pt x="6561" y="25"/>
                  </a:cubicBezTo>
                  <a:cubicBezTo>
                    <a:pt x="5783" y="212"/>
                    <a:pt x="4995" y="409"/>
                    <a:pt x="4216" y="596"/>
                  </a:cubicBezTo>
                  <a:cubicBezTo>
                    <a:pt x="2808" y="921"/>
                    <a:pt x="1409" y="1256"/>
                    <a:pt x="0" y="1581"/>
                  </a:cubicBezTo>
                  <a:lnTo>
                    <a:pt x="0" y="1857"/>
                  </a:lnTo>
                  <a:cubicBezTo>
                    <a:pt x="30" y="1847"/>
                    <a:pt x="49" y="1838"/>
                    <a:pt x="79" y="1838"/>
                  </a:cubicBezTo>
                  <a:cubicBezTo>
                    <a:pt x="2276" y="1315"/>
                    <a:pt x="4463" y="793"/>
                    <a:pt x="6659" y="271"/>
                  </a:cubicBezTo>
                  <a:cubicBezTo>
                    <a:pt x="6666" y="270"/>
                    <a:pt x="6672" y="270"/>
                    <a:pt x="6679" y="270"/>
                  </a:cubicBezTo>
                  <a:cubicBezTo>
                    <a:pt x="6738" y="270"/>
                    <a:pt x="6820" y="305"/>
                    <a:pt x="6846" y="340"/>
                  </a:cubicBezTo>
                  <a:cubicBezTo>
                    <a:pt x="6984" y="596"/>
                    <a:pt x="7142" y="853"/>
                    <a:pt x="7241" y="1128"/>
                  </a:cubicBezTo>
                  <a:cubicBezTo>
                    <a:pt x="7497" y="1847"/>
                    <a:pt x="7487" y="2557"/>
                    <a:pt x="7181" y="3256"/>
                  </a:cubicBezTo>
                  <a:cubicBezTo>
                    <a:pt x="7152" y="3325"/>
                    <a:pt x="7063" y="3404"/>
                    <a:pt x="6984" y="3424"/>
                  </a:cubicBezTo>
                  <a:cubicBezTo>
                    <a:pt x="6600" y="3512"/>
                    <a:pt x="6206" y="3591"/>
                    <a:pt x="5812" y="3670"/>
                  </a:cubicBezTo>
                  <a:cubicBezTo>
                    <a:pt x="4492" y="3916"/>
                    <a:pt x="3162" y="4162"/>
                    <a:pt x="1832" y="4409"/>
                  </a:cubicBezTo>
                  <a:cubicBezTo>
                    <a:pt x="1222" y="4527"/>
                    <a:pt x="611" y="4655"/>
                    <a:pt x="0" y="4773"/>
                  </a:cubicBezTo>
                  <a:lnTo>
                    <a:pt x="0" y="5049"/>
                  </a:lnTo>
                  <a:cubicBezTo>
                    <a:pt x="59" y="5039"/>
                    <a:pt x="109" y="5039"/>
                    <a:pt x="158" y="5029"/>
                  </a:cubicBezTo>
                  <a:cubicBezTo>
                    <a:pt x="887" y="4881"/>
                    <a:pt x="1626" y="4724"/>
                    <a:pt x="2355" y="4576"/>
                  </a:cubicBezTo>
                  <a:cubicBezTo>
                    <a:pt x="3891" y="4281"/>
                    <a:pt x="5438" y="3985"/>
                    <a:pt x="6975" y="3699"/>
                  </a:cubicBezTo>
                  <a:cubicBezTo>
                    <a:pt x="7211" y="3650"/>
                    <a:pt x="7378" y="3552"/>
                    <a:pt x="7467" y="3305"/>
                  </a:cubicBezTo>
                  <a:cubicBezTo>
                    <a:pt x="7861" y="2212"/>
                    <a:pt x="7704" y="1187"/>
                    <a:pt x="7083" y="212"/>
                  </a:cubicBezTo>
                  <a:cubicBezTo>
                    <a:pt x="6990" y="62"/>
                    <a:pt x="6892" y="0"/>
                    <a:pt x="6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9"/>
            <p:cNvSpPr/>
            <p:nvPr/>
          </p:nvSpPr>
          <p:spPr>
            <a:xfrm>
              <a:off x="160027" y="1855472"/>
              <a:ext cx="240422" cy="251300"/>
            </a:xfrm>
            <a:custGeom>
              <a:avLst/>
              <a:gdLst/>
              <a:ahLst/>
              <a:cxnLst/>
              <a:rect l="l" t="t" r="r" b="b"/>
              <a:pathLst>
                <a:path w="6118" h="6394" extrusionOk="0">
                  <a:moveTo>
                    <a:pt x="5589" y="1"/>
                  </a:moveTo>
                  <a:cubicBezTo>
                    <a:pt x="5487" y="1"/>
                    <a:pt x="5364" y="40"/>
                    <a:pt x="5221" y="118"/>
                  </a:cubicBezTo>
                  <a:cubicBezTo>
                    <a:pt x="4975" y="246"/>
                    <a:pt x="4738" y="384"/>
                    <a:pt x="4502" y="522"/>
                  </a:cubicBezTo>
                  <a:cubicBezTo>
                    <a:pt x="3024" y="1359"/>
                    <a:pt x="1547" y="2197"/>
                    <a:pt x="69" y="3034"/>
                  </a:cubicBezTo>
                  <a:cubicBezTo>
                    <a:pt x="59" y="3044"/>
                    <a:pt x="30" y="3044"/>
                    <a:pt x="0" y="3044"/>
                  </a:cubicBezTo>
                  <a:lnTo>
                    <a:pt x="0" y="3359"/>
                  </a:lnTo>
                  <a:cubicBezTo>
                    <a:pt x="69" y="3330"/>
                    <a:pt x="138" y="3310"/>
                    <a:pt x="197" y="3271"/>
                  </a:cubicBezTo>
                  <a:cubicBezTo>
                    <a:pt x="1015" y="2788"/>
                    <a:pt x="1832" y="2305"/>
                    <a:pt x="2650" y="1832"/>
                  </a:cubicBezTo>
                  <a:cubicBezTo>
                    <a:pt x="3546" y="1330"/>
                    <a:pt x="4453" y="837"/>
                    <a:pt x="5359" y="345"/>
                  </a:cubicBezTo>
                  <a:cubicBezTo>
                    <a:pt x="5444" y="297"/>
                    <a:pt x="5504" y="271"/>
                    <a:pt x="5549" y="271"/>
                  </a:cubicBezTo>
                  <a:cubicBezTo>
                    <a:pt x="5623" y="271"/>
                    <a:pt x="5653" y="342"/>
                    <a:pt x="5684" y="502"/>
                  </a:cubicBezTo>
                  <a:cubicBezTo>
                    <a:pt x="5822" y="1300"/>
                    <a:pt x="5832" y="2098"/>
                    <a:pt x="5822" y="2906"/>
                  </a:cubicBezTo>
                  <a:cubicBezTo>
                    <a:pt x="5822" y="2955"/>
                    <a:pt x="5773" y="3024"/>
                    <a:pt x="5724" y="3054"/>
                  </a:cubicBezTo>
                  <a:cubicBezTo>
                    <a:pt x="5546" y="3182"/>
                    <a:pt x="5369" y="3300"/>
                    <a:pt x="5172" y="3399"/>
                  </a:cubicBezTo>
                  <a:cubicBezTo>
                    <a:pt x="3812" y="4118"/>
                    <a:pt x="2443" y="4837"/>
                    <a:pt x="1074" y="5556"/>
                  </a:cubicBezTo>
                  <a:cubicBezTo>
                    <a:pt x="719" y="5733"/>
                    <a:pt x="365" y="5901"/>
                    <a:pt x="0" y="6078"/>
                  </a:cubicBezTo>
                  <a:lnTo>
                    <a:pt x="0" y="6393"/>
                  </a:lnTo>
                  <a:cubicBezTo>
                    <a:pt x="59" y="6373"/>
                    <a:pt x="109" y="6354"/>
                    <a:pt x="168" y="6324"/>
                  </a:cubicBezTo>
                  <a:cubicBezTo>
                    <a:pt x="1113" y="5832"/>
                    <a:pt x="2069" y="5359"/>
                    <a:pt x="3015" y="4856"/>
                  </a:cubicBezTo>
                  <a:cubicBezTo>
                    <a:pt x="3911" y="4384"/>
                    <a:pt x="4798" y="3881"/>
                    <a:pt x="5694" y="3408"/>
                  </a:cubicBezTo>
                  <a:cubicBezTo>
                    <a:pt x="5999" y="3251"/>
                    <a:pt x="6118" y="3034"/>
                    <a:pt x="6088" y="2689"/>
                  </a:cubicBezTo>
                  <a:cubicBezTo>
                    <a:pt x="6019" y="1960"/>
                    <a:pt x="6019" y="1222"/>
                    <a:pt x="5950" y="493"/>
                  </a:cubicBezTo>
                  <a:cubicBezTo>
                    <a:pt x="5917" y="163"/>
                    <a:pt x="5796" y="1"/>
                    <a:pt x="5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9"/>
            <p:cNvSpPr/>
            <p:nvPr/>
          </p:nvSpPr>
          <p:spPr>
            <a:xfrm>
              <a:off x="160027" y="1328972"/>
              <a:ext cx="247378" cy="234243"/>
            </a:xfrm>
            <a:custGeom>
              <a:avLst/>
              <a:gdLst/>
              <a:ahLst/>
              <a:cxnLst/>
              <a:rect l="l" t="t" r="r" b="b"/>
              <a:pathLst>
                <a:path w="6295" h="5960" extrusionOk="0">
                  <a:moveTo>
                    <a:pt x="6098" y="0"/>
                  </a:moveTo>
                  <a:cubicBezTo>
                    <a:pt x="6058" y="59"/>
                    <a:pt x="5989" y="118"/>
                    <a:pt x="5989" y="177"/>
                  </a:cubicBezTo>
                  <a:cubicBezTo>
                    <a:pt x="5970" y="581"/>
                    <a:pt x="5980" y="995"/>
                    <a:pt x="5940" y="1399"/>
                  </a:cubicBezTo>
                  <a:cubicBezTo>
                    <a:pt x="5861" y="2266"/>
                    <a:pt x="5438" y="2926"/>
                    <a:pt x="4620" y="3300"/>
                  </a:cubicBezTo>
                  <a:cubicBezTo>
                    <a:pt x="4443" y="3389"/>
                    <a:pt x="4266" y="3458"/>
                    <a:pt x="4078" y="3517"/>
                  </a:cubicBezTo>
                  <a:cubicBezTo>
                    <a:pt x="3359" y="3724"/>
                    <a:pt x="2640" y="3921"/>
                    <a:pt x="1921" y="4137"/>
                  </a:cubicBezTo>
                  <a:cubicBezTo>
                    <a:pt x="1182" y="4364"/>
                    <a:pt x="601" y="4817"/>
                    <a:pt x="128" y="5428"/>
                  </a:cubicBezTo>
                  <a:cubicBezTo>
                    <a:pt x="99" y="5477"/>
                    <a:pt x="49" y="5517"/>
                    <a:pt x="0" y="5566"/>
                  </a:cubicBezTo>
                  <a:lnTo>
                    <a:pt x="0" y="5960"/>
                  </a:lnTo>
                  <a:cubicBezTo>
                    <a:pt x="49" y="5920"/>
                    <a:pt x="109" y="5901"/>
                    <a:pt x="148" y="5851"/>
                  </a:cubicBezTo>
                  <a:cubicBezTo>
                    <a:pt x="483" y="5369"/>
                    <a:pt x="867" y="4916"/>
                    <a:pt x="1409" y="4669"/>
                  </a:cubicBezTo>
                  <a:cubicBezTo>
                    <a:pt x="1941" y="4433"/>
                    <a:pt x="2512" y="4256"/>
                    <a:pt x="3064" y="4068"/>
                  </a:cubicBezTo>
                  <a:cubicBezTo>
                    <a:pt x="3517" y="3921"/>
                    <a:pt x="3990" y="3822"/>
                    <a:pt x="4443" y="3665"/>
                  </a:cubicBezTo>
                  <a:cubicBezTo>
                    <a:pt x="4876" y="3527"/>
                    <a:pt x="5261" y="3300"/>
                    <a:pt x="5576" y="2945"/>
                  </a:cubicBezTo>
                  <a:cubicBezTo>
                    <a:pt x="6295" y="2128"/>
                    <a:pt x="6275" y="1143"/>
                    <a:pt x="6246" y="158"/>
                  </a:cubicBezTo>
                  <a:cubicBezTo>
                    <a:pt x="6236" y="99"/>
                    <a:pt x="6147" y="59"/>
                    <a:pt x="60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9"/>
            <p:cNvSpPr/>
            <p:nvPr/>
          </p:nvSpPr>
          <p:spPr>
            <a:xfrm>
              <a:off x="160027" y="1134084"/>
              <a:ext cx="146737" cy="129109"/>
            </a:xfrm>
            <a:custGeom>
              <a:avLst/>
              <a:gdLst/>
              <a:ahLst/>
              <a:cxnLst/>
              <a:rect l="l" t="t" r="r" b="b"/>
              <a:pathLst>
                <a:path w="3734" h="3285" extrusionOk="0">
                  <a:moveTo>
                    <a:pt x="2403" y="1"/>
                  </a:moveTo>
                  <a:cubicBezTo>
                    <a:pt x="2352" y="1"/>
                    <a:pt x="2293" y="33"/>
                    <a:pt x="2207" y="93"/>
                  </a:cubicBezTo>
                  <a:cubicBezTo>
                    <a:pt x="1951" y="260"/>
                    <a:pt x="1704" y="447"/>
                    <a:pt x="1429" y="595"/>
                  </a:cubicBezTo>
                  <a:cubicBezTo>
                    <a:pt x="996" y="836"/>
                    <a:pt x="545" y="1029"/>
                    <a:pt x="38" y="1029"/>
                  </a:cubicBezTo>
                  <a:cubicBezTo>
                    <a:pt x="25" y="1029"/>
                    <a:pt x="13" y="1029"/>
                    <a:pt x="0" y="1029"/>
                  </a:cubicBezTo>
                  <a:lnTo>
                    <a:pt x="0" y="1304"/>
                  </a:lnTo>
                  <a:cubicBezTo>
                    <a:pt x="906" y="1275"/>
                    <a:pt x="1645" y="822"/>
                    <a:pt x="2364" y="310"/>
                  </a:cubicBezTo>
                  <a:cubicBezTo>
                    <a:pt x="2699" y="851"/>
                    <a:pt x="3024" y="1383"/>
                    <a:pt x="3359" y="1925"/>
                  </a:cubicBezTo>
                  <a:cubicBezTo>
                    <a:pt x="2409" y="2490"/>
                    <a:pt x="1458" y="3014"/>
                    <a:pt x="336" y="3014"/>
                  </a:cubicBezTo>
                  <a:cubicBezTo>
                    <a:pt x="226" y="3014"/>
                    <a:pt x="114" y="3009"/>
                    <a:pt x="0" y="2999"/>
                  </a:cubicBezTo>
                  <a:lnTo>
                    <a:pt x="0" y="3275"/>
                  </a:lnTo>
                  <a:cubicBezTo>
                    <a:pt x="20" y="3265"/>
                    <a:pt x="40" y="3255"/>
                    <a:pt x="59" y="3255"/>
                  </a:cubicBezTo>
                  <a:cubicBezTo>
                    <a:pt x="186" y="3276"/>
                    <a:pt x="310" y="3285"/>
                    <a:pt x="434" y="3285"/>
                  </a:cubicBezTo>
                  <a:cubicBezTo>
                    <a:pt x="784" y="3285"/>
                    <a:pt x="1126" y="3212"/>
                    <a:pt x="1468" y="3117"/>
                  </a:cubicBezTo>
                  <a:cubicBezTo>
                    <a:pt x="2158" y="2930"/>
                    <a:pt x="2778" y="2585"/>
                    <a:pt x="3389" y="2230"/>
                  </a:cubicBezTo>
                  <a:cubicBezTo>
                    <a:pt x="3724" y="2033"/>
                    <a:pt x="3734" y="2024"/>
                    <a:pt x="3527" y="1689"/>
                  </a:cubicBezTo>
                  <a:cubicBezTo>
                    <a:pt x="3221" y="1186"/>
                    <a:pt x="2906" y="684"/>
                    <a:pt x="2591" y="172"/>
                  </a:cubicBezTo>
                  <a:cubicBezTo>
                    <a:pt x="2519" y="55"/>
                    <a:pt x="2468" y="1"/>
                    <a:pt x="24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9"/>
            <p:cNvSpPr/>
            <p:nvPr/>
          </p:nvSpPr>
          <p:spPr>
            <a:xfrm>
              <a:off x="160027" y="1582141"/>
              <a:ext cx="259010" cy="174660"/>
            </a:xfrm>
            <a:custGeom>
              <a:avLst/>
              <a:gdLst/>
              <a:ahLst/>
              <a:cxnLst/>
              <a:rect l="l" t="t" r="r" b="b"/>
              <a:pathLst>
                <a:path w="6591" h="4444" extrusionOk="0">
                  <a:moveTo>
                    <a:pt x="6541" y="0"/>
                  </a:moveTo>
                  <a:cubicBezTo>
                    <a:pt x="6482" y="20"/>
                    <a:pt x="6403" y="40"/>
                    <a:pt x="6364" y="79"/>
                  </a:cubicBezTo>
                  <a:cubicBezTo>
                    <a:pt x="6295" y="178"/>
                    <a:pt x="6246" y="286"/>
                    <a:pt x="6186" y="385"/>
                  </a:cubicBezTo>
                  <a:cubicBezTo>
                    <a:pt x="5832" y="986"/>
                    <a:pt x="5497" y="1586"/>
                    <a:pt x="5132" y="2177"/>
                  </a:cubicBezTo>
                  <a:cubicBezTo>
                    <a:pt x="4886" y="2565"/>
                    <a:pt x="4536" y="2788"/>
                    <a:pt x="4091" y="2788"/>
                  </a:cubicBezTo>
                  <a:cubicBezTo>
                    <a:pt x="4039" y="2788"/>
                    <a:pt x="3985" y="2785"/>
                    <a:pt x="3931" y="2778"/>
                  </a:cubicBezTo>
                  <a:cubicBezTo>
                    <a:pt x="3753" y="2759"/>
                    <a:pt x="3566" y="2729"/>
                    <a:pt x="3389" y="2680"/>
                  </a:cubicBezTo>
                  <a:cubicBezTo>
                    <a:pt x="3031" y="2589"/>
                    <a:pt x="2674" y="2538"/>
                    <a:pt x="2312" y="2538"/>
                  </a:cubicBezTo>
                  <a:cubicBezTo>
                    <a:pt x="2205" y="2538"/>
                    <a:pt x="2098" y="2543"/>
                    <a:pt x="1990" y="2552"/>
                  </a:cubicBezTo>
                  <a:cubicBezTo>
                    <a:pt x="1527" y="2581"/>
                    <a:pt x="1153" y="2818"/>
                    <a:pt x="828" y="3123"/>
                  </a:cubicBezTo>
                  <a:cubicBezTo>
                    <a:pt x="542" y="3409"/>
                    <a:pt x="276" y="3714"/>
                    <a:pt x="0" y="4010"/>
                  </a:cubicBezTo>
                  <a:lnTo>
                    <a:pt x="0" y="4443"/>
                  </a:lnTo>
                  <a:cubicBezTo>
                    <a:pt x="49" y="4404"/>
                    <a:pt x="89" y="4364"/>
                    <a:pt x="128" y="4325"/>
                  </a:cubicBezTo>
                  <a:cubicBezTo>
                    <a:pt x="444" y="3970"/>
                    <a:pt x="739" y="3596"/>
                    <a:pt x="1084" y="3261"/>
                  </a:cubicBezTo>
                  <a:cubicBezTo>
                    <a:pt x="1411" y="2958"/>
                    <a:pt x="1797" y="2790"/>
                    <a:pt x="2225" y="2790"/>
                  </a:cubicBezTo>
                  <a:cubicBezTo>
                    <a:pt x="2325" y="2790"/>
                    <a:pt x="2428" y="2799"/>
                    <a:pt x="2532" y="2818"/>
                  </a:cubicBezTo>
                  <a:cubicBezTo>
                    <a:pt x="2906" y="2877"/>
                    <a:pt x="3271" y="2946"/>
                    <a:pt x="3635" y="3015"/>
                  </a:cubicBezTo>
                  <a:cubicBezTo>
                    <a:pt x="3774" y="3039"/>
                    <a:pt x="3908" y="3052"/>
                    <a:pt x="4036" y="3052"/>
                  </a:cubicBezTo>
                  <a:cubicBezTo>
                    <a:pt x="4583" y="3052"/>
                    <a:pt x="5036" y="2824"/>
                    <a:pt x="5379" y="2306"/>
                  </a:cubicBezTo>
                  <a:cubicBezTo>
                    <a:pt x="5448" y="2197"/>
                    <a:pt x="5517" y="2089"/>
                    <a:pt x="5586" y="1980"/>
                  </a:cubicBezTo>
                  <a:cubicBezTo>
                    <a:pt x="5891" y="1439"/>
                    <a:pt x="6206" y="897"/>
                    <a:pt x="6512" y="355"/>
                  </a:cubicBezTo>
                  <a:cubicBezTo>
                    <a:pt x="6541" y="306"/>
                    <a:pt x="6590" y="257"/>
                    <a:pt x="6590" y="197"/>
                  </a:cubicBezTo>
                  <a:cubicBezTo>
                    <a:pt x="6590" y="138"/>
                    <a:pt x="6561" y="69"/>
                    <a:pt x="65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9"/>
            <p:cNvSpPr/>
            <p:nvPr/>
          </p:nvSpPr>
          <p:spPr>
            <a:xfrm>
              <a:off x="160027" y="1290615"/>
              <a:ext cx="200181" cy="215299"/>
            </a:xfrm>
            <a:custGeom>
              <a:avLst/>
              <a:gdLst/>
              <a:ahLst/>
              <a:cxnLst/>
              <a:rect l="l" t="t" r="r" b="b"/>
              <a:pathLst>
                <a:path w="5094" h="5478" extrusionOk="0">
                  <a:moveTo>
                    <a:pt x="4768" y="1"/>
                  </a:moveTo>
                  <a:cubicBezTo>
                    <a:pt x="4748" y="50"/>
                    <a:pt x="4709" y="99"/>
                    <a:pt x="4689" y="159"/>
                  </a:cubicBezTo>
                  <a:cubicBezTo>
                    <a:pt x="4679" y="198"/>
                    <a:pt x="4699" y="237"/>
                    <a:pt x="4709" y="277"/>
                  </a:cubicBezTo>
                  <a:cubicBezTo>
                    <a:pt x="4827" y="1006"/>
                    <a:pt x="4847" y="1725"/>
                    <a:pt x="4571" y="2424"/>
                  </a:cubicBezTo>
                  <a:cubicBezTo>
                    <a:pt x="4275" y="3183"/>
                    <a:pt x="3773" y="3705"/>
                    <a:pt x="2936" y="3853"/>
                  </a:cubicBezTo>
                  <a:cubicBezTo>
                    <a:pt x="2768" y="3882"/>
                    <a:pt x="2601" y="3912"/>
                    <a:pt x="2433" y="3941"/>
                  </a:cubicBezTo>
                  <a:cubicBezTo>
                    <a:pt x="1527" y="4089"/>
                    <a:pt x="680" y="4375"/>
                    <a:pt x="40" y="5084"/>
                  </a:cubicBezTo>
                  <a:lnTo>
                    <a:pt x="0" y="5084"/>
                  </a:lnTo>
                  <a:lnTo>
                    <a:pt x="0" y="5478"/>
                  </a:lnTo>
                  <a:cubicBezTo>
                    <a:pt x="40" y="5458"/>
                    <a:pt x="89" y="5438"/>
                    <a:pt x="109" y="5409"/>
                  </a:cubicBezTo>
                  <a:cubicBezTo>
                    <a:pt x="424" y="5005"/>
                    <a:pt x="818" y="4690"/>
                    <a:pt x="1301" y="4532"/>
                  </a:cubicBezTo>
                  <a:cubicBezTo>
                    <a:pt x="1803" y="4375"/>
                    <a:pt x="2325" y="4227"/>
                    <a:pt x="2857" y="4148"/>
                  </a:cubicBezTo>
                  <a:cubicBezTo>
                    <a:pt x="3941" y="3971"/>
                    <a:pt x="4571" y="3330"/>
                    <a:pt x="4896" y="2316"/>
                  </a:cubicBezTo>
                  <a:cubicBezTo>
                    <a:pt x="5093" y="1676"/>
                    <a:pt x="5083" y="1025"/>
                    <a:pt x="4995" y="375"/>
                  </a:cubicBezTo>
                  <a:cubicBezTo>
                    <a:pt x="4985" y="277"/>
                    <a:pt x="4975" y="188"/>
                    <a:pt x="4935" y="109"/>
                  </a:cubicBezTo>
                  <a:cubicBezTo>
                    <a:pt x="4906" y="60"/>
                    <a:pt x="4827" y="30"/>
                    <a:pt x="47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9"/>
            <p:cNvSpPr/>
            <p:nvPr/>
          </p:nvSpPr>
          <p:spPr>
            <a:xfrm>
              <a:off x="160027" y="2131160"/>
              <a:ext cx="219516" cy="56124"/>
            </a:xfrm>
            <a:custGeom>
              <a:avLst/>
              <a:gdLst/>
              <a:ahLst/>
              <a:cxnLst/>
              <a:rect l="l" t="t" r="r" b="b"/>
              <a:pathLst>
                <a:path w="5586" h="1428" extrusionOk="0">
                  <a:moveTo>
                    <a:pt x="5423" y="0"/>
                  </a:moveTo>
                  <a:cubicBezTo>
                    <a:pt x="5393" y="0"/>
                    <a:pt x="5357" y="12"/>
                    <a:pt x="5329" y="18"/>
                  </a:cubicBezTo>
                  <a:cubicBezTo>
                    <a:pt x="4532" y="176"/>
                    <a:pt x="3734" y="334"/>
                    <a:pt x="2936" y="511"/>
                  </a:cubicBezTo>
                  <a:cubicBezTo>
                    <a:pt x="1961" y="718"/>
                    <a:pt x="985" y="935"/>
                    <a:pt x="0" y="1151"/>
                  </a:cubicBezTo>
                  <a:lnTo>
                    <a:pt x="0" y="1427"/>
                  </a:lnTo>
                  <a:cubicBezTo>
                    <a:pt x="1744" y="1053"/>
                    <a:pt x="3478" y="678"/>
                    <a:pt x="5211" y="304"/>
                  </a:cubicBezTo>
                  <a:cubicBezTo>
                    <a:pt x="5310" y="284"/>
                    <a:pt x="5408" y="275"/>
                    <a:pt x="5497" y="245"/>
                  </a:cubicBezTo>
                  <a:cubicBezTo>
                    <a:pt x="5536" y="225"/>
                    <a:pt x="5586" y="156"/>
                    <a:pt x="5586" y="117"/>
                  </a:cubicBezTo>
                  <a:cubicBezTo>
                    <a:pt x="5576" y="68"/>
                    <a:pt x="5507" y="28"/>
                    <a:pt x="5458" y="9"/>
                  </a:cubicBezTo>
                  <a:cubicBezTo>
                    <a:pt x="5448" y="3"/>
                    <a:pt x="5436" y="0"/>
                    <a:pt x="5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9"/>
            <p:cNvSpPr/>
            <p:nvPr/>
          </p:nvSpPr>
          <p:spPr>
            <a:xfrm>
              <a:off x="160027" y="2160596"/>
              <a:ext cx="212167" cy="57657"/>
            </a:xfrm>
            <a:custGeom>
              <a:avLst/>
              <a:gdLst/>
              <a:ahLst/>
              <a:cxnLst/>
              <a:rect l="l" t="t" r="r" b="b"/>
              <a:pathLst>
                <a:path w="5399" h="1467" extrusionOk="0">
                  <a:moveTo>
                    <a:pt x="5185" y="0"/>
                  </a:moveTo>
                  <a:cubicBezTo>
                    <a:pt x="5136" y="0"/>
                    <a:pt x="5083" y="14"/>
                    <a:pt x="5034" y="28"/>
                  </a:cubicBezTo>
                  <a:cubicBezTo>
                    <a:pt x="3891" y="284"/>
                    <a:pt x="2749" y="550"/>
                    <a:pt x="1606" y="816"/>
                  </a:cubicBezTo>
                  <a:cubicBezTo>
                    <a:pt x="1074" y="934"/>
                    <a:pt x="542" y="1062"/>
                    <a:pt x="0" y="1190"/>
                  </a:cubicBezTo>
                  <a:lnTo>
                    <a:pt x="0" y="1466"/>
                  </a:lnTo>
                  <a:cubicBezTo>
                    <a:pt x="40" y="1456"/>
                    <a:pt x="79" y="1456"/>
                    <a:pt x="118" y="1446"/>
                  </a:cubicBezTo>
                  <a:cubicBezTo>
                    <a:pt x="1734" y="1072"/>
                    <a:pt x="3359" y="688"/>
                    <a:pt x="4975" y="304"/>
                  </a:cubicBezTo>
                  <a:cubicBezTo>
                    <a:pt x="5073" y="284"/>
                    <a:pt x="5172" y="284"/>
                    <a:pt x="5261" y="245"/>
                  </a:cubicBezTo>
                  <a:cubicBezTo>
                    <a:pt x="5320" y="225"/>
                    <a:pt x="5359" y="156"/>
                    <a:pt x="5398" y="107"/>
                  </a:cubicBezTo>
                  <a:cubicBezTo>
                    <a:pt x="5349" y="77"/>
                    <a:pt x="5300" y="18"/>
                    <a:pt x="5241" y="8"/>
                  </a:cubicBezTo>
                  <a:cubicBezTo>
                    <a:pt x="5224" y="3"/>
                    <a:pt x="5205" y="0"/>
                    <a:pt x="5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9"/>
            <p:cNvSpPr/>
            <p:nvPr/>
          </p:nvSpPr>
          <p:spPr>
            <a:xfrm>
              <a:off x="160027" y="1909273"/>
              <a:ext cx="181201" cy="104545"/>
            </a:xfrm>
            <a:custGeom>
              <a:avLst/>
              <a:gdLst/>
              <a:ahLst/>
              <a:cxnLst/>
              <a:rect l="l" t="t" r="r" b="b"/>
              <a:pathLst>
                <a:path w="4611" h="2660" extrusionOk="0">
                  <a:moveTo>
                    <a:pt x="4443" y="0"/>
                  </a:moveTo>
                  <a:cubicBezTo>
                    <a:pt x="4404" y="0"/>
                    <a:pt x="4364" y="30"/>
                    <a:pt x="4325" y="50"/>
                  </a:cubicBezTo>
                  <a:cubicBezTo>
                    <a:pt x="3300" y="611"/>
                    <a:pt x="2286" y="1173"/>
                    <a:pt x="1271" y="1724"/>
                  </a:cubicBezTo>
                  <a:cubicBezTo>
                    <a:pt x="847" y="1951"/>
                    <a:pt x="424" y="2167"/>
                    <a:pt x="0" y="2384"/>
                  </a:cubicBezTo>
                  <a:lnTo>
                    <a:pt x="0" y="2660"/>
                  </a:lnTo>
                  <a:cubicBezTo>
                    <a:pt x="49" y="2650"/>
                    <a:pt x="99" y="2650"/>
                    <a:pt x="138" y="2630"/>
                  </a:cubicBezTo>
                  <a:cubicBezTo>
                    <a:pt x="572" y="2404"/>
                    <a:pt x="1005" y="2177"/>
                    <a:pt x="1438" y="1941"/>
                  </a:cubicBezTo>
                  <a:cubicBezTo>
                    <a:pt x="2443" y="1389"/>
                    <a:pt x="3458" y="838"/>
                    <a:pt x="4472" y="286"/>
                  </a:cubicBezTo>
                  <a:cubicBezTo>
                    <a:pt x="4502" y="266"/>
                    <a:pt x="4551" y="247"/>
                    <a:pt x="4561" y="217"/>
                  </a:cubicBezTo>
                  <a:cubicBezTo>
                    <a:pt x="4591" y="168"/>
                    <a:pt x="4610" y="89"/>
                    <a:pt x="4591" y="40"/>
                  </a:cubicBezTo>
                  <a:cubicBezTo>
                    <a:pt x="4581" y="10"/>
                    <a:pt x="4492" y="0"/>
                    <a:pt x="4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9"/>
            <p:cNvSpPr/>
            <p:nvPr/>
          </p:nvSpPr>
          <p:spPr>
            <a:xfrm>
              <a:off x="160027" y="1980013"/>
              <a:ext cx="116949" cy="67875"/>
            </a:xfrm>
            <a:custGeom>
              <a:avLst/>
              <a:gdLst/>
              <a:ahLst/>
              <a:cxnLst/>
              <a:rect l="l" t="t" r="r" b="b"/>
              <a:pathLst>
                <a:path w="2976" h="1727" extrusionOk="0">
                  <a:moveTo>
                    <a:pt x="2836" y="0"/>
                  </a:moveTo>
                  <a:cubicBezTo>
                    <a:pt x="2826" y="0"/>
                    <a:pt x="2816" y="1"/>
                    <a:pt x="2808" y="3"/>
                  </a:cubicBezTo>
                  <a:cubicBezTo>
                    <a:pt x="2729" y="13"/>
                    <a:pt x="2660" y="62"/>
                    <a:pt x="2591" y="102"/>
                  </a:cubicBezTo>
                  <a:cubicBezTo>
                    <a:pt x="1734" y="545"/>
                    <a:pt x="867" y="998"/>
                    <a:pt x="0" y="1451"/>
                  </a:cubicBezTo>
                  <a:lnTo>
                    <a:pt x="0" y="1727"/>
                  </a:lnTo>
                  <a:cubicBezTo>
                    <a:pt x="30" y="1717"/>
                    <a:pt x="69" y="1727"/>
                    <a:pt x="99" y="1707"/>
                  </a:cubicBezTo>
                  <a:cubicBezTo>
                    <a:pt x="1015" y="1234"/>
                    <a:pt x="1921" y="752"/>
                    <a:pt x="2837" y="269"/>
                  </a:cubicBezTo>
                  <a:cubicBezTo>
                    <a:pt x="2867" y="259"/>
                    <a:pt x="2906" y="239"/>
                    <a:pt x="2916" y="220"/>
                  </a:cubicBezTo>
                  <a:cubicBezTo>
                    <a:pt x="2946" y="161"/>
                    <a:pt x="2975" y="92"/>
                    <a:pt x="2955" y="52"/>
                  </a:cubicBezTo>
                  <a:cubicBezTo>
                    <a:pt x="2947" y="20"/>
                    <a:pt x="2885" y="0"/>
                    <a:pt x="28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9"/>
            <p:cNvSpPr/>
            <p:nvPr/>
          </p:nvSpPr>
          <p:spPr>
            <a:xfrm>
              <a:off x="160027" y="949689"/>
              <a:ext cx="118482" cy="23542"/>
            </a:xfrm>
            <a:custGeom>
              <a:avLst/>
              <a:gdLst/>
              <a:ahLst/>
              <a:cxnLst/>
              <a:rect l="l" t="t" r="r" b="b"/>
              <a:pathLst>
                <a:path w="3015" h="599" extrusionOk="0">
                  <a:moveTo>
                    <a:pt x="1994" y="1"/>
                  </a:moveTo>
                  <a:cubicBezTo>
                    <a:pt x="1668" y="1"/>
                    <a:pt x="1341" y="39"/>
                    <a:pt x="1015" y="106"/>
                  </a:cubicBezTo>
                  <a:cubicBezTo>
                    <a:pt x="680" y="175"/>
                    <a:pt x="345" y="254"/>
                    <a:pt x="0" y="322"/>
                  </a:cubicBezTo>
                  <a:lnTo>
                    <a:pt x="0" y="598"/>
                  </a:lnTo>
                  <a:lnTo>
                    <a:pt x="40" y="598"/>
                  </a:lnTo>
                  <a:cubicBezTo>
                    <a:pt x="684" y="429"/>
                    <a:pt x="1324" y="273"/>
                    <a:pt x="1975" y="273"/>
                  </a:cubicBezTo>
                  <a:cubicBezTo>
                    <a:pt x="2270" y="273"/>
                    <a:pt x="2566" y="305"/>
                    <a:pt x="2867" y="382"/>
                  </a:cubicBezTo>
                  <a:cubicBezTo>
                    <a:pt x="2870" y="382"/>
                    <a:pt x="2873" y="383"/>
                    <a:pt x="2877" y="383"/>
                  </a:cubicBezTo>
                  <a:cubicBezTo>
                    <a:pt x="2919" y="383"/>
                    <a:pt x="2996" y="330"/>
                    <a:pt x="3005" y="303"/>
                  </a:cubicBezTo>
                  <a:cubicBezTo>
                    <a:pt x="3015" y="254"/>
                    <a:pt x="2975" y="175"/>
                    <a:pt x="2936" y="145"/>
                  </a:cubicBezTo>
                  <a:cubicBezTo>
                    <a:pt x="2886" y="106"/>
                    <a:pt x="2818" y="96"/>
                    <a:pt x="2758" y="76"/>
                  </a:cubicBezTo>
                  <a:cubicBezTo>
                    <a:pt x="2504" y="24"/>
                    <a:pt x="2249" y="1"/>
                    <a:pt x="19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9"/>
            <p:cNvSpPr/>
            <p:nvPr/>
          </p:nvSpPr>
          <p:spPr>
            <a:xfrm>
              <a:off x="160027" y="2209681"/>
              <a:ext cx="110347" cy="36433"/>
            </a:xfrm>
            <a:custGeom>
              <a:avLst/>
              <a:gdLst/>
              <a:ahLst/>
              <a:cxnLst/>
              <a:rect l="l" t="t" r="r" b="b"/>
              <a:pathLst>
                <a:path w="2808" h="927" extrusionOk="0">
                  <a:moveTo>
                    <a:pt x="2650" y="0"/>
                  </a:moveTo>
                  <a:cubicBezTo>
                    <a:pt x="2581" y="0"/>
                    <a:pt x="2512" y="20"/>
                    <a:pt x="2443" y="40"/>
                  </a:cubicBezTo>
                  <a:cubicBezTo>
                    <a:pt x="1626" y="247"/>
                    <a:pt x="818" y="444"/>
                    <a:pt x="0" y="651"/>
                  </a:cubicBezTo>
                  <a:lnTo>
                    <a:pt x="0" y="926"/>
                  </a:lnTo>
                  <a:cubicBezTo>
                    <a:pt x="808" y="729"/>
                    <a:pt x="1606" y="523"/>
                    <a:pt x="2404" y="326"/>
                  </a:cubicBezTo>
                  <a:cubicBezTo>
                    <a:pt x="2512" y="296"/>
                    <a:pt x="2611" y="286"/>
                    <a:pt x="2709" y="247"/>
                  </a:cubicBezTo>
                  <a:cubicBezTo>
                    <a:pt x="2758" y="227"/>
                    <a:pt x="2808" y="138"/>
                    <a:pt x="2798" y="99"/>
                  </a:cubicBezTo>
                  <a:cubicBezTo>
                    <a:pt x="2788" y="60"/>
                    <a:pt x="2709" y="10"/>
                    <a:pt x="26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9"/>
            <p:cNvSpPr/>
            <p:nvPr/>
          </p:nvSpPr>
          <p:spPr>
            <a:xfrm>
              <a:off x="160027" y="1728848"/>
              <a:ext cx="74744" cy="86780"/>
            </a:xfrm>
            <a:custGeom>
              <a:avLst/>
              <a:gdLst/>
              <a:ahLst/>
              <a:cxnLst/>
              <a:rect l="l" t="t" r="r" b="b"/>
              <a:pathLst>
                <a:path w="1902" h="2208" extrusionOk="0">
                  <a:moveTo>
                    <a:pt x="1811" y="0"/>
                  </a:moveTo>
                  <a:cubicBezTo>
                    <a:pt x="1777" y="0"/>
                    <a:pt x="1735" y="8"/>
                    <a:pt x="1704" y="21"/>
                  </a:cubicBezTo>
                  <a:cubicBezTo>
                    <a:pt x="1665" y="30"/>
                    <a:pt x="1645" y="80"/>
                    <a:pt x="1616" y="119"/>
                  </a:cubicBezTo>
                  <a:cubicBezTo>
                    <a:pt x="1074" y="710"/>
                    <a:pt x="542" y="1301"/>
                    <a:pt x="0" y="1892"/>
                  </a:cubicBezTo>
                  <a:lnTo>
                    <a:pt x="0" y="2207"/>
                  </a:lnTo>
                  <a:cubicBezTo>
                    <a:pt x="89" y="2138"/>
                    <a:pt x="187" y="2089"/>
                    <a:pt x="256" y="2010"/>
                  </a:cubicBezTo>
                  <a:cubicBezTo>
                    <a:pt x="778" y="1449"/>
                    <a:pt x="1291" y="868"/>
                    <a:pt x="1813" y="296"/>
                  </a:cubicBezTo>
                  <a:cubicBezTo>
                    <a:pt x="1842" y="257"/>
                    <a:pt x="1892" y="218"/>
                    <a:pt x="1892" y="168"/>
                  </a:cubicBezTo>
                  <a:cubicBezTo>
                    <a:pt x="1901" y="119"/>
                    <a:pt x="1901" y="40"/>
                    <a:pt x="1862" y="11"/>
                  </a:cubicBezTo>
                  <a:cubicBezTo>
                    <a:pt x="1851" y="3"/>
                    <a:pt x="1832" y="0"/>
                    <a:pt x="18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9"/>
            <p:cNvSpPr/>
            <p:nvPr/>
          </p:nvSpPr>
          <p:spPr>
            <a:xfrm>
              <a:off x="160027" y="1202623"/>
              <a:ext cx="106496" cy="33839"/>
            </a:xfrm>
            <a:custGeom>
              <a:avLst/>
              <a:gdLst/>
              <a:ahLst/>
              <a:cxnLst/>
              <a:rect l="l" t="t" r="r" b="b"/>
              <a:pathLst>
                <a:path w="2710" h="861" extrusionOk="0">
                  <a:moveTo>
                    <a:pt x="2550" y="0"/>
                  </a:moveTo>
                  <a:cubicBezTo>
                    <a:pt x="2525" y="0"/>
                    <a:pt x="2502" y="4"/>
                    <a:pt x="2483" y="14"/>
                  </a:cubicBezTo>
                  <a:cubicBezTo>
                    <a:pt x="1704" y="418"/>
                    <a:pt x="867" y="555"/>
                    <a:pt x="0" y="585"/>
                  </a:cubicBezTo>
                  <a:lnTo>
                    <a:pt x="0" y="861"/>
                  </a:lnTo>
                  <a:cubicBezTo>
                    <a:pt x="355" y="821"/>
                    <a:pt x="719" y="792"/>
                    <a:pt x="1074" y="733"/>
                  </a:cubicBezTo>
                  <a:cubicBezTo>
                    <a:pt x="1606" y="644"/>
                    <a:pt x="2138" y="526"/>
                    <a:pt x="2601" y="230"/>
                  </a:cubicBezTo>
                  <a:cubicBezTo>
                    <a:pt x="2660" y="191"/>
                    <a:pt x="2670" y="83"/>
                    <a:pt x="2709" y="14"/>
                  </a:cubicBezTo>
                  <a:cubicBezTo>
                    <a:pt x="2657" y="14"/>
                    <a:pt x="2600" y="0"/>
                    <a:pt x="25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9"/>
            <p:cNvSpPr/>
            <p:nvPr/>
          </p:nvSpPr>
          <p:spPr>
            <a:xfrm>
              <a:off x="160027" y="1204981"/>
              <a:ext cx="19374" cy="10140"/>
            </a:xfrm>
            <a:custGeom>
              <a:avLst/>
              <a:gdLst/>
              <a:ahLst/>
              <a:cxnLst/>
              <a:rect l="l" t="t" r="r" b="b"/>
              <a:pathLst>
                <a:path w="493" h="258" extrusionOk="0">
                  <a:moveTo>
                    <a:pt x="255" y="0"/>
                  </a:moveTo>
                  <a:cubicBezTo>
                    <a:pt x="174" y="0"/>
                    <a:pt x="87" y="13"/>
                    <a:pt x="0" y="13"/>
                  </a:cubicBezTo>
                  <a:lnTo>
                    <a:pt x="0" y="249"/>
                  </a:lnTo>
                  <a:cubicBezTo>
                    <a:pt x="72" y="249"/>
                    <a:pt x="145" y="258"/>
                    <a:pt x="214" y="258"/>
                  </a:cubicBezTo>
                  <a:cubicBezTo>
                    <a:pt x="249" y="258"/>
                    <a:pt x="283" y="256"/>
                    <a:pt x="315" y="249"/>
                  </a:cubicBezTo>
                  <a:cubicBezTo>
                    <a:pt x="375" y="229"/>
                    <a:pt x="434" y="160"/>
                    <a:pt x="493" y="111"/>
                  </a:cubicBezTo>
                  <a:cubicBezTo>
                    <a:pt x="434" y="72"/>
                    <a:pt x="375" y="13"/>
                    <a:pt x="315" y="3"/>
                  </a:cubicBezTo>
                  <a:cubicBezTo>
                    <a:pt x="296" y="1"/>
                    <a:pt x="276" y="0"/>
                    <a:pt x="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9"/>
            <p:cNvSpPr/>
            <p:nvPr/>
          </p:nvSpPr>
          <p:spPr>
            <a:xfrm>
              <a:off x="609851" y="1726254"/>
              <a:ext cx="188196" cy="387876"/>
            </a:xfrm>
            <a:custGeom>
              <a:avLst/>
              <a:gdLst/>
              <a:ahLst/>
              <a:cxnLst/>
              <a:rect l="l" t="t" r="r" b="b"/>
              <a:pathLst>
                <a:path w="4789" h="9869" extrusionOk="0">
                  <a:moveTo>
                    <a:pt x="1537" y="244"/>
                  </a:moveTo>
                  <a:cubicBezTo>
                    <a:pt x="1606" y="323"/>
                    <a:pt x="1675" y="382"/>
                    <a:pt x="1715" y="451"/>
                  </a:cubicBezTo>
                  <a:cubicBezTo>
                    <a:pt x="1843" y="687"/>
                    <a:pt x="1971" y="934"/>
                    <a:pt x="2089" y="1180"/>
                  </a:cubicBezTo>
                  <a:cubicBezTo>
                    <a:pt x="2191" y="1396"/>
                    <a:pt x="2278" y="1495"/>
                    <a:pt x="2407" y="1495"/>
                  </a:cubicBezTo>
                  <a:cubicBezTo>
                    <a:pt x="2489" y="1495"/>
                    <a:pt x="2589" y="1454"/>
                    <a:pt x="2720" y="1377"/>
                  </a:cubicBezTo>
                  <a:cubicBezTo>
                    <a:pt x="2848" y="1308"/>
                    <a:pt x="2966" y="1229"/>
                    <a:pt x="3104" y="1180"/>
                  </a:cubicBezTo>
                  <a:cubicBezTo>
                    <a:pt x="3170" y="1153"/>
                    <a:pt x="3225" y="1139"/>
                    <a:pt x="3268" y="1139"/>
                  </a:cubicBezTo>
                  <a:cubicBezTo>
                    <a:pt x="3366" y="1139"/>
                    <a:pt x="3406" y="1210"/>
                    <a:pt x="3399" y="1367"/>
                  </a:cubicBezTo>
                  <a:cubicBezTo>
                    <a:pt x="3389" y="1850"/>
                    <a:pt x="3350" y="2323"/>
                    <a:pt x="3311" y="2805"/>
                  </a:cubicBezTo>
                  <a:cubicBezTo>
                    <a:pt x="3301" y="2973"/>
                    <a:pt x="3252" y="3140"/>
                    <a:pt x="3242" y="3308"/>
                  </a:cubicBezTo>
                  <a:cubicBezTo>
                    <a:pt x="3219" y="3546"/>
                    <a:pt x="3310" y="3672"/>
                    <a:pt x="3488" y="3672"/>
                  </a:cubicBezTo>
                  <a:cubicBezTo>
                    <a:pt x="3545" y="3672"/>
                    <a:pt x="3611" y="3659"/>
                    <a:pt x="3685" y="3633"/>
                  </a:cubicBezTo>
                  <a:cubicBezTo>
                    <a:pt x="3793" y="3593"/>
                    <a:pt x="3892" y="3534"/>
                    <a:pt x="4010" y="3495"/>
                  </a:cubicBezTo>
                  <a:cubicBezTo>
                    <a:pt x="4119" y="3453"/>
                    <a:pt x="4211" y="3432"/>
                    <a:pt x="4286" y="3432"/>
                  </a:cubicBezTo>
                  <a:cubicBezTo>
                    <a:pt x="4489" y="3432"/>
                    <a:pt x="4565" y="3587"/>
                    <a:pt x="4493" y="3889"/>
                  </a:cubicBezTo>
                  <a:cubicBezTo>
                    <a:pt x="4375" y="4362"/>
                    <a:pt x="4256" y="4835"/>
                    <a:pt x="4079" y="5288"/>
                  </a:cubicBezTo>
                  <a:cubicBezTo>
                    <a:pt x="3852" y="5869"/>
                    <a:pt x="3577" y="6430"/>
                    <a:pt x="3301" y="7031"/>
                  </a:cubicBezTo>
                  <a:cubicBezTo>
                    <a:pt x="3202" y="6805"/>
                    <a:pt x="3183" y="6371"/>
                    <a:pt x="3252" y="6194"/>
                  </a:cubicBezTo>
                  <a:cubicBezTo>
                    <a:pt x="3409" y="5770"/>
                    <a:pt x="3567" y="5347"/>
                    <a:pt x="3724" y="4923"/>
                  </a:cubicBezTo>
                  <a:cubicBezTo>
                    <a:pt x="3744" y="4844"/>
                    <a:pt x="3744" y="4697"/>
                    <a:pt x="3695" y="4677"/>
                  </a:cubicBezTo>
                  <a:cubicBezTo>
                    <a:pt x="3667" y="4660"/>
                    <a:pt x="3643" y="4653"/>
                    <a:pt x="3622" y="4653"/>
                  </a:cubicBezTo>
                  <a:cubicBezTo>
                    <a:pt x="3546" y="4653"/>
                    <a:pt x="3509" y="4748"/>
                    <a:pt x="3478" y="4825"/>
                  </a:cubicBezTo>
                  <a:cubicBezTo>
                    <a:pt x="3360" y="5120"/>
                    <a:pt x="3242" y="5416"/>
                    <a:pt x="3114" y="5751"/>
                  </a:cubicBezTo>
                  <a:cubicBezTo>
                    <a:pt x="3055" y="5426"/>
                    <a:pt x="2995" y="5150"/>
                    <a:pt x="2956" y="4864"/>
                  </a:cubicBezTo>
                  <a:cubicBezTo>
                    <a:pt x="2946" y="4785"/>
                    <a:pt x="2986" y="4687"/>
                    <a:pt x="3015" y="4608"/>
                  </a:cubicBezTo>
                  <a:cubicBezTo>
                    <a:pt x="3084" y="4431"/>
                    <a:pt x="3173" y="4273"/>
                    <a:pt x="3222" y="4096"/>
                  </a:cubicBezTo>
                  <a:cubicBezTo>
                    <a:pt x="3242" y="4037"/>
                    <a:pt x="3202" y="3958"/>
                    <a:pt x="3192" y="3889"/>
                  </a:cubicBezTo>
                  <a:cubicBezTo>
                    <a:pt x="3123" y="3928"/>
                    <a:pt x="3035" y="3938"/>
                    <a:pt x="2995" y="3997"/>
                  </a:cubicBezTo>
                  <a:cubicBezTo>
                    <a:pt x="2936" y="4076"/>
                    <a:pt x="2907" y="4175"/>
                    <a:pt x="2857" y="4283"/>
                  </a:cubicBezTo>
                  <a:cubicBezTo>
                    <a:pt x="2651" y="3840"/>
                    <a:pt x="2808" y="3426"/>
                    <a:pt x="2877" y="3012"/>
                  </a:cubicBezTo>
                  <a:cubicBezTo>
                    <a:pt x="2917" y="2796"/>
                    <a:pt x="2995" y="2589"/>
                    <a:pt x="3035" y="2382"/>
                  </a:cubicBezTo>
                  <a:cubicBezTo>
                    <a:pt x="3055" y="2323"/>
                    <a:pt x="3005" y="2244"/>
                    <a:pt x="2986" y="2175"/>
                  </a:cubicBezTo>
                  <a:cubicBezTo>
                    <a:pt x="2917" y="2214"/>
                    <a:pt x="2818" y="2244"/>
                    <a:pt x="2798" y="2293"/>
                  </a:cubicBezTo>
                  <a:cubicBezTo>
                    <a:pt x="2720" y="2500"/>
                    <a:pt x="2680" y="2727"/>
                    <a:pt x="2621" y="2943"/>
                  </a:cubicBezTo>
                  <a:cubicBezTo>
                    <a:pt x="2611" y="2993"/>
                    <a:pt x="2592" y="3042"/>
                    <a:pt x="2582" y="3091"/>
                  </a:cubicBezTo>
                  <a:cubicBezTo>
                    <a:pt x="2463" y="2756"/>
                    <a:pt x="2355" y="2431"/>
                    <a:pt x="2227" y="2116"/>
                  </a:cubicBezTo>
                  <a:cubicBezTo>
                    <a:pt x="2186" y="2018"/>
                    <a:pt x="2139" y="1867"/>
                    <a:pt x="2024" y="1867"/>
                  </a:cubicBezTo>
                  <a:cubicBezTo>
                    <a:pt x="2000" y="1867"/>
                    <a:pt x="1972" y="1874"/>
                    <a:pt x="1941" y="1889"/>
                  </a:cubicBezTo>
                  <a:cubicBezTo>
                    <a:pt x="1764" y="1988"/>
                    <a:pt x="1951" y="2106"/>
                    <a:pt x="1991" y="2224"/>
                  </a:cubicBezTo>
                  <a:cubicBezTo>
                    <a:pt x="2138" y="2677"/>
                    <a:pt x="2286" y="3140"/>
                    <a:pt x="2434" y="3593"/>
                  </a:cubicBezTo>
                  <a:cubicBezTo>
                    <a:pt x="2414" y="3613"/>
                    <a:pt x="2395" y="3623"/>
                    <a:pt x="2385" y="3633"/>
                  </a:cubicBezTo>
                  <a:cubicBezTo>
                    <a:pt x="2168" y="3544"/>
                    <a:pt x="1961" y="3456"/>
                    <a:pt x="1744" y="3367"/>
                  </a:cubicBezTo>
                  <a:cubicBezTo>
                    <a:pt x="1695" y="3347"/>
                    <a:pt x="1646" y="3308"/>
                    <a:pt x="1606" y="3308"/>
                  </a:cubicBezTo>
                  <a:cubicBezTo>
                    <a:pt x="1537" y="3308"/>
                    <a:pt x="1478" y="3337"/>
                    <a:pt x="1409" y="3357"/>
                  </a:cubicBezTo>
                  <a:cubicBezTo>
                    <a:pt x="1439" y="3416"/>
                    <a:pt x="1459" y="3515"/>
                    <a:pt x="1508" y="3534"/>
                  </a:cubicBezTo>
                  <a:cubicBezTo>
                    <a:pt x="1744" y="3653"/>
                    <a:pt x="1981" y="3761"/>
                    <a:pt x="2227" y="3859"/>
                  </a:cubicBezTo>
                  <a:cubicBezTo>
                    <a:pt x="2424" y="3928"/>
                    <a:pt x="2542" y="4047"/>
                    <a:pt x="2552" y="4273"/>
                  </a:cubicBezTo>
                  <a:cubicBezTo>
                    <a:pt x="2562" y="4401"/>
                    <a:pt x="2601" y="4539"/>
                    <a:pt x="2641" y="4697"/>
                  </a:cubicBezTo>
                  <a:cubicBezTo>
                    <a:pt x="2444" y="4598"/>
                    <a:pt x="2276" y="4500"/>
                    <a:pt x="2109" y="4421"/>
                  </a:cubicBezTo>
                  <a:cubicBezTo>
                    <a:pt x="2093" y="4413"/>
                    <a:pt x="2075" y="4410"/>
                    <a:pt x="2057" y="4410"/>
                  </a:cubicBezTo>
                  <a:cubicBezTo>
                    <a:pt x="2007" y="4410"/>
                    <a:pt x="1952" y="4431"/>
                    <a:pt x="1902" y="4431"/>
                  </a:cubicBezTo>
                  <a:cubicBezTo>
                    <a:pt x="1932" y="4500"/>
                    <a:pt x="1941" y="4608"/>
                    <a:pt x="1991" y="4638"/>
                  </a:cubicBezTo>
                  <a:cubicBezTo>
                    <a:pt x="2188" y="4776"/>
                    <a:pt x="2414" y="4884"/>
                    <a:pt x="2611" y="5012"/>
                  </a:cubicBezTo>
                  <a:cubicBezTo>
                    <a:pt x="2670" y="5041"/>
                    <a:pt x="2720" y="5110"/>
                    <a:pt x="2729" y="5170"/>
                  </a:cubicBezTo>
                  <a:cubicBezTo>
                    <a:pt x="2789" y="5465"/>
                    <a:pt x="2828" y="5770"/>
                    <a:pt x="2877" y="6076"/>
                  </a:cubicBezTo>
                  <a:lnTo>
                    <a:pt x="2877" y="6125"/>
                  </a:lnTo>
                  <a:cubicBezTo>
                    <a:pt x="2867" y="6115"/>
                    <a:pt x="2867" y="6105"/>
                    <a:pt x="2857" y="6096"/>
                  </a:cubicBezTo>
                  <a:cubicBezTo>
                    <a:pt x="2582" y="5889"/>
                    <a:pt x="2306" y="5682"/>
                    <a:pt x="2030" y="5475"/>
                  </a:cubicBezTo>
                  <a:cubicBezTo>
                    <a:pt x="1988" y="5447"/>
                    <a:pt x="1905" y="5424"/>
                    <a:pt x="1847" y="5424"/>
                  </a:cubicBezTo>
                  <a:cubicBezTo>
                    <a:pt x="1824" y="5424"/>
                    <a:pt x="1805" y="5427"/>
                    <a:pt x="1794" y="5436"/>
                  </a:cubicBezTo>
                  <a:cubicBezTo>
                    <a:pt x="1695" y="5534"/>
                    <a:pt x="1794" y="5613"/>
                    <a:pt x="1863" y="5672"/>
                  </a:cubicBezTo>
                  <a:cubicBezTo>
                    <a:pt x="2168" y="5918"/>
                    <a:pt x="2463" y="6155"/>
                    <a:pt x="2759" y="6381"/>
                  </a:cubicBezTo>
                  <a:cubicBezTo>
                    <a:pt x="2877" y="6470"/>
                    <a:pt x="2956" y="6559"/>
                    <a:pt x="2956" y="6716"/>
                  </a:cubicBezTo>
                  <a:cubicBezTo>
                    <a:pt x="2966" y="6943"/>
                    <a:pt x="2986" y="7169"/>
                    <a:pt x="3005" y="7406"/>
                  </a:cubicBezTo>
                  <a:cubicBezTo>
                    <a:pt x="2966" y="7396"/>
                    <a:pt x="2936" y="7396"/>
                    <a:pt x="2917" y="7386"/>
                  </a:cubicBezTo>
                  <a:cubicBezTo>
                    <a:pt x="2129" y="6874"/>
                    <a:pt x="1331" y="6391"/>
                    <a:pt x="730" y="5642"/>
                  </a:cubicBezTo>
                  <a:cubicBezTo>
                    <a:pt x="651" y="5544"/>
                    <a:pt x="592" y="5436"/>
                    <a:pt x="523" y="5327"/>
                  </a:cubicBezTo>
                  <a:cubicBezTo>
                    <a:pt x="454" y="5209"/>
                    <a:pt x="503" y="5140"/>
                    <a:pt x="631" y="5120"/>
                  </a:cubicBezTo>
                  <a:cubicBezTo>
                    <a:pt x="809" y="5101"/>
                    <a:pt x="986" y="5110"/>
                    <a:pt x="1153" y="5071"/>
                  </a:cubicBezTo>
                  <a:cubicBezTo>
                    <a:pt x="1272" y="5051"/>
                    <a:pt x="1429" y="5002"/>
                    <a:pt x="1478" y="4923"/>
                  </a:cubicBezTo>
                  <a:cubicBezTo>
                    <a:pt x="1508" y="4864"/>
                    <a:pt x="1429" y="4687"/>
                    <a:pt x="1350" y="4608"/>
                  </a:cubicBezTo>
                  <a:cubicBezTo>
                    <a:pt x="1134" y="4381"/>
                    <a:pt x="877" y="4175"/>
                    <a:pt x="661" y="3938"/>
                  </a:cubicBezTo>
                  <a:cubicBezTo>
                    <a:pt x="533" y="3810"/>
                    <a:pt x="424" y="3653"/>
                    <a:pt x="365" y="3485"/>
                  </a:cubicBezTo>
                  <a:cubicBezTo>
                    <a:pt x="277" y="3268"/>
                    <a:pt x="365" y="3130"/>
                    <a:pt x="602" y="3091"/>
                  </a:cubicBezTo>
                  <a:cubicBezTo>
                    <a:pt x="749" y="3071"/>
                    <a:pt x="897" y="3071"/>
                    <a:pt x="1055" y="3062"/>
                  </a:cubicBezTo>
                  <a:cubicBezTo>
                    <a:pt x="1380" y="3042"/>
                    <a:pt x="1469" y="2933"/>
                    <a:pt x="1439" y="2599"/>
                  </a:cubicBezTo>
                  <a:cubicBezTo>
                    <a:pt x="1390" y="2067"/>
                    <a:pt x="1350" y="1535"/>
                    <a:pt x="1331" y="1013"/>
                  </a:cubicBezTo>
                  <a:cubicBezTo>
                    <a:pt x="1321" y="825"/>
                    <a:pt x="1370" y="648"/>
                    <a:pt x="1409" y="471"/>
                  </a:cubicBezTo>
                  <a:cubicBezTo>
                    <a:pt x="1419" y="402"/>
                    <a:pt x="1478" y="333"/>
                    <a:pt x="1537" y="244"/>
                  </a:cubicBezTo>
                  <a:close/>
                  <a:moveTo>
                    <a:pt x="1538" y="0"/>
                  </a:moveTo>
                  <a:cubicBezTo>
                    <a:pt x="1398" y="0"/>
                    <a:pt x="1265" y="98"/>
                    <a:pt x="1183" y="284"/>
                  </a:cubicBezTo>
                  <a:cubicBezTo>
                    <a:pt x="1134" y="402"/>
                    <a:pt x="1084" y="540"/>
                    <a:pt x="1084" y="668"/>
                  </a:cubicBezTo>
                  <a:cubicBezTo>
                    <a:pt x="1084" y="1111"/>
                    <a:pt x="1094" y="1564"/>
                    <a:pt x="1104" y="2017"/>
                  </a:cubicBezTo>
                  <a:cubicBezTo>
                    <a:pt x="1114" y="2264"/>
                    <a:pt x="1153" y="2520"/>
                    <a:pt x="1173" y="2776"/>
                  </a:cubicBezTo>
                  <a:cubicBezTo>
                    <a:pt x="956" y="2786"/>
                    <a:pt x="779" y="2805"/>
                    <a:pt x="592" y="2815"/>
                  </a:cubicBezTo>
                  <a:cubicBezTo>
                    <a:pt x="198" y="2855"/>
                    <a:pt x="1" y="3130"/>
                    <a:pt x="89" y="3515"/>
                  </a:cubicBezTo>
                  <a:cubicBezTo>
                    <a:pt x="149" y="3820"/>
                    <a:pt x="355" y="4037"/>
                    <a:pt x="562" y="4244"/>
                  </a:cubicBezTo>
                  <a:cubicBezTo>
                    <a:pt x="759" y="4421"/>
                    <a:pt x="946" y="4598"/>
                    <a:pt x="1173" y="4805"/>
                  </a:cubicBezTo>
                  <a:cubicBezTo>
                    <a:pt x="927" y="4825"/>
                    <a:pt x="740" y="4835"/>
                    <a:pt x="552" y="4864"/>
                  </a:cubicBezTo>
                  <a:cubicBezTo>
                    <a:pt x="247" y="4933"/>
                    <a:pt x="139" y="5130"/>
                    <a:pt x="267" y="5426"/>
                  </a:cubicBezTo>
                  <a:cubicBezTo>
                    <a:pt x="316" y="5524"/>
                    <a:pt x="375" y="5623"/>
                    <a:pt x="444" y="5711"/>
                  </a:cubicBezTo>
                  <a:cubicBezTo>
                    <a:pt x="1094" y="6568"/>
                    <a:pt x="1991" y="7110"/>
                    <a:pt x="2887" y="7662"/>
                  </a:cubicBezTo>
                  <a:cubicBezTo>
                    <a:pt x="2976" y="7721"/>
                    <a:pt x="3025" y="7760"/>
                    <a:pt x="3015" y="7869"/>
                  </a:cubicBezTo>
                  <a:cubicBezTo>
                    <a:pt x="2946" y="8460"/>
                    <a:pt x="2887" y="9041"/>
                    <a:pt x="2838" y="9632"/>
                  </a:cubicBezTo>
                  <a:cubicBezTo>
                    <a:pt x="2828" y="9701"/>
                    <a:pt x="2897" y="9790"/>
                    <a:pt x="2936" y="9868"/>
                  </a:cubicBezTo>
                  <a:cubicBezTo>
                    <a:pt x="2986" y="9809"/>
                    <a:pt x="3074" y="9750"/>
                    <a:pt x="3084" y="9681"/>
                  </a:cubicBezTo>
                  <a:cubicBezTo>
                    <a:pt x="3153" y="9041"/>
                    <a:pt x="3202" y="8410"/>
                    <a:pt x="3271" y="7770"/>
                  </a:cubicBezTo>
                  <a:cubicBezTo>
                    <a:pt x="3281" y="7642"/>
                    <a:pt x="3320" y="7514"/>
                    <a:pt x="3370" y="7396"/>
                  </a:cubicBezTo>
                  <a:cubicBezTo>
                    <a:pt x="3724" y="6618"/>
                    <a:pt x="4118" y="5859"/>
                    <a:pt x="4443" y="5061"/>
                  </a:cubicBezTo>
                  <a:cubicBezTo>
                    <a:pt x="4640" y="4618"/>
                    <a:pt x="4788" y="4145"/>
                    <a:pt x="4759" y="3633"/>
                  </a:cubicBezTo>
                  <a:cubicBezTo>
                    <a:pt x="4759" y="3436"/>
                    <a:pt x="4680" y="3259"/>
                    <a:pt x="4493" y="3199"/>
                  </a:cubicBezTo>
                  <a:cubicBezTo>
                    <a:pt x="4428" y="3182"/>
                    <a:pt x="4357" y="3174"/>
                    <a:pt x="4285" y="3174"/>
                  </a:cubicBezTo>
                  <a:cubicBezTo>
                    <a:pt x="4193" y="3174"/>
                    <a:pt x="4099" y="3187"/>
                    <a:pt x="4010" y="3209"/>
                  </a:cubicBezTo>
                  <a:cubicBezTo>
                    <a:pt x="3843" y="3239"/>
                    <a:pt x="3685" y="3327"/>
                    <a:pt x="3498" y="3406"/>
                  </a:cubicBezTo>
                  <a:cubicBezTo>
                    <a:pt x="3508" y="3318"/>
                    <a:pt x="3517" y="3259"/>
                    <a:pt x="3517" y="3199"/>
                  </a:cubicBezTo>
                  <a:cubicBezTo>
                    <a:pt x="3577" y="2608"/>
                    <a:pt x="3655" y="2017"/>
                    <a:pt x="3675" y="1426"/>
                  </a:cubicBezTo>
                  <a:cubicBezTo>
                    <a:pt x="3689" y="1061"/>
                    <a:pt x="3538" y="871"/>
                    <a:pt x="3281" y="871"/>
                  </a:cubicBezTo>
                  <a:cubicBezTo>
                    <a:pt x="3179" y="871"/>
                    <a:pt x="3059" y="901"/>
                    <a:pt x="2926" y="963"/>
                  </a:cubicBezTo>
                  <a:cubicBezTo>
                    <a:pt x="2798" y="1013"/>
                    <a:pt x="2680" y="1091"/>
                    <a:pt x="2562" y="1160"/>
                  </a:cubicBezTo>
                  <a:cubicBezTo>
                    <a:pt x="2523" y="1180"/>
                    <a:pt x="2473" y="1200"/>
                    <a:pt x="2414" y="1219"/>
                  </a:cubicBezTo>
                  <a:cubicBezTo>
                    <a:pt x="2355" y="1101"/>
                    <a:pt x="2306" y="993"/>
                    <a:pt x="2257" y="894"/>
                  </a:cubicBezTo>
                  <a:cubicBezTo>
                    <a:pt x="2129" y="658"/>
                    <a:pt x="2010" y="412"/>
                    <a:pt x="1863" y="195"/>
                  </a:cubicBezTo>
                  <a:cubicBezTo>
                    <a:pt x="1766" y="63"/>
                    <a:pt x="1650" y="0"/>
                    <a:pt x="15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9"/>
            <p:cNvSpPr/>
            <p:nvPr/>
          </p:nvSpPr>
          <p:spPr>
            <a:xfrm>
              <a:off x="396572" y="804751"/>
              <a:ext cx="123512" cy="246702"/>
            </a:xfrm>
            <a:custGeom>
              <a:avLst/>
              <a:gdLst/>
              <a:ahLst/>
              <a:cxnLst/>
              <a:rect l="l" t="t" r="r" b="b"/>
              <a:pathLst>
                <a:path w="3143" h="6277" extrusionOk="0">
                  <a:moveTo>
                    <a:pt x="1271" y="257"/>
                  </a:moveTo>
                  <a:cubicBezTo>
                    <a:pt x="1340" y="405"/>
                    <a:pt x="1409" y="553"/>
                    <a:pt x="1478" y="691"/>
                  </a:cubicBezTo>
                  <a:cubicBezTo>
                    <a:pt x="1517" y="779"/>
                    <a:pt x="1547" y="868"/>
                    <a:pt x="1576" y="947"/>
                  </a:cubicBezTo>
                  <a:cubicBezTo>
                    <a:pt x="1656" y="1210"/>
                    <a:pt x="1754" y="1329"/>
                    <a:pt x="1891" y="1329"/>
                  </a:cubicBezTo>
                  <a:cubicBezTo>
                    <a:pt x="1974" y="1329"/>
                    <a:pt x="2071" y="1285"/>
                    <a:pt x="2187" y="1203"/>
                  </a:cubicBezTo>
                  <a:cubicBezTo>
                    <a:pt x="2216" y="1173"/>
                    <a:pt x="2276" y="1164"/>
                    <a:pt x="2364" y="1134"/>
                  </a:cubicBezTo>
                  <a:lnTo>
                    <a:pt x="2364" y="1134"/>
                  </a:lnTo>
                  <a:cubicBezTo>
                    <a:pt x="2335" y="1361"/>
                    <a:pt x="2315" y="1548"/>
                    <a:pt x="2285" y="1725"/>
                  </a:cubicBezTo>
                  <a:cubicBezTo>
                    <a:pt x="2256" y="1912"/>
                    <a:pt x="2216" y="2090"/>
                    <a:pt x="2187" y="2267"/>
                  </a:cubicBezTo>
                  <a:cubicBezTo>
                    <a:pt x="2149" y="2540"/>
                    <a:pt x="2237" y="2642"/>
                    <a:pt x="2486" y="2642"/>
                  </a:cubicBezTo>
                  <a:cubicBezTo>
                    <a:pt x="2497" y="2642"/>
                    <a:pt x="2509" y="2642"/>
                    <a:pt x="2522" y="2641"/>
                  </a:cubicBezTo>
                  <a:cubicBezTo>
                    <a:pt x="2578" y="2637"/>
                    <a:pt x="2626" y="2634"/>
                    <a:pt x="2668" y="2634"/>
                  </a:cubicBezTo>
                  <a:cubicBezTo>
                    <a:pt x="2897" y="2634"/>
                    <a:pt x="2917" y="2715"/>
                    <a:pt x="2817" y="3016"/>
                  </a:cubicBezTo>
                  <a:cubicBezTo>
                    <a:pt x="2640" y="3498"/>
                    <a:pt x="2433" y="3961"/>
                    <a:pt x="2236" y="4434"/>
                  </a:cubicBezTo>
                  <a:cubicBezTo>
                    <a:pt x="2216" y="4434"/>
                    <a:pt x="2197" y="4424"/>
                    <a:pt x="2177" y="4424"/>
                  </a:cubicBezTo>
                  <a:cubicBezTo>
                    <a:pt x="2049" y="3833"/>
                    <a:pt x="1921" y="3242"/>
                    <a:pt x="1793" y="2651"/>
                  </a:cubicBezTo>
                  <a:cubicBezTo>
                    <a:pt x="1724" y="2365"/>
                    <a:pt x="1675" y="2070"/>
                    <a:pt x="1616" y="1784"/>
                  </a:cubicBezTo>
                  <a:cubicBezTo>
                    <a:pt x="1598" y="1698"/>
                    <a:pt x="1589" y="1590"/>
                    <a:pt x="1495" y="1590"/>
                  </a:cubicBezTo>
                  <a:cubicBezTo>
                    <a:pt x="1481" y="1590"/>
                    <a:pt x="1466" y="1592"/>
                    <a:pt x="1448" y="1597"/>
                  </a:cubicBezTo>
                  <a:cubicBezTo>
                    <a:pt x="1399" y="1607"/>
                    <a:pt x="1340" y="1755"/>
                    <a:pt x="1359" y="1824"/>
                  </a:cubicBezTo>
                  <a:cubicBezTo>
                    <a:pt x="1487" y="2484"/>
                    <a:pt x="1625" y="3134"/>
                    <a:pt x="1763" y="3794"/>
                  </a:cubicBezTo>
                  <a:cubicBezTo>
                    <a:pt x="1832" y="4099"/>
                    <a:pt x="1911" y="4414"/>
                    <a:pt x="1990" y="4769"/>
                  </a:cubicBezTo>
                  <a:cubicBezTo>
                    <a:pt x="1409" y="4414"/>
                    <a:pt x="837" y="4109"/>
                    <a:pt x="433" y="3538"/>
                  </a:cubicBezTo>
                  <a:cubicBezTo>
                    <a:pt x="552" y="3508"/>
                    <a:pt x="630" y="3479"/>
                    <a:pt x="709" y="3459"/>
                  </a:cubicBezTo>
                  <a:cubicBezTo>
                    <a:pt x="916" y="3410"/>
                    <a:pt x="956" y="3301"/>
                    <a:pt x="847" y="3114"/>
                  </a:cubicBezTo>
                  <a:cubicBezTo>
                    <a:pt x="699" y="2878"/>
                    <a:pt x="552" y="2631"/>
                    <a:pt x="414" y="2385"/>
                  </a:cubicBezTo>
                  <a:cubicBezTo>
                    <a:pt x="374" y="2326"/>
                    <a:pt x="365" y="2257"/>
                    <a:pt x="335" y="2168"/>
                  </a:cubicBezTo>
                  <a:lnTo>
                    <a:pt x="719" y="2168"/>
                  </a:lnTo>
                  <a:cubicBezTo>
                    <a:pt x="956" y="2159"/>
                    <a:pt x="1034" y="2090"/>
                    <a:pt x="1044" y="1853"/>
                  </a:cubicBezTo>
                  <a:cubicBezTo>
                    <a:pt x="1054" y="1479"/>
                    <a:pt x="1054" y="1114"/>
                    <a:pt x="1084" y="750"/>
                  </a:cubicBezTo>
                  <a:cubicBezTo>
                    <a:pt x="1093" y="582"/>
                    <a:pt x="1162" y="425"/>
                    <a:pt x="1202" y="267"/>
                  </a:cubicBezTo>
                  <a:cubicBezTo>
                    <a:pt x="1231" y="267"/>
                    <a:pt x="1251" y="267"/>
                    <a:pt x="1271" y="257"/>
                  </a:cubicBezTo>
                  <a:close/>
                  <a:moveTo>
                    <a:pt x="1226" y="1"/>
                  </a:moveTo>
                  <a:cubicBezTo>
                    <a:pt x="1221" y="1"/>
                    <a:pt x="1216" y="1"/>
                    <a:pt x="1212" y="1"/>
                  </a:cubicBezTo>
                  <a:cubicBezTo>
                    <a:pt x="1113" y="11"/>
                    <a:pt x="1025" y="139"/>
                    <a:pt x="936" y="238"/>
                  </a:cubicBezTo>
                  <a:cubicBezTo>
                    <a:pt x="896" y="277"/>
                    <a:pt x="887" y="356"/>
                    <a:pt x="877" y="415"/>
                  </a:cubicBezTo>
                  <a:cubicBezTo>
                    <a:pt x="837" y="829"/>
                    <a:pt x="808" y="1252"/>
                    <a:pt x="778" y="1666"/>
                  </a:cubicBezTo>
                  <a:cubicBezTo>
                    <a:pt x="768" y="1745"/>
                    <a:pt x="778" y="1824"/>
                    <a:pt x="778" y="1902"/>
                  </a:cubicBezTo>
                  <a:cubicBezTo>
                    <a:pt x="650" y="1893"/>
                    <a:pt x="552" y="1883"/>
                    <a:pt x="463" y="1883"/>
                  </a:cubicBezTo>
                  <a:cubicBezTo>
                    <a:pt x="128" y="1883"/>
                    <a:pt x="0" y="2050"/>
                    <a:pt x="108" y="2365"/>
                  </a:cubicBezTo>
                  <a:cubicBezTo>
                    <a:pt x="138" y="2464"/>
                    <a:pt x="187" y="2562"/>
                    <a:pt x="236" y="2651"/>
                  </a:cubicBezTo>
                  <a:cubicBezTo>
                    <a:pt x="345" y="2828"/>
                    <a:pt x="453" y="3006"/>
                    <a:pt x="571" y="3203"/>
                  </a:cubicBezTo>
                  <a:cubicBezTo>
                    <a:pt x="158" y="3360"/>
                    <a:pt x="79" y="3548"/>
                    <a:pt x="325" y="3843"/>
                  </a:cubicBezTo>
                  <a:cubicBezTo>
                    <a:pt x="768" y="4365"/>
                    <a:pt x="1340" y="4710"/>
                    <a:pt x="1941" y="5005"/>
                  </a:cubicBezTo>
                  <a:cubicBezTo>
                    <a:pt x="2049" y="5065"/>
                    <a:pt x="2108" y="5114"/>
                    <a:pt x="2147" y="5222"/>
                  </a:cubicBezTo>
                  <a:cubicBezTo>
                    <a:pt x="2256" y="5488"/>
                    <a:pt x="2364" y="5754"/>
                    <a:pt x="2492" y="6020"/>
                  </a:cubicBezTo>
                  <a:cubicBezTo>
                    <a:pt x="2532" y="6109"/>
                    <a:pt x="2581" y="6197"/>
                    <a:pt x="2650" y="6256"/>
                  </a:cubicBezTo>
                  <a:cubicBezTo>
                    <a:pt x="2666" y="6272"/>
                    <a:pt x="2691" y="6277"/>
                    <a:pt x="2720" y="6277"/>
                  </a:cubicBezTo>
                  <a:cubicBezTo>
                    <a:pt x="2763" y="6277"/>
                    <a:pt x="2815" y="6266"/>
                    <a:pt x="2857" y="6266"/>
                  </a:cubicBezTo>
                  <a:cubicBezTo>
                    <a:pt x="2857" y="6207"/>
                    <a:pt x="2867" y="6148"/>
                    <a:pt x="2847" y="6099"/>
                  </a:cubicBezTo>
                  <a:cubicBezTo>
                    <a:pt x="2679" y="5695"/>
                    <a:pt x="2502" y="5311"/>
                    <a:pt x="2325" y="4907"/>
                  </a:cubicBezTo>
                  <a:cubicBezTo>
                    <a:pt x="2315" y="4868"/>
                    <a:pt x="2315" y="4808"/>
                    <a:pt x="2335" y="4769"/>
                  </a:cubicBezTo>
                  <a:cubicBezTo>
                    <a:pt x="2551" y="4296"/>
                    <a:pt x="2788" y="3843"/>
                    <a:pt x="2985" y="3360"/>
                  </a:cubicBezTo>
                  <a:cubicBezTo>
                    <a:pt x="3064" y="3163"/>
                    <a:pt x="3113" y="2937"/>
                    <a:pt x="3123" y="2720"/>
                  </a:cubicBezTo>
                  <a:cubicBezTo>
                    <a:pt x="3142" y="2484"/>
                    <a:pt x="2985" y="2356"/>
                    <a:pt x="2758" y="2346"/>
                  </a:cubicBezTo>
                  <a:lnTo>
                    <a:pt x="2453" y="2346"/>
                  </a:lnTo>
                  <a:cubicBezTo>
                    <a:pt x="2463" y="2277"/>
                    <a:pt x="2473" y="2198"/>
                    <a:pt x="2482" y="2119"/>
                  </a:cubicBezTo>
                  <a:cubicBezTo>
                    <a:pt x="2532" y="1824"/>
                    <a:pt x="2601" y="1528"/>
                    <a:pt x="2610" y="1223"/>
                  </a:cubicBezTo>
                  <a:cubicBezTo>
                    <a:pt x="2626" y="996"/>
                    <a:pt x="2519" y="873"/>
                    <a:pt x="2339" y="873"/>
                  </a:cubicBezTo>
                  <a:cubicBezTo>
                    <a:pt x="2285" y="873"/>
                    <a:pt x="2224" y="885"/>
                    <a:pt x="2157" y="908"/>
                  </a:cubicBezTo>
                  <a:cubicBezTo>
                    <a:pt x="2079" y="937"/>
                    <a:pt x="2000" y="986"/>
                    <a:pt x="1901" y="1036"/>
                  </a:cubicBezTo>
                  <a:cubicBezTo>
                    <a:pt x="1862" y="927"/>
                    <a:pt x="1822" y="829"/>
                    <a:pt x="1783" y="730"/>
                  </a:cubicBezTo>
                  <a:cubicBezTo>
                    <a:pt x="1704" y="553"/>
                    <a:pt x="1635" y="356"/>
                    <a:pt x="1527" y="188"/>
                  </a:cubicBezTo>
                  <a:cubicBezTo>
                    <a:pt x="1461" y="94"/>
                    <a:pt x="1324" y="1"/>
                    <a:pt x="1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9"/>
            <p:cNvSpPr/>
            <p:nvPr/>
          </p:nvSpPr>
          <p:spPr>
            <a:xfrm>
              <a:off x="456189" y="1936704"/>
              <a:ext cx="195505" cy="294376"/>
            </a:xfrm>
            <a:custGeom>
              <a:avLst/>
              <a:gdLst/>
              <a:ahLst/>
              <a:cxnLst/>
              <a:rect l="l" t="t" r="r" b="b"/>
              <a:pathLst>
                <a:path w="4975" h="7490" extrusionOk="0">
                  <a:moveTo>
                    <a:pt x="1911" y="268"/>
                  </a:moveTo>
                  <a:cubicBezTo>
                    <a:pt x="1960" y="327"/>
                    <a:pt x="2000" y="376"/>
                    <a:pt x="2019" y="425"/>
                  </a:cubicBezTo>
                  <a:cubicBezTo>
                    <a:pt x="2670" y="1726"/>
                    <a:pt x="3330" y="3026"/>
                    <a:pt x="3960" y="4326"/>
                  </a:cubicBezTo>
                  <a:cubicBezTo>
                    <a:pt x="4206" y="4848"/>
                    <a:pt x="4413" y="5390"/>
                    <a:pt x="4620" y="5932"/>
                  </a:cubicBezTo>
                  <a:cubicBezTo>
                    <a:pt x="4719" y="6198"/>
                    <a:pt x="4699" y="6257"/>
                    <a:pt x="4453" y="6395"/>
                  </a:cubicBezTo>
                  <a:cubicBezTo>
                    <a:pt x="3970" y="6661"/>
                    <a:pt x="3477" y="6917"/>
                    <a:pt x="2965" y="7143"/>
                  </a:cubicBezTo>
                  <a:cubicBezTo>
                    <a:pt x="2847" y="7198"/>
                    <a:pt x="2747" y="7225"/>
                    <a:pt x="2660" y="7225"/>
                  </a:cubicBezTo>
                  <a:cubicBezTo>
                    <a:pt x="2476" y="7225"/>
                    <a:pt x="2350" y="7105"/>
                    <a:pt x="2236" y="6858"/>
                  </a:cubicBezTo>
                  <a:cubicBezTo>
                    <a:pt x="1596" y="5489"/>
                    <a:pt x="965" y="4109"/>
                    <a:pt x="335" y="2730"/>
                  </a:cubicBezTo>
                  <a:cubicBezTo>
                    <a:pt x="296" y="2652"/>
                    <a:pt x="305" y="2504"/>
                    <a:pt x="355" y="2425"/>
                  </a:cubicBezTo>
                  <a:cubicBezTo>
                    <a:pt x="818" y="1745"/>
                    <a:pt x="1300" y="1075"/>
                    <a:pt x="1773" y="396"/>
                  </a:cubicBezTo>
                  <a:cubicBezTo>
                    <a:pt x="1813" y="356"/>
                    <a:pt x="1862" y="317"/>
                    <a:pt x="1911" y="268"/>
                  </a:cubicBezTo>
                  <a:close/>
                  <a:moveTo>
                    <a:pt x="1910" y="0"/>
                  </a:moveTo>
                  <a:cubicBezTo>
                    <a:pt x="1796" y="0"/>
                    <a:pt x="1675" y="77"/>
                    <a:pt x="1566" y="228"/>
                  </a:cubicBezTo>
                  <a:cubicBezTo>
                    <a:pt x="1084" y="898"/>
                    <a:pt x="621" y="1568"/>
                    <a:pt x="148" y="2238"/>
                  </a:cubicBezTo>
                  <a:cubicBezTo>
                    <a:pt x="20" y="2425"/>
                    <a:pt x="0" y="2632"/>
                    <a:pt x="99" y="2849"/>
                  </a:cubicBezTo>
                  <a:cubicBezTo>
                    <a:pt x="404" y="3548"/>
                    <a:pt x="690" y="4247"/>
                    <a:pt x="1005" y="4937"/>
                  </a:cubicBezTo>
                  <a:cubicBezTo>
                    <a:pt x="1330" y="5646"/>
                    <a:pt x="1665" y="6346"/>
                    <a:pt x="2029" y="7035"/>
                  </a:cubicBezTo>
                  <a:cubicBezTo>
                    <a:pt x="2187" y="7343"/>
                    <a:pt x="2366" y="7490"/>
                    <a:pt x="2618" y="7490"/>
                  </a:cubicBezTo>
                  <a:cubicBezTo>
                    <a:pt x="2713" y="7490"/>
                    <a:pt x="2818" y="7469"/>
                    <a:pt x="2936" y="7429"/>
                  </a:cubicBezTo>
                  <a:cubicBezTo>
                    <a:pt x="3586" y="7222"/>
                    <a:pt x="4206" y="6937"/>
                    <a:pt x="4748" y="6513"/>
                  </a:cubicBezTo>
                  <a:cubicBezTo>
                    <a:pt x="4847" y="6424"/>
                    <a:pt x="4896" y="6286"/>
                    <a:pt x="4975" y="6158"/>
                  </a:cubicBezTo>
                  <a:cubicBezTo>
                    <a:pt x="4876" y="5863"/>
                    <a:pt x="4817" y="5587"/>
                    <a:pt x="4699" y="5331"/>
                  </a:cubicBezTo>
                  <a:cubicBezTo>
                    <a:pt x="3881" y="3637"/>
                    <a:pt x="3064" y="1952"/>
                    <a:pt x="2236" y="268"/>
                  </a:cubicBezTo>
                  <a:cubicBezTo>
                    <a:pt x="2149" y="89"/>
                    <a:pt x="2033" y="0"/>
                    <a:pt x="19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9"/>
            <p:cNvSpPr/>
            <p:nvPr/>
          </p:nvSpPr>
          <p:spPr>
            <a:xfrm>
              <a:off x="438347" y="1481259"/>
              <a:ext cx="222660" cy="116414"/>
            </a:xfrm>
            <a:custGeom>
              <a:avLst/>
              <a:gdLst/>
              <a:ahLst/>
              <a:cxnLst/>
              <a:rect l="l" t="t" r="r" b="b"/>
              <a:pathLst>
                <a:path w="5666" h="2962" extrusionOk="0">
                  <a:moveTo>
                    <a:pt x="5465" y="0"/>
                  </a:moveTo>
                  <a:cubicBezTo>
                    <a:pt x="5387" y="0"/>
                    <a:pt x="5360" y="92"/>
                    <a:pt x="5320" y="164"/>
                  </a:cubicBezTo>
                  <a:cubicBezTo>
                    <a:pt x="5094" y="587"/>
                    <a:pt x="4877" y="1021"/>
                    <a:pt x="4631" y="1444"/>
                  </a:cubicBezTo>
                  <a:cubicBezTo>
                    <a:pt x="4148" y="2272"/>
                    <a:pt x="3409" y="2686"/>
                    <a:pt x="2464" y="2705"/>
                  </a:cubicBezTo>
                  <a:cubicBezTo>
                    <a:pt x="2439" y="2706"/>
                    <a:pt x="2414" y="2706"/>
                    <a:pt x="2389" y="2706"/>
                  </a:cubicBezTo>
                  <a:cubicBezTo>
                    <a:pt x="1913" y="2706"/>
                    <a:pt x="1446" y="2615"/>
                    <a:pt x="1016" y="2400"/>
                  </a:cubicBezTo>
                  <a:cubicBezTo>
                    <a:pt x="848" y="2321"/>
                    <a:pt x="671" y="2262"/>
                    <a:pt x="493" y="2223"/>
                  </a:cubicBezTo>
                  <a:cubicBezTo>
                    <a:pt x="423" y="2206"/>
                    <a:pt x="349" y="2199"/>
                    <a:pt x="275" y="2199"/>
                  </a:cubicBezTo>
                  <a:cubicBezTo>
                    <a:pt x="214" y="2199"/>
                    <a:pt x="152" y="2204"/>
                    <a:pt x="90" y="2213"/>
                  </a:cubicBezTo>
                  <a:cubicBezTo>
                    <a:pt x="50" y="2213"/>
                    <a:pt x="1" y="2302"/>
                    <a:pt x="1" y="2351"/>
                  </a:cubicBezTo>
                  <a:cubicBezTo>
                    <a:pt x="1" y="2380"/>
                    <a:pt x="80" y="2430"/>
                    <a:pt x="129" y="2439"/>
                  </a:cubicBezTo>
                  <a:cubicBezTo>
                    <a:pt x="375" y="2508"/>
                    <a:pt x="641" y="2528"/>
                    <a:pt x="878" y="2636"/>
                  </a:cubicBezTo>
                  <a:cubicBezTo>
                    <a:pt x="1360" y="2863"/>
                    <a:pt x="1873" y="2942"/>
                    <a:pt x="2237" y="2962"/>
                  </a:cubicBezTo>
                  <a:cubicBezTo>
                    <a:pt x="3449" y="2962"/>
                    <a:pt x="4296" y="2518"/>
                    <a:pt x="4798" y="1681"/>
                  </a:cubicBezTo>
                  <a:cubicBezTo>
                    <a:pt x="5074" y="1238"/>
                    <a:pt x="5310" y="755"/>
                    <a:pt x="5557" y="282"/>
                  </a:cubicBezTo>
                  <a:cubicBezTo>
                    <a:pt x="5606" y="193"/>
                    <a:pt x="5665" y="75"/>
                    <a:pt x="5527" y="16"/>
                  </a:cubicBezTo>
                  <a:cubicBezTo>
                    <a:pt x="5503" y="5"/>
                    <a:pt x="5483" y="0"/>
                    <a:pt x="5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9"/>
            <p:cNvSpPr/>
            <p:nvPr/>
          </p:nvSpPr>
          <p:spPr>
            <a:xfrm>
              <a:off x="501463" y="1549247"/>
              <a:ext cx="169608" cy="86741"/>
            </a:xfrm>
            <a:custGeom>
              <a:avLst/>
              <a:gdLst/>
              <a:ahLst/>
              <a:cxnLst/>
              <a:rect l="l" t="t" r="r" b="b"/>
              <a:pathLst>
                <a:path w="4316" h="2207" extrusionOk="0">
                  <a:moveTo>
                    <a:pt x="4236" y="0"/>
                  </a:moveTo>
                  <a:cubicBezTo>
                    <a:pt x="4177" y="40"/>
                    <a:pt x="4098" y="59"/>
                    <a:pt x="4049" y="109"/>
                  </a:cubicBezTo>
                  <a:cubicBezTo>
                    <a:pt x="3714" y="493"/>
                    <a:pt x="3419" y="906"/>
                    <a:pt x="3054" y="1271"/>
                  </a:cubicBezTo>
                  <a:cubicBezTo>
                    <a:pt x="2739" y="1586"/>
                    <a:pt x="2335" y="1783"/>
                    <a:pt x="1882" y="1862"/>
                  </a:cubicBezTo>
                  <a:cubicBezTo>
                    <a:pt x="1696" y="1895"/>
                    <a:pt x="1511" y="1910"/>
                    <a:pt x="1327" y="1910"/>
                  </a:cubicBezTo>
                  <a:cubicBezTo>
                    <a:pt x="965" y="1910"/>
                    <a:pt x="606" y="1851"/>
                    <a:pt x="247" y="1754"/>
                  </a:cubicBezTo>
                  <a:cubicBezTo>
                    <a:pt x="199" y="1744"/>
                    <a:pt x="149" y="1728"/>
                    <a:pt x="107" y="1728"/>
                  </a:cubicBezTo>
                  <a:cubicBezTo>
                    <a:pt x="62" y="1728"/>
                    <a:pt x="26" y="1746"/>
                    <a:pt x="10" y="1813"/>
                  </a:cubicBezTo>
                  <a:cubicBezTo>
                    <a:pt x="1" y="1872"/>
                    <a:pt x="109" y="1990"/>
                    <a:pt x="178" y="2000"/>
                  </a:cubicBezTo>
                  <a:cubicBezTo>
                    <a:pt x="572" y="2079"/>
                    <a:pt x="966" y="2138"/>
                    <a:pt x="1360" y="2207"/>
                  </a:cubicBezTo>
                  <a:cubicBezTo>
                    <a:pt x="1360" y="2197"/>
                    <a:pt x="1360" y="2187"/>
                    <a:pt x="1360" y="2167"/>
                  </a:cubicBezTo>
                  <a:lnTo>
                    <a:pt x="1616" y="2167"/>
                  </a:lnTo>
                  <a:cubicBezTo>
                    <a:pt x="1665" y="2167"/>
                    <a:pt x="1724" y="2157"/>
                    <a:pt x="1774" y="2148"/>
                  </a:cubicBezTo>
                  <a:cubicBezTo>
                    <a:pt x="2601" y="2049"/>
                    <a:pt x="3222" y="1596"/>
                    <a:pt x="3734" y="975"/>
                  </a:cubicBezTo>
                  <a:cubicBezTo>
                    <a:pt x="3941" y="739"/>
                    <a:pt x="4118" y="483"/>
                    <a:pt x="4286" y="217"/>
                  </a:cubicBezTo>
                  <a:cubicBezTo>
                    <a:pt x="4315" y="177"/>
                    <a:pt x="4256" y="79"/>
                    <a:pt x="4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9"/>
            <p:cNvSpPr/>
            <p:nvPr/>
          </p:nvSpPr>
          <p:spPr>
            <a:xfrm>
              <a:off x="345443" y="1630009"/>
              <a:ext cx="99148" cy="97352"/>
            </a:xfrm>
            <a:custGeom>
              <a:avLst/>
              <a:gdLst/>
              <a:ahLst/>
              <a:cxnLst/>
              <a:rect l="l" t="t" r="r" b="b"/>
              <a:pathLst>
                <a:path w="2523" h="2477" extrusionOk="0">
                  <a:moveTo>
                    <a:pt x="2424" y="0"/>
                  </a:moveTo>
                  <a:cubicBezTo>
                    <a:pt x="2379" y="0"/>
                    <a:pt x="2326" y="13"/>
                    <a:pt x="2296" y="43"/>
                  </a:cubicBezTo>
                  <a:cubicBezTo>
                    <a:pt x="2257" y="73"/>
                    <a:pt x="2237" y="142"/>
                    <a:pt x="2207" y="191"/>
                  </a:cubicBezTo>
                  <a:cubicBezTo>
                    <a:pt x="1951" y="615"/>
                    <a:pt x="1715" y="1048"/>
                    <a:pt x="1419" y="1452"/>
                  </a:cubicBezTo>
                  <a:cubicBezTo>
                    <a:pt x="1134" y="1866"/>
                    <a:pt x="690" y="2082"/>
                    <a:pt x="208" y="2191"/>
                  </a:cubicBezTo>
                  <a:cubicBezTo>
                    <a:pt x="109" y="2211"/>
                    <a:pt x="1" y="2211"/>
                    <a:pt x="30" y="2329"/>
                  </a:cubicBezTo>
                  <a:cubicBezTo>
                    <a:pt x="40" y="2388"/>
                    <a:pt x="148" y="2427"/>
                    <a:pt x="208" y="2476"/>
                  </a:cubicBezTo>
                  <a:cubicBezTo>
                    <a:pt x="217" y="2467"/>
                    <a:pt x="227" y="2457"/>
                    <a:pt x="237" y="2447"/>
                  </a:cubicBezTo>
                  <a:cubicBezTo>
                    <a:pt x="286" y="2447"/>
                    <a:pt x="326" y="2447"/>
                    <a:pt x="375" y="2437"/>
                  </a:cubicBezTo>
                  <a:cubicBezTo>
                    <a:pt x="434" y="2417"/>
                    <a:pt x="503" y="2398"/>
                    <a:pt x="562" y="2378"/>
                  </a:cubicBezTo>
                  <a:cubicBezTo>
                    <a:pt x="1616" y="1994"/>
                    <a:pt x="2079" y="1088"/>
                    <a:pt x="2503" y="152"/>
                  </a:cubicBezTo>
                  <a:cubicBezTo>
                    <a:pt x="2523" y="112"/>
                    <a:pt x="2493" y="14"/>
                    <a:pt x="2463" y="4"/>
                  </a:cubicBezTo>
                  <a:cubicBezTo>
                    <a:pt x="2452" y="2"/>
                    <a:pt x="2439" y="0"/>
                    <a:pt x="24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9"/>
            <p:cNvSpPr/>
            <p:nvPr/>
          </p:nvSpPr>
          <p:spPr>
            <a:xfrm>
              <a:off x="677211" y="1492341"/>
              <a:ext cx="19806" cy="34861"/>
            </a:xfrm>
            <a:custGeom>
              <a:avLst/>
              <a:gdLst/>
              <a:ahLst/>
              <a:cxnLst/>
              <a:rect l="l" t="t" r="r" b="b"/>
              <a:pathLst>
                <a:path w="504" h="887" extrusionOk="0">
                  <a:moveTo>
                    <a:pt x="454" y="0"/>
                  </a:moveTo>
                  <a:cubicBezTo>
                    <a:pt x="385" y="20"/>
                    <a:pt x="286" y="30"/>
                    <a:pt x="257" y="79"/>
                  </a:cubicBezTo>
                  <a:cubicBezTo>
                    <a:pt x="158" y="276"/>
                    <a:pt x="80" y="483"/>
                    <a:pt x="11" y="700"/>
                  </a:cubicBezTo>
                  <a:cubicBezTo>
                    <a:pt x="1" y="749"/>
                    <a:pt x="50" y="818"/>
                    <a:pt x="70" y="877"/>
                  </a:cubicBezTo>
                  <a:cubicBezTo>
                    <a:pt x="89" y="877"/>
                    <a:pt x="119" y="887"/>
                    <a:pt x="139" y="887"/>
                  </a:cubicBezTo>
                  <a:cubicBezTo>
                    <a:pt x="178" y="837"/>
                    <a:pt x="237" y="788"/>
                    <a:pt x="267" y="729"/>
                  </a:cubicBezTo>
                  <a:cubicBezTo>
                    <a:pt x="346" y="552"/>
                    <a:pt x="424" y="374"/>
                    <a:pt x="483" y="187"/>
                  </a:cubicBezTo>
                  <a:cubicBezTo>
                    <a:pt x="503" y="128"/>
                    <a:pt x="464" y="59"/>
                    <a:pt x="4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9"/>
            <p:cNvSpPr/>
            <p:nvPr/>
          </p:nvSpPr>
          <p:spPr>
            <a:xfrm>
              <a:off x="575425" y="1286724"/>
              <a:ext cx="65037" cy="19808"/>
            </a:xfrm>
            <a:custGeom>
              <a:avLst/>
              <a:gdLst/>
              <a:ahLst/>
              <a:cxnLst/>
              <a:rect l="l" t="t" r="r" b="b"/>
              <a:pathLst>
                <a:path w="1655" h="504" extrusionOk="0">
                  <a:moveTo>
                    <a:pt x="181" y="0"/>
                  </a:moveTo>
                  <a:cubicBezTo>
                    <a:pt x="126" y="0"/>
                    <a:pt x="63" y="43"/>
                    <a:pt x="0" y="60"/>
                  </a:cubicBezTo>
                  <a:cubicBezTo>
                    <a:pt x="39" y="120"/>
                    <a:pt x="69" y="179"/>
                    <a:pt x="108" y="238"/>
                  </a:cubicBezTo>
                  <a:cubicBezTo>
                    <a:pt x="118" y="258"/>
                    <a:pt x="158" y="267"/>
                    <a:pt x="177" y="267"/>
                  </a:cubicBezTo>
                  <a:cubicBezTo>
                    <a:pt x="542" y="346"/>
                    <a:pt x="906" y="425"/>
                    <a:pt x="1271" y="504"/>
                  </a:cubicBezTo>
                  <a:cubicBezTo>
                    <a:pt x="1281" y="494"/>
                    <a:pt x="1281" y="484"/>
                    <a:pt x="1281" y="464"/>
                  </a:cubicBezTo>
                  <a:cubicBezTo>
                    <a:pt x="1315" y="464"/>
                    <a:pt x="1355" y="467"/>
                    <a:pt x="1393" y="467"/>
                  </a:cubicBezTo>
                  <a:cubicBezTo>
                    <a:pt x="1431" y="467"/>
                    <a:pt x="1468" y="464"/>
                    <a:pt x="1497" y="455"/>
                  </a:cubicBezTo>
                  <a:cubicBezTo>
                    <a:pt x="1556" y="425"/>
                    <a:pt x="1606" y="346"/>
                    <a:pt x="1655" y="297"/>
                  </a:cubicBezTo>
                  <a:cubicBezTo>
                    <a:pt x="1596" y="267"/>
                    <a:pt x="1537" y="218"/>
                    <a:pt x="1468" y="208"/>
                  </a:cubicBezTo>
                  <a:cubicBezTo>
                    <a:pt x="1330" y="189"/>
                    <a:pt x="1182" y="208"/>
                    <a:pt x="1044" y="179"/>
                  </a:cubicBezTo>
                  <a:cubicBezTo>
                    <a:pt x="759" y="129"/>
                    <a:pt x="483" y="51"/>
                    <a:pt x="197" y="1"/>
                  </a:cubicBezTo>
                  <a:cubicBezTo>
                    <a:pt x="192" y="1"/>
                    <a:pt x="186" y="0"/>
                    <a:pt x="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9"/>
            <p:cNvSpPr/>
            <p:nvPr/>
          </p:nvSpPr>
          <p:spPr>
            <a:xfrm>
              <a:off x="393860" y="1158135"/>
              <a:ext cx="49554" cy="14070"/>
            </a:xfrm>
            <a:custGeom>
              <a:avLst/>
              <a:gdLst/>
              <a:ahLst/>
              <a:cxnLst/>
              <a:rect l="l" t="t" r="r" b="b"/>
              <a:pathLst>
                <a:path w="1261" h="358" extrusionOk="0">
                  <a:moveTo>
                    <a:pt x="232" y="0"/>
                  </a:moveTo>
                  <a:cubicBezTo>
                    <a:pt x="156" y="0"/>
                    <a:pt x="66" y="20"/>
                    <a:pt x="49" y="52"/>
                  </a:cubicBezTo>
                  <a:cubicBezTo>
                    <a:pt x="0" y="180"/>
                    <a:pt x="108" y="230"/>
                    <a:pt x="207" y="249"/>
                  </a:cubicBezTo>
                  <a:cubicBezTo>
                    <a:pt x="453" y="289"/>
                    <a:pt x="699" y="328"/>
                    <a:pt x="946" y="358"/>
                  </a:cubicBezTo>
                  <a:cubicBezTo>
                    <a:pt x="946" y="358"/>
                    <a:pt x="946" y="348"/>
                    <a:pt x="946" y="348"/>
                  </a:cubicBezTo>
                  <a:lnTo>
                    <a:pt x="1005" y="348"/>
                  </a:lnTo>
                  <a:cubicBezTo>
                    <a:pt x="1016" y="347"/>
                    <a:pt x="1027" y="346"/>
                    <a:pt x="1039" y="346"/>
                  </a:cubicBezTo>
                  <a:cubicBezTo>
                    <a:pt x="1065" y="346"/>
                    <a:pt x="1092" y="348"/>
                    <a:pt x="1119" y="348"/>
                  </a:cubicBezTo>
                  <a:cubicBezTo>
                    <a:pt x="1189" y="348"/>
                    <a:pt x="1251" y="335"/>
                    <a:pt x="1251" y="239"/>
                  </a:cubicBezTo>
                  <a:cubicBezTo>
                    <a:pt x="1261" y="72"/>
                    <a:pt x="1113" y="101"/>
                    <a:pt x="1005" y="92"/>
                  </a:cubicBezTo>
                  <a:cubicBezTo>
                    <a:pt x="759" y="62"/>
                    <a:pt x="522" y="23"/>
                    <a:pt x="276" y="3"/>
                  </a:cubicBezTo>
                  <a:cubicBezTo>
                    <a:pt x="262" y="1"/>
                    <a:pt x="247" y="0"/>
                    <a:pt x="2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9"/>
            <p:cNvSpPr/>
            <p:nvPr/>
          </p:nvSpPr>
          <p:spPr>
            <a:xfrm>
              <a:off x="586625" y="1238582"/>
              <a:ext cx="36429" cy="18040"/>
            </a:xfrm>
            <a:custGeom>
              <a:avLst/>
              <a:gdLst/>
              <a:ahLst/>
              <a:cxnLst/>
              <a:rect l="l" t="t" r="r" b="b"/>
              <a:pathLst>
                <a:path w="927" h="459" extrusionOk="0">
                  <a:moveTo>
                    <a:pt x="156" y="1"/>
                  </a:moveTo>
                  <a:cubicBezTo>
                    <a:pt x="110" y="1"/>
                    <a:pt x="52" y="47"/>
                    <a:pt x="1" y="64"/>
                  </a:cubicBezTo>
                  <a:cubicBezTo>
                    <a:pt x="30" y="123"/>
                    <a:pt x="40" y="212"/>
                    <a:pt x="89" y="231"/>
                  </a:cubicBezTo>
                  <a:cubicBezTo>
                    <a:pt x="306" y="310"/>
                    <a:pt x="533" y="379"/>
                    <a:pt x="779" y="458"/>
                  </a:cubicBezTo>
                  <a:cubicBezTo>
                    <a:pt x="838" y="419"/>
                    <a:pt x="917" y="379"/>
                    <a:pt x="927" y="340"/>
                  </a:cubicBezTo>
                  <a:cubicBezTo>
                    <a:pt x="927" y="291"/>
                    <a:pt x="868" y="212"/>
                    <a:pt x="818" y="192"/>
                  </a:cubicBezTo>
                  <a:cubicBezTo>
                    <a:pt x="611" y="113"/>
                    <a:pt x="395" y="54"/>
                    <a:pt x="178" y="5"/>
                  </a:cubicBezTo>
                  <a:cubicBezTo>
                    <a:pt x="171" y="2"/>
                    <a:pt x="164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9"/>
            <p:cNvSpPr/>
            <p:nvPr/>
          </p:nvSpPr>
          <p:spPr>
            <a:xfrm>
              <a:off x="469708" y="1159393"/>
              <a:ext cx="34110" cy="12420"/>
            </a:xfrm>
            <a:custGeom>
              <a:avLst/>
              <a:gdLst/>
              <a:ahLst/>
              <a:cxnLst/>
              <a:rect l="l" t="t" r="r" b="b"/>
              <a:pathLst>
                <a:path w="868" h="316" extrusionOk="0">
                  <a:moveTo>
                    <a:pt x="710" y="1"/>
                  </a:moveTo>
                  <a:cubicBezTo>
                    <a:pt x="513" y="1"/>
                    <a:pt x="306" y="30"/>
                    <a:pt x="109" y="60"/>
                  </a:cubicBezTo>
                  <a:cubicBezTo>
                    <a:pt x="70" y="69"/>
                    <a:pt x="11" y="119"/>
                    <a:pt x="11" y="158"/>
                  </a:cubicBezTo>
                  <a:cubicBezTo>
                    <a:pt x="1" y="198"/>
                    <a:pt x="40" y="257"/>
                    <a:pt x="80" y="276"/>
                  </a:cubicBezTo>
                  <a:cubicBezTo>
                    <a:pt x="129" y="306"/>
                    <a:pt x="188" y="306"/>
                    <a:pt x="227" y="316"/>
                  </a:cubicBezTo>
                  <a:cubicBezTo>
                    <a:pt x="415" y="286"/>
                    <a:pt x="572" y="276"/>
                    <a:pt x="730" y="247"/>
                  </a:cubicBezTo>
                  <a:cubicBezTo>
                    <a:pt x="789" y="237"/>
                    <a:pt x="818" y="158"/>
                    <a:pt x="868" y="109"/>
                  </a:cubicBezTo>
                  <a:cubicBezTo>
                    <a:pt x="818" y="69"/>
                    <a:pt x="759" y="1"/>
                    <a:pt x="7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9"/>
            <p:cNvSpPr/>
            <p:nvPr/>
          </p:nvSpPr>
          <p:spPr>
            <a:xfrm>
              <a:off x="555264" y="1124809"/>
              <a:ext cx="28294" cy="15721"/>
            </a:xfrm>
            <a:custGeom>
              <a:avLst/>
              <a:gdLst/>
              <a:ahLst/>
              <a:cxnLst/>
              <a:rect l="l" t="t" r="r" b="b"/>
              <a:pathLst>
                <a:path w="720" h="400" extrusionOk="0">
                  <a:moveTo>
                    <a:pt x="133" y="0"/>
                  </a:moveTo>
                  <a:cubicBezTo>
                    <a:pt x="95" y="0"/>
                    <a:pt x="44" y="57"/>
                    <a:pt x="1" y="83"/>
                  </a:cubicBezTo>
                  <a:cubicBezTo>
                    <a:pt x="30" y="132"/>
                    <a:pt x="50" y="201"/>
                    <a:pt x="99" y="230"/>
                  </a:cubicBezTo>
                  <a:cubicBezTo>
                    <a:pt x="227" y="299"/>
                    <a:pt x="355" y="358"/>
                    <a:pt x="493" y="398"/>
                  </a:cubicBezTo>
                  <a:cubicBezTo>
                    <a:pt x="499" y="399"/>
                    <a:pt x="504" y="399"/>
                    <a:pt x="509" y="399"/>
                  </a:cubicBezTo>
                  <a:cubicBezTo>
                    <a:pt x="565" y="399"/>
                    <a:pt x="630" y="355"/>
                    <a:pt x="720" y="319"/>
                  </a:cubicBezTo>
                  <a:cubicBezTo>
                    <a:pt x="651" y="230"/>
                    <a:pt x="621" y="171"/>
                    <a:pt x="582" y="161"/>
                  </a:cubicBezTo>
                  <a:cubicBezTo>
                    <a:pt x="444" y="92"/>
                    <a:pt x="296" y="33"/>
                    <a:pt x="149" y="4"/>
                  </a:cubicBezTo>
                  <a:cubicBezTo>
                    <a:pt x="144" y="1"/>
                    <a:pt x="139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9"/>
            <p:cNvSpPr/>
            <p:nvPr/>
          </p:nvSpPr>
          <p:spPr>
            <a:xfrm>
              <a:off x="380695" y="1261415"/>
              <a:ext cx="17055" cy="47831"/>
            </a:xfrm>
            <a:custGeom>
              <a:avLst/>
              <a:gdLst/>
              <a:ahLst/>
              <a:cxnLst/>
              <a:rect l="l" t="t" r="r" b="b"/>
              <a:pathLst>
                <a:path w="434" h="1217" extrusionOk="0">
                  <a:moveTo>
                    <a:pt x="174" y="0"/>
                  </a:moveTo>
                  <a:cubicBezTo>
                    <a:pt x="164" y="0"/>
                    <a:pt x="152" y="2"/>
                    <a:pt x="138" y="5"/>
                  </a:cubicBezTo>
                  <a:cubicBezTo>
                    <a:pt x="79" y="15"/>
                    <a:pt x="30" y="123"/>
                    <a:pt x="0" y="163"/>
                  </a:cubicBezTo>
                  <a:cubicBezTo>
                    <a:pt x="59" y="498"/>
                    <a:pt x="118" y="793"/>
                    <a:pt x="187" y="1079"/>
                  </a:cubicBezTo>
                  <a:cubicBezTo>
                    <a:pt x="197" y="1138"/>
                    <a:pt x="296" y="1167"/>
                    <a:pt x="355" y="1217"/>
                  </a:cubicBezTo>
                  <a:cubicBezTo>
                    <a:pt x="384" y="1148"/>
                    <a:pt x="434" y="1079"/>
                    <a:pt x="424" y="1020"/>
                  </a:cubicBezTo>
                  <a:cubicBezTo>
                    <a:pt x="384" y="744"/>
                    <a:pt x="315" y="468"/>
                    <a:pt x="266" y="192"/>
                  </a:cubicBezTo>
                  <a:cubicBezTo>
                    <a:pt x="257" y="104"/>
                    <a:pt x="264" y="0"/>
                    <a:pt x="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9"/>
            <p:cNvSpPr/>
            <p:nvPr/>
          </p:nvSpPr>
          <p:spPr>
            <a:xfrm>
              <a:off x="361320" y="1378529"/>
              <a:ext cx="17448" cy="35647"/>
            </a:xfrm>
            <a:custGeom>
              <a:avLst/>
              <a:gdLst/>
              <a:ahLst/>
              <a:cxnLst/>
              <a:rect l="l" t="t" r="r" b="b"/>
              <a:pathLst>
                <a:path w="444" h="907" extrusionOk="0">
                  <a:moveTo>
                    <a:pt x="345" y="0"/>
                  </a:moveTo>
                  <a:cubicBezTo>
                    <a:pt x="296" y="0"/>
                    <a:pt x="207" y="39"/>
                    <a:pt x="198" y="79"/>
                  </a:cubicBezTo>
                  <a:cubicBezTo>
                    <a:pt x="119" y="305"/>
                    <a:pt x="60" y="532"/>
                    <a:pt x="10" y="759"/>
                  </a:cubicBezTo>
                  <a:cubicBezTo>
                    <a:pt x="1" y="798"/>
                    <a:pt x="70" y="857"/>
                    <a:pt x="99" y="906"/>
                  </a:cubicBezTo>
                  <a:cubicBezTo>
                    <a:pt x="148" y="877"/>
                    <a:pt x="227" y="847"/>
                    <a:pt x="237" y="808"/>
                  </a:cubicBezTo>
                  <a:cubicBezTo>
                    <a:pt x="316" y="591"/>
                    <a:pt x="375" y="364"/>
                    <a:pt x="444" y="118"/>
                  </a:cubicBezTo>
                  <a:cubicBezTo>
                    <a:pt x="424" y="89"/>
                    <a:pt x="385" y="10"/>
                    <a:pt x="3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9"/>
            <p:cNvSpPr/>
            <p:nvPr/>
          </p:nvSpPr>
          <p:spPr>
            <a:xfrm>
              <a:off x="355110" y="1255403"/>
              <a:ext cx="12064" cy="24053"/>
            </a:xfrm>
            <a:custGeom>
              <a:avLst/>
              <a:gdLst/>
              <a:ahLst/>
              <a:cxnLst/>
              <a:rect l="l" t="t" r="r" b="b"/>
              <a:pathLst>
                <a:path w="307" h="612" extrusionOk="0">
                  <a:moveTo>
                    <a:pt x="168" y="0"/>
                  </a:moveTo>
                  <a:cubicBezTo>
                    <a:pt x="119" y="60"/>
                    <a:pt x="21" y="129"/>
                    <a:pt x="11" y="197"/>
                  </a:cubicBezTo>
                  <a:cubicBezTo>
                    <a:pt x="1" y="306"/>
                    <a:pt x="31" y="414"/>
                    <a:pt x="70" y="513"/>
                  </a:cubicBezTo>
                  <a:cubicBezTo>
                    <a:pt x="90" y="562"/>
                    <a:pt x="178" y="582"/>
                    <a:pt x="237" y="611"/>
                  </a:cubicBezTo>
                  <a:cubicBezTo>
                    <a:pt x="257" y="552"/>
                    <a:pt x="297" y="493"/>
                    <a:pt x="297" y="434"/>
                  </a:cubicBezTo>
                  <a:cubicBezTo>
                    <a:pt x="306" y="365"/>
                    <a:pt x="277" y="286"/>
                    <a:pt x="257" y="207"/>
                  </a:cubicBezTo>
                  <a:cubicBezTo>
                    <a:pt x="277" y="197"/>
                    <a:pt x="297" y="188"/>
                    <a:pt x="306" y="178"/>
                  </a:cubicBezTo>
                  <a:cubicBezTo>
                    <a:pt x="267" y="119"/>
                    <a:pt x="218" y="60"/>
                    <a:pt x="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9"/>
            <p:cNvSpPr/>
            <p:nvPr/>
          </p:nvSpPr>
          <p:spPr>
            <a:xfrm>
              <a:off x="400423" y="2111117"/>
              <a:ext cx="38747" cy="101793"/>
            </a:xfrm>
            <a:custGeom>
              <a:avLst/>
              <a:gdLst/>
              <a:ahLst/>
              <a:cxnLst/>
              <a:rect l="l" t="t" r="r" b="b"/>
              <a:pathLst>
                <a:path w="986" h="2590" extrusionOk="0">
                  <a:moveTo>
                    <a:pt x="316" y="263"/>
                  </a:moveTo>
                  <a:cubicBezTo>
                    <a:pt x="375" y="312"/>
                    <a:pt x="464" y="351"/>
                    <a:pt x="493" y="420"/>
                  </a:cubicBezTo>
                  <a:cubicBezTo>
                    <a:pt x="670" y="745"/>
                    <a:pt x="798" y="1898"/>
                    <a:pt x="572" y="2321"/>
                  </a:cubicBezTo>
                  <a:cubicBezTo>
                    <a:pt x="257" y="1651"/>
                    <a:pt x="296" y="972"/>
                    <a:pt x="267" y="302"/>
                  </a:cubicBezTo>
                  <a:cubicBezTo>
                    <a:pt x="276" y="292"/>
                    <a:pt x="296" y="272"/>
                    <a:pt x="316" y="263"/>
                  </a:cubicBezTo>
                  <a:close/>
                  <a:moveTo>
                    <a:pt x="280" y="0"/>
                  </a:moveTo>
                  <a:cubicBezTo>
                    <a:pt x="128" y="0"/>
                    <a:pt x="39" y="84"/>
                    <a:pt x="30" y="263"/>
                  </a:cubicBezTo>
                  <a:cubicBezTo>
                    <a:pt x="20" y="578"/>
                    <a:pt x="1" y="893"/>
                    <a:pt x="50" y="1198"/>
                  </a:cubicBezTo>
                  <a:cubicBezTo>
                    <a:pt x="99" y="1592"/>
                    <a:pt x="198" y="1967"/>
                    <a:pt x="296" y="2341"/>
                  </a:cubicBezTo>
                  <a:cubicBezTo>
                    <a:pt x="333" y="2478"/>
                    <a:pt x="428" y="2589"/>
                    <a:pt x="575" y="2589"/>
                  </a:cubicBezTo>
                  <a:cubicBezTo>
                    <a:pt x="587" y="2589"/>
                    <a:pt x="599" y="2589"/>
                    <a:pt x="611" y="2587"/>
                  </a:cubicBezTo>
                  <a:cubicBezTo>
                    <a:pt x="779" y="2577"/>
                    <a:pt x="858" y="2440"/>
                    <a:pt x="887" y="2292"/>
                  </a:cubicBezTo>
                  <a:cubicBezTo>
                    <a:pt x="936" y="2065"/>
                    <a:pt x="946" y="1829"/>
                    <a:pt x="986" y="1504"/>
                  </a:cubicBezTo>
                  <a:cubicBezTo>
                    <a:pt x="927" y="1179"/>
                    <a:pt x="867" y="775"/>
                    <a:pt x="769" y="381"/>
                  </a:cubicBezTo>
                  <a:cubicBezTo>
                    <a:pt x="729" y="174"/>
                    <a:pt x="572" y="46"/>
                    <a:pt x="355" y="6"/>
                  </a:cubicBezTo>
                  <a:cubicBezTo>
                    <a:pt x="329" y="2"/>
                    <a:pt x="304" y="0"/>
                    <a:pt x="2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9"/>
            <p:cNvSpPr/>
            <p:nvPr/>
          </p:nvSpPr>
          <p:spPr>
            <a:xfrm>
              <a:off x="206086" y="2232475"/>
              <a:ext cx="62758" cy="22520"/>
            </a:xfrm>
            <a:custGeom>
              <a:avLst/>
              <a:gdLst/>
              <a:ahLst/>
              <a:cxnLst/>
              <a:rect l="l" t="t" r="r" b="b"/>
              <a:pathLst>
                <a:path w="1597" h="573" extrusionOk="0">
                  <a:moveTo>
                    <a:pt x="1369" y="0"/>
                  </a:moveTo>
                  <a:cubicBezTo>
                    <a:pt x="1362" y="0"/>
                    <a:pt x="1356" y="1"/>
                    <a:pt x="1350" y="2"/>
                  </a:cubicBezTo>
                  <a:cubicBezTo>
                    <a:pt x="1045" y="71"/>
                    <a:pt x="739" y="149"/>
                    <a:pt x="434" y="228"/>
                  </a:cubicBezTo>
                  <a:cubicBezTo>
                    <a:pt x="316" y="258"/>
                    <a:pt x="188" y="277"/>
                    <a:pt x="69" y="327"/>
                  </a:cubicBezTo>
                  <a:cubicBezTo>
                    <a:pt x="30" y="337"/>
                    <a:pt x="0" y="425"/>
                    <a:pt x="0" y="474"/>
                  </a:cubicBezTo>
                  <a:cubicBezTo>
                    <a:pt x="0" y="514"/>
                    <a:pt x="79" y="543"/>
                    <a:pt x="119" y="573"/>
                  </a:cubicBezTo>
                  <a:cubicBezTo>
                    <a:pt x="601" y="455"/>
                    <a:pt x="1054" y="346"/>
                    <a:pt x="1508" y="228"/>
                  </a:cubicBezTo>
                  <a:cubicBezTo>
                    <a:pt x="1547" y="218"/>
                    <a:pt x="1567" y="120"/>
                    <a:pt x="1596" y="61"/>
                  </a:cubicBezTo>
                  <a:cubicBezTo>
                    <a:pt x="1516" y="43"/>
                    <a:pt x="1435" y="0"/>
                    <a:pt x="1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9"/>
            <p:cNvSpPr/>
            <p:nvPr/>
          </p:nvSpPr>
          <p:spPr>
            <a:xfrm>
              <a:off x="313689" y="2189127"/>
              <a:ext cx="64330" cy="20988"/>
            </a:xfrm>
            <a:custGeom>
              <a:avLst/>
              <a:gdLst/>
              <a:ahLst/>
              <a:cxnLst/>
              <a:rect l="l" t="t" r="r" b="b"/>
              <a:pathLst>
                <a:path w="1637" h="534" extrusionOk="0">
                  <a:moveTo>
                    <a:pt x="1480" y="0"/>
                  </a:moveTo>
                  <a:cubicBezTo>
                    <a:pt x="1476" y="0"/>
                    <a:pt x="1472" y="1"/>
                    <a:pt x="1469" y="1"/>
                  </a:cubicBezTo>
                  <a:cubicBezTo>
                    <a:pt x="1025" y="80"/>
                    <a:pt x="582" y="169"/>
                    <a:pt x="139" y="267"/>
                  </a:cubicBezTo>
                  <a:cubicBezTo>
                    <a:pt x="90" y="277"/>
                    <a:pt x="50" y="366"/>
                    <a:pt x="1" y="425"/>
                  </a:cubicBezTo>
                  <a:cubicBezTo>
                    <a:pt x="50" y="464"/>
                    <a:pt x="99" y="504"/>
                    <a:pt x="139" y="533"/>
                  </a:cubicBezTo>
                  <a:cubicBezTo>
                    <a:pt x="622" y="425"/>
                    <a:pt x="1075" y="336"/>
                    <a:pt x="1518" y="238"/>
                  </a:cubicBezTo>
                  <a:cubicBezTo>
                    <a:pt x="1567" y="228"/>
                    <a:pt x="1597" y="139"/>
                    <a:pt x="1636" y="90"/>
                  </a:cubicBezTo>
                  <a:cubicBezTo>
                    <a:pt x="1582" y="54"/>
                    <a:pt x="1527" y="0"/>
                    <a:pt x="1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9"/>
            <p:cNvSpPr/>
            <p:nvPr/>
          </p:nvSpPr>
          <p:spPr>
            <a:xfrm>
              <a:off x="304414" y="2214319"/>
              <a:ext cx="58868" cy="17490"/>
            </a:xfrm>
            <a:custGeom>
              <a:avLst/>
              <a:gdLst/>
              <a:ahLst/>
              <a:cxnLst/>
              <a:rect l="l" t="t" r="r" b="b"/>
              <a:pathLst>
                <a:path w="1498" h="445" extrusionOk="0">
                  <a:moveTo>
                    <a:pt x="1360" y="1"/>
                  </a:moveTo>
                  <a:cubicBezTo>
                    <a:pt x="927" y="70"/>
                    <a:pt x="532" y="129"/>
                    <a:pt x="138" y="198"/>
                  </a:cubicBezTo>
                  <a:cubicBezTo>
                    <a:pt x="89" y="208"/>
                    <a:pt x="50" y="286"/>
                    <a:pt x="1" y="336"/>
                  </a:cubicBezTo>
                  <a:cubicBezTo>
                    <a:pt x="66" y="373"/>
                    <a:pt x="130" y="445"/>
                    <a:pt x="187" y="445"/>
                  </a:cubicBezTo>
                  <a:cubicBezTo>
                    <a:pt x="191" y="445"/>
                    <a:pt x="194" y="445"/>
                    <a:pt x="198" y="444"/>
                  </a:cubicBezTo>
                  <a:cubicBezTo>
                    <a:pt x="582" y="395"/>
                    <a:pt x="966" y="336"/>
                    <a:pt x="1340" y="267"/>
                  </a:cubicBezTo>
                  <a:cubicBezTo>
                    <a:pt x="1399" y="247"/>
                    <a:pt x="1439" y="168"/>
                    <a:pt x="1498" y="119"/>
                  </a:cubicBezTo>
                  <a:cubicBezTo>
                    <a:pt x="1439" y="79"/>
                    <a:pt x="1390" y="30"/>
                    <a:pt x="13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9"/>
            <p:cNvSpPr/>
            <p:nvPr/>
          </p:nvSpPr>
          <p:spPr>
            <a:xfrm>
              <a:off x="185178" y="1984768"/>
              <a:ext cx="147916" cy="78723"/>
            </a:xfrm>
            <a:custGeom>
              <a:avLst/>
              <a:gdLst/>
              <a:ahLst/>
              <a:cxnLst/>
              <a:rect l="l" t="t" r="r" b="b"/>
              <a:pathLst>
                <a:path w="3764" h="2003" extrusionOk="0">
                  <a:moveTo>
                    <a:pt x="3537" y="0"/>
                  </a:moveTo>
                  <a:cubicBezTo>
                    <a:pt x="3498" y="0"/>
                    <a:pt x="3448" y="40"/>
                    <a:pt x="3409" y="59"/>
                  </a:cubicBezTo>
                  <a:cubicBezTo>
                    <a:pt x="2719" y="414"/>
                    <a:pt x="2030" y="769"/>
                    <a:pt x="1340" y="1133"/>
                  </a:cubicBezTo>
                  <a:cubicBezTo>
                    <a:pt x="926" y="1340"/>
                    <a:pt x="523" y="1547"/>
                    <a:pt x="119" y="1773"/>
                  </a:cubicBezTo>
                  <a:cubicBezTo>
                    <a:pt x="60" y="1803"/>
                    <a:pt x="40" y="1911"/>
                    <a:pt x="1" y="1980"/>
                  </a:cubicBezTo>
                  <a:cubicBezTo>
                    <a:pt x="61" y="1987"/>
                    <a:pt x="122" y="2003"/>
                    <a:pt x="176" y="2003"/>
                  </a:cubicBezTo>
                  <a:cubicBezTo>
                    <a:pt x="201" y="2003"/>
                    <a:pt x="225" y="1999"/>
                    <a:pt x="247" y="1990"/>
                  </a:cubicBezTo>
                  <a:cubicBezTo>
                    <a:pt x="789" y="1724"/>
                    <a:pt x="1321" y="1448"/>
                    <a:pt x="1852" y="1172"/>
                  </a:cubicBezTo>
                  <a:cubicBezTo>
                    <a:pt x="2404" y="887"/>
                    <a:pt x="2956" y="601"/>
                    <a:pt x="3507" y="315"/>
                  </a:cubicBezTo>
                  <a:cubicBezTo>
                    <a:pt x="3586" y="276"/>
                    <a:pt x="3645" y="207"/>
                    <a:pt x="3764" y="109"/>
                  </a:cubicBezTo>
                  <a:cubicBezTo>
                    <a:pt x="3655" y="59"/>
                    <a:pt x="3596" y="20"/>
                    <a:pt x="3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9"/>
            <p:cNvSpPr/>
            <p:nvPr/>
          </p:nvSpPr>
          <p:spPr>
            <a:xfrm>
              <a:off x="358608" y="1884082"/>
              <a:ext cx="25583" cy="80216"/>
            </a:xfrm>
            <a:custGeom>
              <a:avLst/>
              <a:gdLst/>
              <a:ahLst/>
              <a:cxnLst/>
              <a:rect l="l" t="t" r="r" b="b"/>
              <a:pathLst>
                <a:path w="651" h="2041" extrusionOk="0">
                  <a:moveTo>
                    <a:pt x="267" y="316"/>
                  </a:moveTo>
                  <a:cubicBezTo>
                    <a:pt x="405" y="750"/>
                    <a:pt x="375" y="1183"/>
                    <a:pt x="306" y="1626"/>
                  </a:cubicBezTo>
                  <a:cubicBezTo>
                    <a:pt x="276" y="1193"/>
                    <a:pt x="247" y="760"/>
                    <a:pt x="217" y="316"/>
                  </a:cubicBezTo>
                  <a:close/>
                  <a:moveTo>
                    <a:pt x="223" y="0"/>
                  </a:moveTo>
                  <a:cubicBezTo>
                    <a:pt x="218" y="0"/>
                    <a:pt x="213" y="1"/>
                    <a:pt x="208" y="1"/>
                  </a:cubicBezTo>
                  <a:cubicBezTo>
                    <a:pt x="129" y="1"/>
                    <a:pt x="1" y="149"/>
                    <a:pt x="1" y="228"/>
                  </a:cubicBezTo>
                  <a:cubicBezTo>
                    <a:pt x="11" y="750"/>
                    <a:pt x="50" y="1272"/>
                    <a:pt x="99" y="1794"/>
                  </a:cubicBezTo>
                  <a:cubicBezTo>
                    <a:pt x="109" y="1922"/>
                    <a:pt x="178" y="2040"/>
                    <a:pt x="336" y="2040"/>
                  </a:cubicBezTo>
                  <a:cubicBezTo>
                    <a:pt x="493" y="2040"/>
                    <a:pt x="562" y="1912"/>
                    <a:pt x="582" y="1784"/>
                  </a:cubicBezTo>
                  <a:cubicBezTo>
                    <a:pt x="611" y="1557"/>
                    <a:pt x="621" y="1321"/>
                    <a:pt x="651" y="1094"/>
                  </a:cubicBezTo>
                  <a:lnTo>
                    <a:pt x="631" y="1094"/>
                  </a:lnTo>
                  <a:cubicBezTo>
                    <a:pt x="631" y="1006"/>
                    <a:pt x="641" y="907"/>
                    <a:pt x="631" y="819"/>
                  </a:cubicBezTo>
                  <a:cubicBezTo>
                    <a:pt x="592" y="602"/>
                    <a:pt x="572" y="375"/>
                    <a:pt x="493" y="168"/>
                  </a:cubicBezTo>
                  <a:cubicBezTo>
                    <a:pt x="465" y="84"/>
                    <a:pt x="322" y="0"/>
                    <a:pt x="2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9"/>
            <p:cNvSpPr/>
            <p:nvPr/>
          </p:nvSpPr>
          <p:spPr>
            <a:xfrm>
              <a:off x="295139" y="1953368"/>
              <a:ext cx="30220" cy="20280"/>
            </a:xfrm>
            <a:custGeom>
              <a:avLst/>
              <a:gdLst/>
              <a:ahLst/>
              <a:cxnLst/>
              <a:rect l="l" t="t" r="r" b="b"/>
              <a:pathLst>
                <a:path w="769" h="516" extrusionOk="0">
                  <a:moveTo>
                    <a:pt x="618" y="0"/>
                  </a:moveTo>
                  <a:cubicBezTo>
                    <a:pt x="616" y="0"/>
                    <a:pt x="613" y="1"/>
                    <a:pt x="611" y="1"/>
                  </a:cubicBezTo>
                  <a:cubicBezTo>
                    <a:pt x="414" y="100"/>
                    <a:pt x="217" y="198"/>
                    <a:pt x="30" y="317"/>
                  </a:cubicBezTo>
                  <a:cubicBezTo>
                    <a:pt x="0" y="326"/>
                    <a:pt x="0" y="415"/>
                    <a:pt x="10" y="454"/>
                  </a:cubicBezTo>
                  <a:cubicBezTo>
                    <a:pt x="19" y="481"/>
                    <a:pt x="83" y="515"/>
                    <a:pt x="110" y="515"/>
                  </a:cubicBezTo>
                  <a:cubicBezTo>
                    <a:pt x="113" y="515"/>
                    <a:pt x="116" y="515"/>
                    <a:pt x="118" y="514"/>
                  </a:cubicBezTo>
                  <a:cubicBezTo>
                    <a:pt x="325" y="405"/>
                    <a:pt x="522" y="297"/>
                    <a:pt x="709" y="188"/>
                  </a:cubicBezTo>
                  <a:cubicBezTo>
                    <a:pt x="729" y="179"/>
                    <a:pt x="739" y="139"/>
                    <a:pt x="768" y="80"/>
                  </a:cubicBezTo>
                  <a:cubicBezTo>
                    <a:pt x="714" y="53"/>
                    <a:pt x="651" y="0"/>
                    <a:pt x="6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9"/>
            <p:cNvSpPr/>
            <p:nvPr/>
          </p:nvSpPr>
          <p:spPr>
            <a:xfrm>
              <a:off x="189816" y="1172716"/>
              <a:ext cx="62758" cy="31245"/>
            </a:xfrm>
            <a:custGeom>
              <a:avLst/>
              <a:gdLst/>
              <a:ahLst/>
              <a:cxnLst/>
              <a:rect l="l" t="t" r="r" b="b"/>
              <a:pathLst>
                <a:path w="1597" h="795" extrusionOk="0">
                  <a:moveTo>
                    <a:pt x="1431" y="1"/>
                  </a:moveTo>
                  <a:cubicBezTo>
                    <a:pt x="1419" y="1"/>
                    <a:pt x="1409" y="3"/>
                    <a:pt x="1400" y="6"/>
                  </a:cubicBezTo>
                  <a:cubicBezTo>
                    <a:pt x="966" y="174"/>
                    <a:pt x="533" y="351"/>
                    <a:pt x="109" y="538"/>
                  </a:cubicBezTo>
                  <a:cubicBezTo>
                    <a:pt x="60" y="558"/>
                    <a:pt x="11" y="637"/>
                    <a:pt x="1" y="696"/>
                  </a:cubicBezTo>
                  <a:cubicBezTo>
                    <a:pt x="1" y="725"/>
                    <a:pt x="89" y="765"/>
                    <a:pt x="119" y="794"/>
                  </a:cubicBezTo>
                  <a:cubicBezTo>
                    <a:pt x="178" y="784"/>
                    <a:pt x="208" y="784"/>
                    <a:pt x="227" y="775"/>
                  </a:cubicBezTo>
                  <a:cubicBezTo>
                    <a:pt x="651" y="597"/>
                    <a:pt x="1084" y="420"/>
                    <a:pt x="1508" y="233"/>
                  </a:cubicBezTo>
                  <a:cubicBezTo>
                    <a:pt x="1557" y="203"/>
                    <a:pt x="1567" y="105"/>
                    <a:pt x="1597" y="46"/>
                  </a:cubicBezTo>
                  <a:cubicBezTo>
                    <a:pt x="1541" y="30"/>
                    <a:pt x="1479" y="1"/>
                    <a:pt x="1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9"/>
            <p:cNvSpPr/>
            <p:nvPr/>
          </p:nvSpPr>
          <p:spPr>
            <a:xfrm>
              <a:off x="367136" y="1896501"/>
              <a:ext cx="7388" cy="51526"/>
            </a:xfrm>
            <a:custGeom>
              <a:avLst/>
              <a:gdLst/>
              <a:ahLst/>
              <a:cxnLst/>
              <a:rect l="l" t="t" r="r" b="b"/>
              <a:pathLst>
                <a:path w="188" h="1311" extrusionOk="0">
                  <a:moveTo>
                    <a:pt x="0" y="0"/>
                  </a:moveTo>
                  <a:cubicBezTo>
                    <a:pt x="30" y="444"/>
                    <a:pt x="59" y="877"/>
                    <a:pt x="89" y="1310"/>
                  </a:cubicBezTo>
                  <a:cubicBezTo>
                    <a:pt x="158" y="867"/>
                    <a:pt x="188" y="434"/>
                    <a:pt x="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9"/>
            <p:cNvSpPr/>
            <p:nvPr/>
          </p:nvSpPr>
          <p:spPr>
            <a:xfrm>
              <a:off x="522763" y="2047373"/>
              <a:ext cx="73211" cy="150686"/>
            </a:xfrm>
            <a:custGeom>
              <a:avLst/>
              <a:gdLst/>
              <a:ahLst/>
              <a:cxnLst/>
              <a:rect l="l" t="t" r="r" b="b"/>
              <a:pathLst>
                <a:path w="1863" h="3834" extrusionOk="0">
                  <a:moveTo>
                    <a:pt x="128" y="1"/>
                  </a:moveTo>
                  <a:cubicBezTo>
                    <a:pt x="108" y="1"/>
                    <a:pt x="85" y="8"/>
                    <a:pt x="59" y="23"/>
                  </a:cubicBezTo>
                  <a:cubicBezTo>
                    <a:pt x="20" y="52"/>
                    <a:pt x="0" y="180"/>
                    <a:pt x="30" y="239"/>
                  </a:cubicBezTo>
                  <a:cubicBezTo>
                    <a:pt x="532" y="1382"/>
                    <a:pt x="1035" y="2515"/>
                    <a:pt x="1537" y="3658"/>
                  </a:cubicBezTo>
                  <a:cubicBezTo>
                    <a:pt x="1557" y="3707"/>
                    <a:pt x="1586" y="3766"/>
                    <a:pt x="1626" y="3805"/>
                  </a:cubicBezTo>
                  <a:cubicBezTo>
                    <a:pt x="1654" y="3819"/>
                    <a:pt x="1691" y="3833"/>
                    <a:pt x="1728" y="3833"/>
                  </a:cubicBezTo>
                  <a:cubicBezTo>
                    <a:pt x="1744" y="3833"/>
                    <a:pt x="1759" y="3831"/>
                    <a:pt x="1773" y="3825"/>
                  </a:cubicBezTo>
                  <a:cubicBezTo>
                    <a:pt x="1803" y="3815"/>
                    <a:pt x="1833" y="3756"/>
                    <a:pt x="1862" y="3727"/>
                  </a:cubicBezTo>
                  <a:cubicBezTo>
                    <a:pt x="1833" y="3658"/>
                    <a:pt x="1813" y="3608"/>
                    <a:pt x="1793" y="3559"/>
                  </a:cubicBezTo>
                  <a:cubicBezTo>
                    <a:pt x="1714" y="3392"/>
                    <a:pt x="1636" y="3224"/>
                    <a:pt x="1567" y="3057"/>
                  </a:cubicBezTo>
                  <a:cubicBezTo>
                    <a:pt x="1133" y="2091"/>
                    <a:pt x="700" y="1126"/>
                    <a:pt x="276" y="161"/>
                  </a:cubicBezTo>
                  <a:cubicBezTo>
                    <a:pt x="238" y="84"/>
                    <a:pt x="199" y="1"/>
                    <a:pt x="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9"/>
            <p:cNvSpPr/>
            <p:nvPr/>
          </p:nvSpPr>
          <p:spPr>
            <a:xfrm>
              <a:off x="546382" y="2035819"/>
              <a:ext cx="69714" cy="137912"/>
            </a:xfrm>
            <a:custGeom>
              <a:avLst/>
              <a:gdLst/>
              <a:ahLst/>
              <a:cxnLst/>
              <a:rect l="l" t="t" r="r" b="b"/>
              <a:pathLst>
                <a:path w="1774" h="3509" extrusionOk="0">
                  <a:moveTo>
                    <a:pt x="122" y="0"/>
                  </a:moveTo>
                  <a:cubicBezTo>
                    <a:pt x="117" y="0"/>
                    <a:pt x="113" y="1"/>
                    <a:pt x="109" y="1"/>
                  </a:cubicBezTo>
                  <a:cubicBezTo>
                    <a:pt x="69" y="1"/>
                    <a:pt x="30" y="80"/>
                    <a:pt x="0" y="120"/>
                  </a:cubicBezTo>
                  <a:cubicBezTo>
                    <a:pt x="30" y="208"/>
                    <a:pt x="50" y="267"/>
                    <a:pt x="69" y="327"/>
                  </a:cubicBezTo>
                  <a:cubicBezTo>
                    <a:pt x="315" y="859"/>
                    <a:pt x="552" y="1390"/>
                    <a:pt x="798" y="1922"/>
                  </a:cubicBezTo>
                  <a:cubicBezTo>
                    <a:pt x="1035" y="2415"/>
                    <a:pt x="1261" y="2907"/>
                    <a:pt x="1507" y="3390"/>
                  </a:cubicBezTo>
                  <a:cubicBezTo>
                    <a:pt x="1537" y="3449"/>
                    <a:pt x="1645" y="3469"/>
                    <a:pt x="1714" y="3508"/>
                  </a:cubicBezTo>
                  <a:cubicBezTo>
                    <a:pt x="1724" y="3439"/>
                    <a:pt x="1773" y="3351"/>
                    <a:pt x="1744" y="3292"/>
                  </a:cubicBezTo>
                  <a:cubicBezTo>
                    <a:pt x="1251" y="2218"/>
                    <a:pt x="759" y="1154"/>
                    <a:pt x="256" y="80"/>
                  </a:cubicBezTo>
                  <a:cubicBezTo>
                    <a:pt x="238" y="44"/>
                    <a:pt x="171" y="0"/>
                    <a:pt x="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9"/>
            <p:cNvSpPr/>
            <p:nvPr/>
          </p:nvSpPr>
          <p:spPr>
            <a:xfrm>
              <a:off x="486214" y="1983668"/>
              <a:ext cx="50144" cy="66225"/>
            </a:xfrm>
            <a:custGeom>
              <a:avLst/>
              <a:gdLst/>
              <a:ahLst/>
              <a:cxnLst/>
              <a:rect l="l" t="t" r="r" b="b"/>
              <a:pathLst>
                <a:path w="1276" h="1685" extrusionOk="0">
                  <a:moveTo>
                    <a:pt x="970" y="284"/>
                  </a:moveTo>
                  <a:cubicBezTo>
                    <a:pt x="881" y="718"/>
                    <a:pt x="664" y="1072"/>
                    <a:pt x="300" y="1319"/>
                  </a:cubicBezTo>
                  <a:cubicBezTo>
                    <a:pt x="418" y="905"/>
                    <a:pt x="704" y="600"/>
                    <a:pt x="970" y="284"/>
                  </a:cubicBezTo>
                  <a:close/>
                  <a:moveTo>
                    <a:pt x="990" y="0"/>
                  </a:moveTo>
                  <a:cubicBezTo>
                    <a:pt x="921" y="0"/>
                    <a:pt x="836" y="27"/>
                    <a:pt x="802" y="68"/>
                  </a:cubicBezTo>
                  <a:cubicBezTo>
                    <a:pt x="576" y="343"/>
                    <a:pt x="359" y="619"/>
                    <a:pt x="172" y="925"/>
                  </a:cubicBezTo>
                  <a:cubicBezTo>
                    <a:pt x="83" y="1072"/>
                    <a:pt x="34" y="1260"/>
                    <a:pt x="14" y="1437"/>
                  </a:cubicBezTo>
                  <a:cubicBezTo>
                    <a:pt x="0" y="1590"/>
                    <a:pt x="80" y="1684"/>
                    <a:pt x="194" y="1684"/>
                  </a:cubicBezTo>
                  <a:cubicBezTo>
                    <a:pt x="242" y="1684"/>
                    <a:pt x="294" y="1668"/>
                    <a:pt x="349" y="1634"/>
                  </a:cubicBezTo>
                  <a:cubicBezTo>
                    <a:pt x="507" y="1526"/>
                    <a:pt x="655" y="1397"/>
                    <a:pt x="783" y="1260"/>
                  </a:cubicBezTo>
                  <a:cubicBezTo>
                    <a:pt x="1019" y="994"/>
                    <a:pt x="1186" y="688"/>
                    <a:pt x="1275" y="265"/>
                  </a:cubicBezTo>
                  <a:cubicBezTo>
                    <a:pt x="1216" y="196"/>
                    <a:pt x="1167" y="77"/>
                    <a:pt x="1068" y="18"/>
                  </a:cubicBezTo>
                  <a:cubicBezTo>
                    <a:pt x="1050" y="6"/>
                    <a:pt x="1021" y="0"/>
                    <a:pt x="9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9"/>
            <p:cNvSpPr/>
            <p:nvPr/>
          </p:nvSpPr>
          <p:spPr>
            <a:xfrm>
              <a:off x="501856" y="2069106"/>
              <a:ext cx="63151" cy="118654"/>
            </a:xfrm>
            <a:custGeom>
              <a:avLst/>
              <a:gdLst/>
              <a:ahLst/>
              <a:cxnLst/>
              <a:rect l="l" t="t" r="r" b="b"/>
              <a:pathLst>
                <a:path w="1607" h="3019" extrusionOk="0">
                  <a:moveTo>
                    <a:pt x="124" y="1"/>
                  </a:moveTo>
                  <a:cubicBezTo>
                    <a:pt x="105" y="1"/>
                    <a:pt x="84" y="7"/>
                    <a:pt x="60" y="21"/>
                  </a:cubicBezTo>
                  <a:cubicBezTo>
                    <a:pt x="20" y="51"/>
                    <a:pt x="0" y="209"/>
                    <a:pt x="30" y="277"/>
                  </a:cubicBezTo>
                  <a:cubicBezTo>
                    <a:pt x="434" y="1115"/>
                    <a:pt x="838" y="1942"/>
                    <a:pt x="1242" y="2780"/>
                  </a:cubicBezTo>
                  <a:cubicBezTo>
                    <a:pt x="1281" y="2849"/>
                    <a:pt x="1320" y="2927"/>
                    <a:pt x="1370" y="2977"/>
                  </a:cubicBezTo>
                  <a:cubicBezTo>
                    <a:pt x="1394" y="3001"/>
                    <a:pt x="1445" y="3019"/>
                    <a:pt x="1484" y="3019"/>
                  </a:cubicBezTo>
                  <a:cubicBezTo>
                    <a:pt x="1493" y="3019"/>
                    <a:pt x="1501" y="3018"/>
                    <a:pt x="1508" y="3016"/>
                  </a:cubicBezTo>
                  <a:cubicBezTo>
                    <a:pt x="1547" y="3006"/>
                    <a:pt x="1577" y="2947"/>
                    <a:pt x="1606" y="2917"/>
                  </a:cubicBezTo>
                  <a:cubicBezTo>
                    <a:pt x="1577" y="2849"/>
                    <a:pt x="1557" y="2799"/>
                    <a:pt x="1537" y="2750"/>
                  </a:cubicBezTo>
                  <a:cubicBezTo>
                    <a:pt x="1114" y="1893"/>
                    <a:pt x="690" y="1026"/>
                    <a:pt x="266" y="169"/>
                  </a:cubicBezTo>
                  <a:cubicBezTo>
                    <a:pt x="227" y="91"/>
                    <a:pt x="195" y="1"/>
                    <a:pt x="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9"/>
            <p:cNvSpPr/>
            <p:nvPr/>
          </p:nvSpPr>
          <p:spPr>
            <a:xfrm>
              <a:off x="497965" y="1994829"/>
              <a:ext cx="26369" cy="40678"/>
            </a:xfrm>
            <a:custGeom>
              <a:avLst/>
              <a:gdLst/>
              <a:ahLst/>
              <a:cxnLst/>
              <a:rect l="l" t="t" r="r" b="b"/>
              <a:pathLst>
                <a:path w="671" h="1035" extrusionOk="0">
                  <a:moveTo>
                    <a:pt x="671" y="0"/>
                  </a:moveTo>
                  <a:lnTo>
                    <a:pt x="671" y="0"/>
                  </a:lnTo>
                  <a:cubicBezTo>
                    <a:pt x="405" y="316"/>
                    <a:pt x="119" y="621"/>
                    <a:pt x="1" y="1035"/>
                  </a:cubicBezTo>
                  <a:cubicBezTo>
                    <a:pt x="365" y="788"/>
                    <a:pt x="582" y="434"/>
                    <a:pt x="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6" name="Google Shape;716;p29"/>
          <p:cNvSpPr/>
          <p:nvPr/>
        </p:nvSpPr>
        <p:spPr>
          <a:xfrm flipH="1">
            <a:off x="8515000" y="3785538"/>
            <a:ext cx="300344" cy="230024"/>
          </a:xfrm>
          <a:custGeom>
            <a:avLst/>
            <a:gdLst/>
            <a:ahLst/>
            <a:cxnLst/>
            <a:rect l="l" t="t" r="r" b="b"/>
            <a:pathLst>
              <a:path w="5025" h="3848" extrusionOk="0">
                <a:moveTo>
                  <a:pt x="1921" y="261"/>
                </a:moveTo>
                <a:cubicBezTo>
                  <a:pt x="1971" y="379"/>
                  <a:pt x="2010" y="497"/>
                  <a:pt x="2059" y="606"/>
                </a:cubicBezTo>
                <a:cubicBezTo>
                  <a:pt x="2158" y="842"/>
                  <a:pt x="2237" y="1098"/>
                  <a:pt x="2365" y="1325"/>
                </a:cubicBezTo>
                <a:cubicBezTo>
                  <a:pt x="2427" y="1439"/>
                  <a:pt x="2486" y="1493"/>
                  <a:pt x="2553" y="1493"/>
                </a:cubicBezTo>
                <a:cubicBezTo>
                  <a:pt x="2613" y="1493"/>
                  <a:pt x="2679" y="1448"/>
                  <a:pt x="2759" y="1364"/>
                </a:cubicBezTo>
                <a:cubicBezTo>
                  <a:pt x="2867" y="1256"/>
                  <a:pt x="2985" y="1157"/>
                  <a:pt x="3123" y="1020"/>
                </a:cubicBezTo>
                <a:cubicBezTo>
                  <a:pt x="3310" y="1650"/>
                  <a:pt x="3202" y="2241"/>
                  <a:pt x="3172" y="2832"/>
                </a:cubicBezTo>
                <a:cubicBezTo>
                  <a:pt x="2887" y="2714"/>
                  <a:pt x="2847" y="2477"/>
                  <a:pt x="2808" y="2241"/>
                </a:cubicBezTo>
                <a:cubicBezTo>
                  <a:pt x="2788" y="2142"/>
                  <a:pt x="2788" y="2044"/>
                  <a:pt x="2749" y="1955"/>
                </a:cubicBezTo>
                <a:cubicBezTo>
                  <a:pt x="2729" y="1916"/>
                  <a:pt x="2650" y="1867"/>
                  <a:pt x="2601" y="1867"/>
                </a:cubicBezTo>
                <a:cubicBezTo>
                  <a:pt x="2571" y="1867"/>
                  <a:pt x="2522" y="1945"/>
                  <a:pt x="2512" y="1995"/>
                </a:cubicBezTo>
                <a:cubicBezTo>
                  <a:pt x="2502" y="2074"/>
                  <a:pt x="2522" y="2162"/>
                  <a:pt x="2532" y="2271"/>
                </a:cubicBezTo>
                <a:cubicBezTo>
                  <a:pt x="2374" y="2162"/>
                  <a:pt x="2237" y="2064"/>
                  <a:pt x="2207" y="1867"/>
                </a:cubicBezTo>
                <a:cubicBezTo>
                  <a:pt x="2187" y="1699"/>
                  <a:pt x="2148" y="1532"/>
                  <a:pt x="2089" y="1364"/>
                </a:cubicBezTo>
                <a:cubicBezTo>
                  <a:pt x="2079" y="1305"/>
                  <a:pt x="2000" y="1266"/>
                  <a:pt x="1951" y="1226"/>
                </a:cubicBezTo>
                <a:cubicBezTo>
                  <a:pt x="1911" y="1285"/>
                  <a:pt x="1872" y="1345"/>
                  <a:pt x="1852" y="1404"/>
                </a:cubicBezTo>
                <a:cubicBezTo>
                  <a:pt x="1842" y="1463"/>
                  <a:pt x="1862" y="1522"/>
                  <a:pt x="1872" y="1620"/>
                </a:cubicBezTo>
                <a:cubicBezTo>
                  <a:pt x="1793" y="1542"/>
                  <a:pt x="1754" y="1482"/>
                  <a:pt x="1695" y="1443"/>
                </a:cubicBezTo>
                <a:cubicBezTo>
                  <a:pt x="1626" y="1404"/>
                  <a:pt x="1547" y="1394"/>
                  <a:pt x="1468" y="1364"/>
                </a:cubicBezTo>
                <a:lnTo>
                  <a:pt x="1468" y="1364"/>
                </a:lnTo>
                <a:cubicBezTo>
                  <a:pt x="1478" y="1443"/>
                  <a:pt x="1458" y="1542"/>
                  <a:pt x="1498" y="1601"/>
                </a:cubicBezTo>
                <a:cubicBezTo>
                  <a:pt x="1577" y="1729"/>
                  <a:pt x="1695" y="1847"/>
                  <a:pt x="1813" y="1995"/>
                </a:cubicBezTo>
                <a:cubicBezTo>
                  <a:pt x="1586" y="2024"/>
                  <a:pt x="1389" y="2044"/>
                  <a:pt x="1192" y="2093"/>
                </a:cubicBezTo>
                <a:cubicBezTo>
                  <a:pt x="1133" y="2103"/>
                  <a:pt x="1084" y="2172"/>
                  <a:pt x="1035" y="2221"/>
                </a:cubicBezTo>
                <a:cubicBezTo>
                  <a:pt x="1094" y="2261"/>
                  <a:pt x="1163" y="2330"/>
                  <a:pt x="1222" y="2330"/>
                </a:cubicBezTo>
                <a:cubicBezTo>
                  <a:pt x="1448" y="2310"/>
                  <a:pt x="1675" y="2261"/>
                  <a:pt x="1902" y="2241"/>
                </a:cubicBezTo>
                <a:cubicBezTo>
                  <a:pt x="1912" y="2240"/>
                  <a:pt x="1922" y="2239"/>
                  <a:pt x="1933" y="2239"/>
                </a:cubicBezTo>
                <a:cubicBezTo>
                  <a:pt x="2005" y="2239"/>
                  <a:pt x="2088" y="2267"/>
                  <a:pt x="2148" y="2310"/>
                </a:cubicBezTo>
                <a:cubicBezTo>
                  <a:pt x="2266" y="2399"/>
                  <a:pt x="2374" y="2517"/>
                  <a:pt x="2512" y="2635"/>
                </a:cubicBezTo>
                <a:cubicBezTo>
                  <a:pt x="2365" y="2684"/>
                  <a:pt x="2237" y="2704"/>
                  <a:pt x="2118" y="2753"/>
                </a:cubicBezTo>
                <a:cubicBezTo>
                  <a:pt x="2049" y="2793"/>
                  <a:pt x="1961" y="2881"/>
                  <a:pt x="1971" y="2940"/>
                </a:cubicBezTo>
                <a:cubicBezTo>
                  <a:pt x="1976" y="3009"/>
                  <a:pt x="2009" y="3029"/>
                  <a:pt x="2054" y="3029"/>
                </a:cubicBezTo>
                <a:cubicBezTo>
                  <a:pt x="2093" y="3029"/>
                  <a:pt x="2141" y="3013"/>
                  <a:pt x="2187" y="3000"/>
                </a:cubicBezTo>
                <a:cubicBezTo>
                  <a:pt x="2237" y="2980"/>
                  <a:pt x="2305" y="2980"/>
                  <a:pt x="2355" y="2950"/>
                </a:cubicBezTo>
                <a:cubicBezTo>
                  <a:pt x="2449" y="2906"/>
                  <a:pt x="2538" y="2885"/>
                  <a:pt x="2621" y="2885"/>
                </a:cubicBezTo>
                <a:cubicBezTo>
                  <a:pt x="2814" y="2885"/>
                  <a:pt x="2978" y="3000"/>
                  <a:pt x="3123" y="3206"/>
                </a:cubicBezTo>
                <a:cubicBezTo>
                  <a:pt x="2804" y="3286"/>
                  <a:pt x="2488" y="3358"/>
                  <a:pt x="2164" y="3358"/>
                </a:cubicBezTo>
                <a:cubicBezTo>
                  <a:pt x="1969" y="3358"/>
                  <a:pt x="1770" y="3332"/>
                  <a:pt x="1567" y="3265"/>
                </a:cubicBezTo>
                <a:cubicBezTo>
                  <a:pt x="1833" y="2822"/>
                  <a:pt x="1803" y="2763"/>
                  <a:pt x="1330" y="2635"/>
                </a:cubicBezTo>
                <a:cubicBezTo>
                  <a:pt x="1054" y="2556"/>
                  <a:pt x="779" y="2487"/>
                  <a:pt x="503" y="2408"/>
                </a:cubicBezTo>
                <a:cubicBezTo>
                  <a:pt x="434" y="2389"/>
                  <a:pt x="365" y="2349"/>
                  <a:pt x="266" y="2300"/>
                </a:cubicBezTo>
                <a:cubicBezTo>
                  <a:pt x="414" y="2231"/>
                  <a:pt x="532" y="2182"/>
                  <a:pt x="641" y="2133"/>
                </a:cubicBezTo>
                <a:cubicBezTo>
                  <a:pt x="897" y="2014"/>
                  <a:pt x="946" y="1877"/>
                  <a:pt x="818" y="1630"/>
                </a:cubicBezTo>
                <a:cubicBezTo>
                  <a:pt x="690" y="1374"/>
                  <a:pt x="542" y="1138"/>
                  <a:pt x="414" y="882"/>
                </a:cubicBezTo>
                <a:cubicBezTo>
                  <a:pt x="375" y="793"/>
                  <a:pt x="365" y="685"/>
                  <a:pt x="385" y="557"/>
                </a:cubicBezTo>
                <a:lnTo>
                  <a:pt x="385" y="557"/>
                </a:lnTo>
                <a:cubicBezTo>
                  <a:pt x="493" y="635"/>
                  <a:pt x="611" y="724"/>
                  <a:pt x="719" y="813"/>
                </a:cubicBezTo>
                <a:cubicBezTo>
                  <a:pt x="788" y="862"/>
                  <a:pt x="857" y="921"/>
                  <a:pt x="936" y="980"/>
                </a:cubicBezTo>
                <a:cubicBezTo>
                  <a:pt x="1063" y="1079"/>
                  <a:pt x="1158" y="1129"/>
                  <a:pt x="1235" y="1129"/>
                </a:cubicBezTo>
                <a:cubicBezTo>
                  <a:pt x="1343" y="1129"/>
                  <a:pt x="1417" y="1030"/>
                  <a:pt x="1498" y="822"/>
                </a:cubicBezTo>
                <a:cubicBezTo>
                  <a:pt x="1586" y="616"/>
                  <a:pt x="1695" y="409"/>
                  <a:pt x="1921" y="261"/>
                </a:cubicBezTo>
                <a:close/>
                <a:moveTo>
                  <a:pt x="1921" y="0"/>
                </a:moveTo>
                <a:cubicBezTo>
                  <a:pt x="1856" y="0"/>
                  <a:pt x="1786" y="25"/>
                  <a:pt x="1714" y="74"/>
                </a:cubicBezTo>
                <a:cubicBezTo>
                  <a:pt x="1626" y="133"/>
                  <a:pt x="1547" y="212"/>
                  <a:pt x="1488" y="291"/>
                </a:cubicBezTo>
                <a:cubicBezTo>
                  <a:pt x="1379" y="458"/>
                  <a:pt x="1291" y="645"/>
                  <a:pt x="1182" y="822"/>
                </a:cubicBezTo>
                <a:cubicBezTo>
                  <a:pt x="985" y="675"/>
                  <a:pt x="779" y="497"/>
                  <a:pt x="562" y="360"/>
                </a:cubicBezTo>
                <a:cubicBezTo>
                  <a:pt x="488" y="307"/>
                  <a:pt x="417" y="283"/>
                  <a:pt x="352" y="283"/>
                </a:cubicBezTo>
                <a:cubicBezTo>
                  <a:pt x="210" y="283"/>
                  <a:pt x="103" y="402"/>
                  <a:pt x="89" y="606"/>
                </a:cubicBezTo>
                <a:cubicBezTo>
                  <a:pt x="79" y="665"/>
                  <a:pt x="79" y="734"/>
                  <a:pt x="109" y="793"/>
                </a:cubicBezTo>
                <a:cubicBezTo>
                  <a:pt x="207" y="1020"/>
                  <a:pt x="306" y="1256"/>
                  <a:pt x="414" y="1473"/>
                </a:cubicBezTo>
                <a:cubicBezTo>
                  <a:pt x="473" y="1591"/>
                  <a:pt x="552" y="1709"/>
                  <a:pt x="631" y="1837"/>
                </a:cubicBezTo>
                <a:cubicBezTo>
                  <a:pt x="503" y="1896"/>
                  <a:pt x="394" y="1936"/>
                  <a:pt x="296" y="1985"/>
                </a:cubicBezTo>
                <a:cubicBezTo>
                  <a:pt x="168" y="2044"/>
                  <a:pt x="10" y="2103"/>
                  <a:pt x="0" y="2290"/>
                </a:cubicBezTo>
                <a:cubicBezTo>
                  <a:pt x="0" y="2477"/>
                  <a:pt x="148" y="2556"/>
                  <a:pt x="296" y="2615"/>
                </a:cubicBezTo>
                <a:cubicBezTo>
                  <a:pt x="434" y="2674"/>
                  <a:pt x="591" y="2724"/>
                  <a:pt x="739" y="2763"/>
                </a:cubicBezTo>
                <a:cubicBezTo>
                  <a:pt x="966" y="2822"/>
                  <a:pt x="1192" y="2881"/>
                  <a:pt x="1429" y="2931"/>
                </a:cubicBezTo>
                <a:cubicBezTo>
                  <a:pt x="1212" y="3334"/>
                  <a:pt x="1301" y="3512"/>
                  <a:pt x="1744" y="3591"/>
                </a:cubicBezTo>
                <a:lnTo>
                  <a:pt x="1803" y="3591"/>
                </a:lnTo>
                <a:cubicBezTo>
                  <a:pt x="1921" y="3607"/>
                  <a:pt x="2039" y="3615"/>
                  <a:pt x="2155" y="3615"/>
                </a:cubicBezTo>
                <a:cubicBezTo>
                  <a:pt x="2522" y="3615"/>
                  <a:pt x="2880" y="3540"/>
                  <a:pt x="3231" y="3443"/>
                </a:cubicBezTo>
                <a:cubicBezTo>
                  <a:pt x="3259" y="3432"/>
                  <a:pt x="3289" y="3428"/>
                  <a:pt x="3319" y="3428"/>
                </a:cubicBezTo>
                <a:cubicBezTo>
                  <a:pt x="3375" y="3428"/>
                  <a:pt x="3433" y="3443"/>
                  <a:pt x="3478" y="3462"/>
                </a:cubicBezTo>
                <a:cubicBezTo>
                  <a:pt x="3714" y="3571"/>
                  <a:pt x="3941" y="3728"/>
                  <a:pt x="4187" y="3797"/>
                </a:cubicBezTo>
                <a:cubicBezTo>
                  <a:pt x="4357" y="3842"/>
                  <a:pt x="4538" y="3847"/>
                  <a:pt x="4718" y="3847"/>
                </a:cubicBezTo>
                <a:cubicBezTo>
                  <a:pt x="4777" y="3847"/>
                  <a:pt x="4837" y="3847"/>
                  <a:pt x="4896" y="3847"/>
                </a:cubicBezTo>
                <a:cubicBezTo>
                  <a:pt x="4945" y="3847"/>
                  <a:pt x="4985" y="3748"/>
                  <a:pt x="5024" y="3699"/>
                </a:cubicBezTo>
                <a:cubicBezTo>
                  <a:pt x="4969" y="3662"/>
                  <a:pt x="4914" y="3599"/>
                  <a:pt x="4875" y="3599"/>
                </a:cubicBezTo>
                <a:cubicBezTo>
                  <a:pt x="4872" y="3599"/>
                  <a:pt x="4869" y="3600"/>
                  <a:pt x="4867" y="3600"/>
                </a:cubicBezTo>
                <a:cubicBezTo>
                  <a:pt x="4790" y="3615"/>
                  <a:pt x="4715" y="3622"/>
                  <a:pt x="4643" y="3622"/>
                </a:cubicBezTo>
                <a:cubicBezTo>
                  <a:pt x="4236" y="3622"/>
                  <a:pt x="3901" y="3406"/>
                  <a:pt x="3566" y="3197"/>
                </a:cubicBezTo>
                <a:cubicBezTo>
                  <a:pt x="3458" y="3128"/>
                  <a:pt x="3419" y="3029"/>
                  <a:pt x="3428" y="2901"/>
                </a:cubicBezTo>
                <a:cubicBezTo>
                  <a:pt x="3448" y="2448"/>
                  <a:pt x="3468" y="1995"/>
                  <a:pt x="3478" y="1542"/>
                </a:cubicBezTo>
                <a:cubicBezTo>
                  <a:pt x="3478" y="1364"/>
                  <a:pt x="3438" y="1177"/>
                  <a:pt x="3389" y="1000"/>
                </a:cubicBezTo>
                <a:cubicBezTo>
                  <a:pt x="3341" y="855"/>
                  <a:pt x="3252" y="781"/>
                  <a:pt x="3145" y="781"/>
                </a:cubicBezTo>
                <a:cubicBezTo>
                  <a:pt x="3078" y="781"/>
                  <a:pt x="3003" y="811"/>
                  <a:pt x="2926" y="872"/>
                </a:cubicBezTo>
                <a:cubicBezTo>
                  <a:pt x="2798" y="960"/>
                  <a:pt x="2699" y="1059"/>
                  <a:pt x="2562" y="1177"/>
                </a:cubicBezTo>
                <a:cubicBezTo>
                  <a:pt x="2493" y="1010"/>
                  <a:pt x="2424" y="852"/>
                  <a:pt x="2365" y="694"/>
                </a:cubicBezTo>
                <a:cubicBezTo>
                  <a:pt x="2305" y="527"/>
                  <a:pt x="2256" y="350"/>
                  <a:pt x="2187" y="192"/>
                </a:cubicBezTo>
                <a:cubicBezTo>
                  <a:pt x="2120" y="64"/>
                  <a:pt x="2027" y="0"/>
                  <a:pt x="192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29"/>
          <p:cNvSpPr/>
          <p:nvPr/>
        </p:nvSpPr>
        <p:spPr>
          <a:xfrm rot="-3567018">
            <a:off x="7892353" y="176574"/>
            <a:ext cx="223605" cy="460843"/>
          </a:xfrm>
          <a:custGeom>
            <a:avLst/>
            <a:gdLst/>
            <a:ahLst/>
            <a:cxnLst/>
            <a:rect l="l" t="t" r="r" b="b"/>
            <a:pathLst>
              <a:path w="4789" h="9869" extrusionOk="0">
                <a:moveTo>
                  <a:pt x="1537" y="244"/>
                </a:moveTo>
                <a:cubicBezTo>
                  <a:pt x="1606" y="323"/>
                  <a:pt x="1675" y="382"/>
                  <a:pt x="1715" y="451"/>
                </a:cubicBezTo>
                <a:cubicBezTo>
                  <a:pt x="1843" y="687"/>
                  <a:pt x="1971" y="934"/>
                  <a:pt x="2089" y="1180"/>
                </a:cubicBezTo>
                <a:cubicBezTo>
                  <a:pt x="2191" y="1396"/>
                  <a:pt x="2278" y="1495"/>
                  <a:pt x="2407" y="1495"/>
                </a:cubicBezTo>
                <a:cubicBezTo>
                  <a:pt x="2489" y="1495"/>
                  <a:pt x="2589" y="1454"/>
                  <a:pt x="2720" y="1377"/>
                </a:cubicBezTo>
                <a:cubicBezTo>
                  <a:pt x="2848" y="1308"/>
                  <a:pt x="2966" y="1229"/>
                  <a:pt x="3104" y="1180"/>
                </a:cubicBezTo>
                <a:cubicBezTo>
                  <a:pt x="3170" y="1153"/>
                  <a:pt x="3225" y="1139"/>
                  <a:pt x="3268" y="1139"/>
                </a:cubicBezTo>
                <a:cubicBezTo>
                  <a:pt x="3366" y="1139"/>
                  <a:pt x="3406" y="1210"/>
                  <a:pt x="3399" y="1367"/>
                </a:cubicBezTo>
                <a:cubicBezTo>
                  <a:pt x="3389" y="1850"/>
                  <a:pt x="3350" y="2323"/>
                  <a:pt x="3311" y="2805"/>
                </a:cubicBezTo>
                <a:cubicBezTo>
                  <a:pt x="3301" y="2973"/>
                  <a:pt x="3252" y="3140"/>
                  <a:pt x="3242" y="3308"/>
                </a:cubicBezTo>
                <a:cubicBezTo>
                  <a:pt x="3219" y="3546"/>
                  <a:pt x="3310" y="3672"/>
                  <a:pt x="3488" y="3672"/>
                </a:cubicBezTo>
                <a:cubicBezTo>
                  <a:pt x="3545" y="3672"/>
                  <a:pt x="3611" y="3659"/>
                  <a:pt x="3685" y="3633"/>
                </a:cubicBezTo>
                <a:cubicBezTo>
                  <a:pt x="3793" y="3593"/>
                  <a:pt x="3892" y="3534"/>
                  <a:pt x="4010" y="3495"/>
                </a:cubicBezTo>
                <a:cubicBezTo>
                  <a:pt x="4119" y="3453"/>
                  <a:pt x="4211" y="3432"/>
                  <a:pt x="4286" y="3432"/>
                </a:cubicBezTo>
                <a:cubicBezTo>
                  <a:pt x="4489" y="3432"/>
                  <a:pt x="4565" y="3587"/>
                  <a:pt x="4493" y="3889"/>
                </a:cubicBezTo>
                <a:cubicBezTo>
                  <a:pt x="4375" y="4362"/>
                  <a:pt x="4256" y="4835"/>
                  <a:pt x="4079" y="5288"/>
                </a:cubicBezTo>
                <a:cubicBezTo>
                  <a:pt x="3852" y="5869"/>
                  <a:pt x="3577" y="6430"/>
                  <a:pt x="3301" y="7031"/>
                </a:cubicBezTo>
                <a:cubicBezTo>
                  <a:pt x="3202" y="6805"/>
                  <a:pt x="3183" y="6371"/>
                  <a:pt x="3252" y="6194"/>
                </a:cubicBezTo>
                <a:cubicBezTo>
                  <a:pt x="3409" y="5770"/>
                  <a:pt x="3567" y="5347"/>
                  <a:pt x="3724" y="4923"/>
                </a:cubicBezTo>
                <a:cubicBezTo>
                  <a:pt x="3744" y="4844"/>
                  <a:pt x="3744" y="4697"/>
                  <a:pt x="3695" y="4677"/>
                </a:cubicBezTo>
                <a:cubicBezTo>
                  <a:pt x="3667" y="4660"/>
                  <a:pt x="3643" y="4653"/>
                  <a:pt x="3622" y="4653"/>
                </a:cubicBezTo>
                <a:cubicBezTo>
                  <a:pt x="3546" y="4653"/>
                  <a:pt x="3509" y="4748"/>
                  <a:pt x="3478" y="4825"/>
                </a:cubicBezTo>
                <a:cubicBezTo>
                  <a:pt x="3360" y="5120"/>
                  <a:pt x="3242" y="5416"/>
                  <a:pt x="3114" y="5751"/>
                </a:cubicBezTo>
                <a:cubicBezTo>
                  <a:pt x="3055" y="5426"/>
                  <a:pt x="2995" y="5150"/>
                  <a:pt x="2956" y="4864"/>
                </a:cubicBezTo>
                <a:cubicBezTo>
                  <a:pt x="2946" y="4785"/>
                  <a:pt x="2986" y="4687"/>
                  <a:pt x="3015" y="4608"/>
                </a:cubicBezTo>
                <a:cubicBezTo>
                  <a:pt x="3084" y="4431"/>
                  <a:pt x="3173" y="4273"/>
                  <a:pt x="3222" y="4096"/>
                </a:cubicBezTo>
                <a:cubicBezTo>
                  <a:pt x="3242" y="4037"/>
                  <a:pt x="3202" y="3958"/>
                  <a:pt x="3192" y="3889"/>
                </a:cubicBezTo>
                <a:cubicBezTo>
                  <a:pt x="3123" y="3928"/>
                  <a:pt x="3035" y="3938"/>
                  <a:pt x="2995" y="3997"/>
                </a:cubicBezTo>
                <a:cubicBezTo>
                  <a:pt x="2936" y="4076"/>
                  <a:pt x="2907" y="4175"/>
                  <a:pt x="2857" y="4283"/>
                </a:cubicBezTo>
                <a:cubicBezTo>
                  <a:pt x="2651" y="3840"/>
                  <a:pt x="2808" y="3426"/>
                  <a:pt x="2877" y="3012"/>
                </a:cubicBezTo>
                <a:cubicBezTo>
                  <a:pt x="2917" y="2796"/>
                  <a:pt x="2995" y="2589"/>
                  <a:pt x="3035" y="2382"/>
                </a:cubicBezTo>
                <a:cubicBezTo>
                  <a:pt x="3055" y="2323"/>
                  <a:pt x="3005" y="2244"/>
                  <a:pt x="2986" y="2175"/>
                </a:cubicBezTo>
                <a:cubicBezTo>
                  <a:pt x="2917" y="2214"/>
                  <a:pt x="2818" y="2244"/>
                  <a:pt x="2798" y="2293"/>
                </a:cubicBezTo>
                <a:cubicBezTo>
                  <a:pt x="2720" y="2500"/>
                  <a:pt x="2680" y="2727"/>
                  <a:pt x="2621" y="2943"/>
                </a:cubicBezTo>
                <a:cubicBezTo>
                  <a:pt x="2611" y="2993"/>
                  <a:pt x="2592" y="3042"/>
                  <a:pt x="2582" y="3091"/>
                </a:cubicBezTo>
                <a:cubicBezTo>
                  <a:pt x="2463" y="2756"/>
                  <a:pt x="2355" y="2431"/>
                  <a:pt x="2227" y="2116"/>
                </a:cubicBezTo>
                <a:cubicBezTo>
                  <a:pt x="2186" y="2018"/>
                  <a:pt x="2139" y="1867"/>
                  <a:pt x="2024" y="1867"/>
                </a:cubicBezTo>
                <a:cubicBezTo>
                  <a:pt x="2000" y="1867"/>
                  <a:pt x="1972" y="1874"/>
                  <a:pt x="1941" y="1889"/>
                </a:cubicBezTo>
                <a:cubicBezTo>
                  <a:pt x="1764" y="1988"/>
                  <a:pt x="1951" y="2106"/>
                  <a:pt x="1991" y="2224"/>
                </a:cubicBezTo>
                <a:cubicBezTo>
                  <a:pt x="2138" y="2677"/>
                  <a:pt x="2286" y="3140"/>
                  <a:pt x="2434" y="3593"/>
                </a:cubicBezTo>
                <a:cubicBezTo>
                  <a:pt x="2414" y="3613"/>
                  <a:pt x="2395" y="3623"/>
                  <a:pt x="2385" y="3633"/>
                </a:cubicBezTo>
                <a:cubicBezTo>
                  <a:pt x="2168" y="3544"/>
                  <a:pt x="1961" y="3456"/>
                  <a:pt x="1744" y="3367"/>
                </a:cubicBezTo>
                <a:cubicBezTo>
                  <a:pt x="1695" y="3347"/>
                  <a:pt x="1646" y="3308"/>
                  <a:pt x="1606" y="3308"/>
                </a:cubicBezTo>
                <a:cubicBezTo>
                  <a:pt x="1537" y="3308"/>
                  <a:pt x="1478" y="3337"/>
                  <a:pt x="1409" y="3357"/>
                </a:cubicBezTo>
                <a:cubicBezTo>
                  <a:pt x="1439" y="3416"/>
                  <a:pt x="1459" y="3515"/>
                  <a:pt x="1508" y="3534"/>
                </a:cubicBezTo>
                <a:cubicBezTo>
                  <a:pt x="1744" y="3653"/>
                  <a:pt x="1981" y="3761"/>
                  <a:pt x="2227" y="3859"/>
                </a:cubicBezTo>
                <a:cubicBezTo>
                  <a:pt x="2424" y="3928"/>
                  <a:pt x="2542" y="4047"/>
                  <a:pt x="2552" y="4273"/>
                </a:cubicBezTo>
                <a:cubicBezTo>
                  <a:pt x="2562" y="4401"/>
                  <a:pt x="2601" y="4539"/>
                  <a:pt x="2641" y="4697"/>
                </a:cubicBezTo>
                <a:cubicBezTo>
                  <a:pt x="2444" y="4598"/>
                  <a:pt x="2276" y="4500"/>
                  <a:pt x="2109" y="4421"/>
                </a:cubicBezTo>
                <a:cubicBezTo>
                  <a:pt x="2093" y="4413"/>
                  <a:pt x="2075" y="4410"/>
                  <a:pt x="2057" y="4410"/>
                </a:cubicBezTo>
                <a:cubicBezTo>
                  <a:pt x="2007" y="4410"/>
                  <a:pt x="1952" y="4431"/>
                  <a:pt x="1902" y="4431"/>
                </a:cubicBezTo>
                <a:cubicBezTo>
                  <a:pt x="1932" y="4500"/>
                  <a:pt x="1941" y="4608"/>
                  <a:pt x="1991" y="4638"/>
                </a:cubicBezTo>
                <a:cubicBezTo>
                  <a:pt x="2188" y="4776"/>
                  <a:pt x="2414" y="4884"/>
                  <a:pt x="2611" y="5012"/>
                </a:cubicBezTo>
                <a:cubicBezTo>
                  <a:pt x="2670" y="5041"/>
                  <a:pt x="2720" y="5110"/>
                  <a:pt x="2729" y="5170"/>
                </a:cubicBezTo>
                <a:cubicBezTo>
                  <a:pt x="2789" y="5465"/>
                  <a:pt x="2828" y="5770"/>
                  <a:pt x="2877" y="6076"/>
                </a:cubicBezTo>
                <a:lnTo>
                  <a:pt x="2877" y="6125"/>
                </a:lnTo>
                <a:cubicBezTo>
                  <a:pt x="2867" y="6115"/>
                  <a:pt x="2867" y="6105"/>
                  <a:pt x="2857" y="6096"/>
                </a:cubicBezTo>
                <a:cubicBezTo>
                  <a:pt x="2582" y="5889"/>
                  <a:pt x="2306" y="5682"/>
                  <a:pt x="2030" y="5475"/>
                </a:cubicBezTo>
                <a:cubicBezTo>
                  <a:pt x="1988" y="5447"/>
                  <a:pt x="1905" y="5424"/>
                  <a:pt x="1847" y="5424"/>
                </a:cubicBezTo>
                <a:cubicBezTo>
                  <a:pt x="1824" y="5424"/>
                  <a:pt x="1805" y="5427"/>
                  <a:pt x="1794" y="5436"/>
                </a:cubicBezTo>
                <a:cubicBezTo>
                  <a:pt x="1695" y="5534"/>
                  <a:pt x="1794" y="5613"/>
                  <a:pt x="1863" y="5672"/>
                </a:cubicBezTo>
                <a:cubicBezTo>
                  <a:pt x="2168" y="5918"/>
                  <a:pt x="2463" y="6155"/>
                  <a:pt x="2759" y="6381"/>
                </a:cubicBezTo>
                <a:cubicBezTo>
                  <a:pt x="2877" y="6470"/>
                  <a:pt x="2956" y="6559"/>
                  <a:pt x="2956" y="6716"/>
                </a:cubicBezTo>
                <a:cubicBezTo>
                  <a:pt x="2966" y="6943"/>
                  <a:pt x="2986" y="7169"/>
                  <a:pt x="3005" y="7406"/>
                </a:cubicBezTo>
                <a:cubicBezTo>
                  <a:pt x="2966" y="7396"/>
                  <a:pt x="2936" y="7396"/>
                  <a:pt x="2917" y="7386"/>
                </a:cubicBezTo>
                <a:cubicBezTo>
                  <a:pt x="2129" y="6874"/>
                  <a:pt x="1331" y="6391"/>
                  <a:pt x="730" y="5642"/>
                </a:cubicBezTo>
                <a:cubicBezTo>
                  <a:pt x="651" y="5544"/>
                  <a:pt x="592" y="5436"/>
                  <a:pt x="523" y="5327"/>
                </a:cubicBezTo>
                <a:cubicBezTo>
                  <a:pt x="454" y="5209"/>
                  <a:pt x="503" y="5140"/>
                  <a:pt x="631" y="5120"/>
                </a:cubicBezTo>
                <a:cubicBezTo>
                  <a:pt x="809" y="5101"/>
                  <a:pt x="986" y="5110"/>
                  <a:pt x="1153" y="5071"/>
                </a:cubicBezTo>
                <a:cubicBezTo>
                  <a:pt x="1272" y="5051"/>
                  <a:pt x="1429" y="5002"/>
                  <a:pt x="1478" y="4923"/>
                </a:cubicBezTo>
                <a:cubicBezTo>
                  <a:pt x="1508" y="4864"/>
                  <a:pt x="1429" y="4687"/>
                  <a:pt x="1350" y="4608"/>
                </a:cubicBezTo>
                <a:cubicBezTo>
                  <a:pt x="1134" y="4381"/>
                  <a:pt x="877" y="4175"/>
                  <a:pt x="661" y="3938"/>
                </a:cubicBezTo>
                <a:cubicBezTo>
                  <a:pt x="533" y="3810"/>
                  <a:pt x="424" y="3653"/>
                  <a:pt x="365" y="3485"/>
                </a:cubicBezTo>
                <a:cubicBezTo>
                  <a:pt x="277" y="3268"/>
                  <a:pt x="365" y="3130"/>
                  <a:pt x="602" y="3091"/>
                </a:cubicBezTo>
                <a:cubicBezTo>
                  <a:pt x="749" y="3071"/>
                  <a:pt x="897" y="3071"/>
                  <a:pt x="1055" y="3062"/>
                </a:cubicBezTo>
                <a:cubicBezTo>
                  <a:pt x="1380" y="3042"/>
                  <a:pt x="1469" y="2933"/>
                  <a:pt x="1439" y="2599"/>
                </a:cubicBezTo>
                <a:cubicBezTo>
                  <a:pt x="1390" y="2067"/>
                  <a:pt x="1350" y="1535"/>
                  <a:pt x="1331" y="1013"/>
                </a:cubicBezTo>
                <a:cubicBezTo>
                  <a:pt x="1321" y="825"/>
                  <a:pt x="1370" y="648"/>
                  <a:pt x="1409" y="471"/>
                </a:cubicBezTo>
                <a:cubicBezTo>
                  <a:pt x="1419" y="402"/>
                  <a:pt x="1478" y="333"/>
                  <a:pt x="1537" y="244"/>
                </a:cubicBezTo>
                <a:close/>
                <a:moveTo>
                  <a:pt x="1538" y="0"/>
                </a:moveTo>
                <a:cubicBezTo>
                  <a:pt x="1398" y="0"/>
                  <a:pt x="1265" y="98"/>
                  <a:pt x="1183" y="284"/>
                </a:cubicBezTo>
                <a:cubicBezTo>
                  <a:pt x="1134" y="402"/>
                  <a:pt x="1084" y="540"/>
                  <a:pt x="1084" y="668"/>
                </a:cubicBezTo>
                <a:cubicBezTo>
                  <a:pt x="1084" y="1111"/>
                  <a:pt x="1094" y="1564"/>
                  <a:pt x="1104" y="2017"/>
                </a:cubicBezTo>
                <a:cubicBezTo>
                  <a:pt x="1114" y="2264"/>
                  <a:pt x="1153" y="2520"/>
                  <a:pt x="1173" y="2776"/>
                </a:cubicBezTo>
                <a:cubicBezTo>
                  <a:pt x="956" y="2786"/>
                  <a:pt x="779" y="2805"/>
                  <a:pt x="592" y="2815"/>
                </a:cubicBezTo>
                <a:cubicBezTo>
                  <a:pt x="198" y="2855"/>
                  <a:pt x="1" y="3130"/>
                  <a:pt x="89" y="3515"/>
                </a:cubicBezTo>
                <a:cubicBezTo>
                  <a:pt x="149" y="3820"/>
                  <a:pt x="355" y="4037"/>
                  <a:pt x="562" y="4244"/>
                </a:cubicBezTo>
                <a:cubicBezTo>
                  <a:pt x="759" y="4421"/>
                  <a:pt x="946" y="4598"/>
                  <a:pt x="1173" y="4805"/>
                </a:cubicBezTo>
                <a:cubicBezTo>
                  <a:pt x="927" y="4825"/>
                  <a:pt x="740" y="4835"/>
                  <a:pt x="552" y="4864"/>
                </a:cubicBezTo>
                <a:cubicBezTo>
                  <a:pt x="247" y="4933"/>
                  <a:pt x="139" y="5130"/>
                  <a:pt x="267" y="5426"/>
                </a:cubicBezTo>
                <a:cubicBezTo>
                  <a:pt x="316" y="5524"/>
                  <a:pt x="375" y="5623"/>
                  <a:pt x="444" y="5711"/>
                </a:cubicBezTo>
                <a:cubicBezTo>
                  <a:pt x="1094" y="6568"/>
                  <a:pt x="1991" y="7110"/>
                  <a:pt x="2887" y="7662"/>
                </a:cubicBezTo>
                <a:cubicBezTo>
                  <a:pt x="2976" y="7721"/>
                  <a:pt x="3025" y="7760"/>
                  <a:pt x="3015" y="7869"/>
                </a:cubicBezTo>
                <a:cubicBezTo>
                  <a:pt x="2946" y="8460"/>
                  <a:pt x="2887" y="9041"/>
                  <a:pt x="2838" y="9632"/>
                </a:cubicBezTo>
                <a:cubicBezTo>
                  <a:pt x="2828" y="9701"/>
                  <a:pt x="2897" y="9790"/>
                  <a:pt x="2936" y="9868"/>
                </a:cubicBezTo>
                <a:cubicBezTo>
                  <a:pt x="2986" y="9809"/>
                  <a:pt x="3074" y="9750"/>
                  <a:pt x="3084" y="9681"/>
                </a:cubicBezTo>
                <a:cubicBezTo>
                  <a:pt x="3153" y="9041"/>
                  <a:pt x="3202" y="8410"/>
                  <a:pt x="3271" y="7770"/>
                </a:cubicBezTo>
                <a:cubicBezTo>
                  <a:pt x="3281" y="7642"/>
                  <a:pt x="3320" y="7514"/>
                  <a:pt x="3370" y="7396"/>
                </a:cubicBezTo>
                <a:cubicBezTo>
                  <a:pt x="3724" y="6618"/>
                  <a:pt x="4118" y="5859"/>
                  <a:pt x="4443" y="5061"/>
                </a:cubicBezTo>
                <a:cubicBezTo>
                  <a:pt x="4640" y="4618"/>
                  <a:pt x="4788" y="4145"/>
                  <a:pt x="4759" y="3633"/>
                </a:cubicBezTo>
                <a:cubicBezTo>
                  <a:pt x="4759" y="3436"/>
                  <a:pt x="4680" y="3259"/>
                  <a:pt x="4493" y="3199"/>
                </a:cubicBezTo>
                <a:cubicBezTo>
                  <a:pt x="4428" y="3182"/>
                  <a:pt x="4357" y="3174"/>
                  <a:pt x="4285" y="3174"/>
                </a:cubicBezTo>
                <a:cubicBezTo>
                  <a:pt x="4193" y="3174"/>
                  <a:pt x="4099" y="3187"/>
                  <a:pt x="4010" y="3209"/>
                </a:cubicBezTo>
                <a:cubicBezTo>
                  <a:pt x="3843" y="3239"/>
                  <a:pt x="3685" y="3327"/>
                  <a:pt x="3498" y="3406"/>
                </a:cubicBezTo>
                <a:cubicBezTo>
                  <a:pt x="3508" y="3318"/>
                  <a:pt x="3517" y="3259"/>
                  <a:pt x="3517" y="3199"/>
                </a:cubicBezTo>
                <a:cubicBezTo>
                  <a:pt x="3577" y="2608"/>
                  <a:pt x="3655" y="2017"/>
                  <a:pt x="3675" y="1426"/>
                </a:cubicBezTo>
                <a:cubicBezTo>
                  <a:pt x="3689" y="1061"/>
                  <a:pt x="3538" y="871"/>
                  <a:pt x="3281" y="871"/>
                </a:cubicBezTo>
                <a:cubicBezTo>
                  <a:pt x="3179" y="871"/>
                  <a:pt x="3059" y="901"/>
                  <a:pt x="2926" y="963"/>
                </a:cubicBezTo>
                <a:cubicBezTo>
                  <a:pt x="2798" y="1013"/>
                  <a:pt x="2680" y="1091"/>
                  <a:pt x="2562" y="1160"/>
                </a:cubicBezTo>
                <a:cubicBezTo>
                  <a:pt x="2523" y="1180"/>
                  <a:pt x="2473" y="1200"/>
                  <a:pt x="2414" y="1219"/>
                </a:cubicBezTo>
                <a:cubicBezTo>
                  <a:pt x="2355" y="1101"/>
                  <a:pt x="2306" y="993"/>
                  <a:pt x="2257" y="894"/>
                </a:cubicBezTo>
                <a:cubicBezTo>
                  <a:pt x="2129" y="658"/>
                  <a:pt x="2010" y="412"/>
                  <a:pt x="1863" y="195"/>
                </a:cubicBezTo>
                <a:cubicBezTo>
                  <a:pt x="1766" y="63"/>
                  <a:pt x="1650" y="0"/>
                  <a:pt x="15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29"/>
          <p:cNvSpPr/>
          <p:nvPr/>
        </p:nvSpPr>
        <p:spPr>
          <a:xfrm>
            <a:off x="5764354" y="3789861"/>
            <a:ext cx="241835" cy="221399"/>
          </a:xfrm>
          <a:custGeom>
            <a:avLst/>
            <a:gdLst/>
            <a:ahLst/>
            <a:cxnLst/>
            <a:rect l="l" t="t" r="r" b="b"/>
            <a:pathLst>
              <a:path w="4138" h="3788" extrusionOk="0">
                <a:moveTo>
                  <a:pt x="2277" y="0"/>
                </a:moveTo>
                <a:cubicBezTo>
                  <a:pt x="1308" y="0"/>
                  <a:pt x="454" y="648"/>
                  <a:pt x="187" y="1609"/>
                </a:cubicBezTo>
                <a:cubicBezTo>
                  <a:pt x="0" y="2269"/>
                  <a:pt x="197" y="2820"/>
                  <a:pt x="690" y="3254"/>
                </a:cubicBezTo>
                <a:cubicBezTo>
                  <a:pt x="1106" y="3606"/>
                  <a:pt x="1556" y="3788"/>
                  <a:pt x="2038" y="3788"/>
                </a:cubicBezTo>
                <a:cubicBezTo>
                  <a:pt x="2298" y="3788"/>
                  <a:pt x="2568" y="3735"/>
                  <a:pt x="2847" y="3628"/>
                </a:cubicBezTo>
                <a:cubicBezTo>
                  <a:pt x="3438" y="3402"/>
                  <a:pt x="4138" y="2732"/>
                  <a:pt x="4069" y="1845"/>
                </a:cubicBezTo>
                <a:cubicBezTo>
                  <a:pt x="4069" y="890"/>
                  <a:pt x="3468" y="141"/>
                  <a:pt x="2591" y="23"/>
                </a:cubicBezTo>
                <a:cubicBezTo>
                  <a:pt x="2485" y="8"/>
                  <a:pt x="2380" y="0"/>
                  <a:pt x="227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38"/>
          <p:cNvSpPr txBox="1">
            <a:spLocks noGrp="1"/>
          </p:cNvSpPr>
          <p:nvPr>
            <p:ph type="title"/>
          </p:nvPr>
        </p:nvSpPr>
        <p:spPr>
          <a:xfrm>
            <a:off x="4572000" y="1998163"/>
            <a:ext cx="3856800" cy="109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4400" dirty="0"/>
              <a:t>6.9 Million</a:t>
            </a:r>
            <a:endParaRPr sz="4400" dirty="0"/>
          </a:p>
        </p:txBody>
      </p:sp>
      <p:sp>
        <p:nvSpPr>
          <p:cNvPr id="954" name="Google Shape;954;p38"/>
          <p:cNvSpPr txBox="1">
            <a:spLocks noGrp="1"/>
          </p:cNvSpPr>
          <p:nvPr>
            <p:ph type="subTitle" idx="1"/>
          </p:nvPr>
        </p:nvSpPr>
        <p:spPr>
          <a:xfrm>
            <a:off x="4460509" y="3160100"/>
            <a:ext cx="4082709" cy="9418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CA" sz="2000" dirty="0"/>
              <a:t>Yelp Reviews focusing on restaurant businesses.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000" dirty="0"/>
              <a:t> </a:t>
            </a:r>
          </a:p>
        </p:txBody>
      </p:sp>
      <p:grpSp>
        <p:nvGrpSpPr>
          <p:cNvPr id="955" name="Google Shape;955;p38"/>
          <p:cNvGrpSpPr/>
          <p:nvPr/>
        </p:nvGrpSpPr>
        <p:grpSpPr>
          <a:xfrm>
            <a:off x="-20353" y="231045"/>
            <a:ext cx="4330167" cy="4408353"/>
            <a:chOff x="-20353" y="231045"/>
            <a:chExt cx="4330167" cy="4408353"/>
          </a:xfrm>
        </p:grpSpPr>
        <p:grpSp>
          <p:nvGrpSpPr>
            <p:cNvPr id="956" name="Google Shape;956;p38"/>
            <p:cNvGrpSpPr/>
            <p:nvPr/>
          </p:nvGrpSpPr>
          <p:grpSpPr>
            <a:xfrm>
              <a:off x="-20353" y="2638776"/>
              <a:ext cx="1463840" cy="1736756"/>
              <a:chOff x="-20353" y="2638776"/>
              <a:chExt cx="1463840" cy="1736756"/>
            </a:xfrm>
          </p:grpSpPr>
          <p:sp>
            <p:nvSpPr>
              <p:cNvPr id="957" name="Google Shape;957;p38"/>
              <p:cNvSpPr/>
              <p:nvPr/>
            </p:nvSpPr>
            <p:spPr>
              <a:xfrm rot="900006">
                <a:off x="124241" y="2769117"/>
                <a:ext cx="1174651" cy="1271990"/>
              </a:xfrm>
              <a:custGeom>
                <a:avLst/>
                <a:gdLst/>
                <a:ahLst/>
                <a:cxnLst/>
                <a:rect l="l" t="t" r="r" b="b"/>
                <a:pathLst>
                  <a:path w="17279" h="18708" extrusionOk="0">
                    <a:moveTo>
                      <a:pt x="5860" y="1"/>
                    </a:moveTo>
                    <a:cubicBezTo>
                      <a:pt x="5630" y="1"/>
                      <a:pt x="5376" y="29"/>
                      <a:pt x="5093" y="92"/>
                    </a:cubicBezTo>
                    <a:cubicBezTo>
                      <a:pt x="0" y="1225"/>
                      <a:pt x="3054" y="8584"/>
                      <a:pt x="4522" y="9943"/>
                    </a:cubicBezTo>
                    <a:cubicBezTo>
                      <a:pt x="5989" y="11293"/>
                      <a:pt x="2355" y="15105"/>
                      <a:pt x="6334" y="18090"/>
                    </a:cubicBezTo>
                    <a:cubicBezTo>
                      <a:pt x="6902" y="18516"/>
                      <a:pt x="7544" y="18707"/>
                      <a:pt x="8177" y="18707"/>
                    </a:cubicBezTo>
                    <a:cubicBezTo>
                      <a:pt x="9563" y="18707"/>
                      <a:pt x="10903" y="17786"/>
                      <a:pt x="11309" y="16385"/>
                    </a:cubicBezTo>
                    <a:cubicBezTo>
                      <a:pt x="12333" y="12879"/>
                      <a:pt x="14028" y="10278"/>
                      <a:pt x="15653" y="8465"/>
                    </a:cubicBezTo>
                    <a:cubicBezTo>
                      <a:pt x="17278" y="6653"/>
                      <a:pt x="17081" y="5077"/>
                      <a:pt x="15160" y="3599"/>
                    </a:cubicBezTo>
                    <a:cubicBezTo>
                      <a:pt x="14342" y="2974"/>
                      <a:pt x="13626" y="2840"/>
                      <a:pt x="12915" y="2840"/>
                    </a:cubicBezTo>
                    <a:cubicBezTo>
                      <a:pt x="12385" y="2840"/>
                      <a:pt x="11857" y="2915"/>
                      <a:pt x="11293" y="2915"/>
                    </a:cubicBezTo>
                    <a:cubicBezTo>
                      <a:pt x="10840" y="2915"/>
                      <a:pt x="10363" y="2867"/>
                      <a:pt x="9841" y="2693"/>
                    </a:cubicBezTo>
                    <a:cubicBezTo>
                      <a:pt x="8016" y="2085"/>
                      <a:pt x="7817" y="1"/>
                      <a:pt x="58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58" name="Google Shape;958;p38"/>
              <p:cNvGrpSpPr/>
              <p:nvPr/>
            </p:nvGrpSpPr>
            <p:grpSpPr>
              <a:xfrm rot="-900000">
                <a:off x="445170" y="2859999"/>
                <a:ext cx="695424" cy="1450247"/>
                <a:chOff x="7463273" y="2474956"/>
                <a:chExt cx="230755" cy="481220"/>
              </a:xfrm>
            </p:grpSpPr>
            <p:sp>
              <p:nvSpPr>
                <p:cNvPr id="959" name="Google Shape;959;p38"/>
                <p:cNvSpPr/>
                <p:nvPr/>
              </p:nvSpPr>
              <p:spPr>
                <a:xfrm>
                  <a:off x="7463273" y="2474956"/>
                  <a:ext cx="230755" cy="48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2" h="12244" extrusionOk="0">
                      <a:moveTo>
                        <a:pt x="2498" y="372"/>
                      </a:moveTo>
                      <a:cubicBezTo>
                        <a:pt x="2866" y="372"/>
                        <a:pt x="3192" y="668"/>
                        <a:pt x="3261" y="1096"/>
                      </a:cubicBezTo>
                      <a:cubicBezTo>
                        <a:pt x="3094" y="1135"/>
                        <a:pt x="2917" y="1184"/>
                        <a:pt x="2739" y="1224"/>
                      </a:cubicBezTo>
                      <a:cubicBezTo>
                        <a:pt x="2680" y="1066"/>
                        <a:pt x="2631" y="918"/>
                        <a:pt x="2572" y="771"/>
                      </a:cubicBezTo>
                      <a:cubicBezTo>
                        <a:pt x="2503" y="643"/>
                        <a:pt x="2434" y="515"/>
                        <a:pt x="2355" y="387"/>
                      </a:cubicBezTo>
                      <a:cubicBezTo>
                        <a:pt x="2403" y="376"/>
                        <a:pt x="2451" y="372"/>
                        <a:pt x="2498" y="372"/>
                      </a:cubicBezTo>
                      <a:close/>
                      <a:moveTo>
                        <a:pt x="3242" y="1194"/>
                      </a:moveTo>
                      <a:cubicBezTo>
                        <a:pt x="3291" y="1224"/>
                        <a:pt x="3340" y="1283"/>
                        <a:pt x="3409" y="1303"/>
                      </a:cubicBezTo>
                      <a:cubicBezTo>
                        <a:pt x="3655" y="1381"/>
                        <a:pt x="3715" y="1569"/>
                        <a:pt x="3715" y="1825"/>
                      </a:cubicBezTo>
                      <a:cubicBezTo>
                        <a:pt x="3509" y="1862"/>
                        <a:pt x="3313" y="1944"/>
                        <a:pt x="3108" y="1944"/>
                      </a:cubicBezTo>
                      <a:cubicBezTo>
                        <a:pt x="3097" y="1944"/>
                        <a:pt x="3086" y="1943"/>
                        <a:pt x="3074" y="1943"/>
                      </a:cubicBezTo>
                      <a:cubicBezTo>
                        <a:pt x="3005" y="1815"/>
                        <a:pt x="2946" y="1726"/>
                        <a:pt x="2897" y="1638"/>
                      </a:cubicBezTo>
                      <a:cubicBezTo>
                        <a:pt x="2877" y="1638"/>
                        <a:pt x="2867" y="1647"/>
                        <a:pt x="2848" y="1657"/>
                      </a:cubicBezTo>
                      <a:cubicBezTo>
                        <a:pt x="2926" y="1854"/>
                        <a:pt x="2995" y="2051"/>
                        <a:pt x="3064" y="2258"/>
                      </a:cubicBezTo>
                      <a:cubicBezTo>
                        <a:pt x="3074" y="2248"/>
                        <a:pt x="3084" y="2248"/>
                        <a:pt x="3094" y="2248"/>
                      </a:cubicBezTo>
                      <a:cubicBezTo>
                        <a:pt x="3084" y="2179"/>
                        <a:pt x="3084" y="2101"/>
                        <a:pt x="3074" y="2022"/>
                      </a:cubicBezTo>
                      <a:cubicBezTo>
                        <a:pt x="3271" y="1992"/>
                        <a:pt x="3468" y="1963"/>
                        <a:pt x="3655" y="1933"/>
                      </a:cubicBezTo>
                      <a:cubicBezTo>
                        <a:pt x="3682" y="1927"/>
                        <a:pt x="3708" y="1924"/>
                        <a:pt x="3732" y="1924"/>
                      </a:cubicBezTo>
                      <a:cubicBezTo>
                        <a:pt x="3868" y="1924"/>
                        <a:pt x="3964" y="2012"/>
                        <a:pt x="4040" y="2120"/>
                      </a:cubicBezTo>
                      <a:cubicBezTo>
                        <a:pt x="4168" y="2307"/>
                        <a:pt x="4197" y="2504"/>
                        <a:pt x="4148" y="2721"/>
                      </a:cubicBezTo>
                      <a:cubicBezTo>
                        <a:pt x="3882" y="2780"/>
                        <a:pt x="3616" y="2839"/>
                        <a:pt x="3340" y="2898"/>
                      </a:cubicBezTo>
                      <a:cubicBezTo>
                        <a:pt x="3301" y="2829"/>
                        <a:pt x="3261" y="2780"/>
                        <a:pt x="3212" y="2701"/>
                      </a:cubicBezTo>
                      <a:cubicBezTo>
                        <a:pt x="3202" y="2790"/>
                        <a:pt x="3202" y="2839"/>
                        <a:pt x="3202" y="2898"/>
                      </a:cubicBezTo>
                      <a:cubicBezTo>
                        <a:pt x="2956" y="2938"/>
                        <a:pt x="2720" y="2977"/>
                        <a:pt x="2464" y="3017"/>
                      </a:cubicBezTo>
                      <a:cubicBezTo>
                        <a:pt x="2444" y="2908"/>
                        <a:pt x="2424" y="2810"/>
                        <a:pt x="2404" y="2721"/>
                      </a:cubicBezTo>
                      <a:cubicBezTo>
                        <a:pt x="2395" y="2632"/>
                        <a:pt x="2385" y="2544"/>
                        <a:pt x="2365" y="2445"/>
                      </a:cubicBezTo>
                      <a:cubicBezTo>
                        <a:pt x="2345" y="2357"/>
                        <a:pt x="2326" y="2258"/>
                        <a:pt x="2306" y="2169"/>
                      </a:cubicBezTo>
                      <a:cubicBezTo>
                        <a:pt x="2414" y="2081"/>
                        <a:pt x="2257" y="2032"/>
                        <a:pt x="2266" y="1963"/>
                      </a:cubicBezTo>
                      <a:cubicBezTo>
                        <a:pt x="2276" y="1864"/>
                        <a:pt x="2247" y="1766"/>
                        <a:pt x="2237" y="1667"/>
                      </a:cubicBezTo>
                      <a:cubicBezTo>
                        <a:pt x="2217" y="1578"/>
                        <a:pt x="2207" y="1490"/>
                        <a:pt x="2188" y="1372"/>
                      </a:cubicBezTo>
                      <a:cubicBezTo>
                        <a:pt x="2365" y="1352"/>
                        <a:pt x="2523" y="1332"/>
                        <a:pt x="2690" y="1303"/>
                      </a:cubicBezTo>
                      <a:cubicBezTo>
                        <a:pt x="2710" y="1352"/>
                        <a:pt x="2739" y="1401"/>
                        <a:pt x="2779" y="1490"/>
                      </a:cubicBezTo>
                      <a:lnTo>
                        <a:pt x="2779" y="1293"/>
                      </a:lnTo>
                      <a:cubicBezTo>
                        <a:pt x="2936" y="1253"/>
                        <a:pt x="3084" y="1224"/>
                        <a:pt x="3242" y="1194"/>
                      </a:cubicBezTo>
                      <a:close/>
                      <a:moveTo>
                        <a:pt x="4018" y="2832"/>
                      </a:moveTo>
                      <a:cubicBezTo>
                        <a:pt x="4101" y="2832"/>
                        <a:pt x="4187" y="2885"/>
                        <a:pt x="4217" y="2967"/>
                      </a:cubicBezTo>
                      <a:cubicBezTo>
                        <a:pt x="4266" y="3135"/>
                        <a:pt x="4315" y="3312"/>
                        <a:pt x="4355" y="3489"/>
                      </a:cubicBezTo>
                      <a:cubicBezTo>
                        <a:pt x="4375" y="3568"/>
                        <a:pt x="4345" y="3608"/>
                        <a:pt x="4266" y="3627"/>
                      </a:cubicBezTo>
                      <a:cubicBezTo>
                        <a:pt x="4020" y="3686"/>
                        <a:pt x="3774" y="3746"/>
                        <a:pt x="3498" y="3815"/>
                      </a:cubicBezTo>
                      <a:cubicBezTo>
                        <a:pt x="3439" y="3529"/>
                        <a:pt x="3380" y="3253"/>
                        <a:pt x="3321" y="2958"/>
                      </a:cubicBezTo>
                      <a:cubicBezTo>
                        <a:pt x="3419" y="2938"/>
                        <a:pt x="3488" y="2928"/>
                        <a:pt x="3547" y="2928"/>
                      </a:cubicBezTo>
                      <a:cubicBezTo>
                        <a:pt x="3685" y="2918"/>
                        <a:pt x="3823" y="2918"/>
                        <a:pt x="3941" y="2849"/>
                      </a:cubicBezTo>
                      <a:cubicBezTo>
                        <a:pt x="3965" y="2837"/>
                        <a:pt x="3991" y="2832"/>
                        <a:pt x="4018" y="2832"/>
                      </a:cubicBezTo>
                      <a:close/>
                      <a:moveTo>
                        <a:pt x="4532" y="3283"/>
                      </a:moveTo>
                      <a:lnTo>
                        <a:pt x="4532" y="3283"/>
                      </a:lnTo>
                      <a:cubicBezTo>
                        <a:pt x="4786" y="3497"/>
                        <a:pt x="5030" y="3703"/>
                        <a:pt x="5198" y="3975"/>
                      </a:cubicBezTo>
                      <a:lnTo>
                        <a:pt x="5198" y="3975"/>
                      </a:lnTo>
                      <a:cubicBezTo>
                        <a:pt x="5169" y="3993"/>
                        <a:pt x="5131" y="4003"/>
                        <a:pt x="5094" y="4031"/>
                      </a:cubicBezTo>
                      <a:cubicBezTo>
                        <a:pt x="5094" y="4061"/>
                        <a:pt x="5094" y="4110"/>
                        <a:pt x="5094" y="4189"/>
                      </a:cubicBezTo>
                      <a:cubicBezTo>
                        <a:pt x="5074" y="4149"/>
                        <a:pt x="5064" y="4140"/>
                        <a:pt x="5054" y="4120"/>
                      </a:cubicBezTo>
                      <a:cubicBezTo>
                        <a:pt x="4966" y="3874"/>
                        <a:pt x="4808" y="3677"/>
                        <a:pt x="4591" y="3519"/>
                      </a:cubicBezTo>
                      <a:cubicBezTo>
                        <a:pt x="4512" y="3470"/>
                        <a:pt x="4522" y="3391"/>
                        <a:pt x="4532" y="3283"/>
                      </a:cubicBezTo>
                      <a:close/>
                      <a:moveTo>
                        <a:pt x="4384" y="3696"/>
                      </a:moveTo>
                      <a:cubicBezTo>
                        <a:pt x="4483" y="3982"/>
                        <a:pt x="4463" y="4287"/>
                        <a:pt x="4512" y="4622"/>
                      </a:cubicBezTo>
                      <a:cubicBezTo>
                        <a:pt x="4237" y="4691"/>
                        <a:pt x="3990" y="4750"/>
                        <a:pt x="3724" y="4809"/>
                      </a:cubicBezTo>
                      <a:cubicBezTo>
                        <a:pt x="3596" y="4494"/>
                        <a:pt x="3586" y="4189"/>
                        <a:pt x="3508" y="3874"/>
                      </a:cubicBezTo>
                      <a:cubicBezTo>
                        <a:pt x="3803" y="3815"/>
                        <a:pt x="4079" y="3755"/>
                        <a:pt x="4384" y="3696"/>
                      </a:cubicBezTo>
                      <a:close/>
                      <a:moveTo>
                        <a:pt x="1478" y="3263"/>
                      </a:moveTo>
                      <a:cubicBezTo>
                        <a:pt x="1577" y="3509"/>
                        <a:pt x="1597" y="3785"/>
                        <a:pt x="1626" y="4061"/>
                      </a:cubicBezTo>
                      <a:cubicBezTo>
                        <a:pt x="1419" y="4130"/>
                        <a:pt x="1212" y="4100"/>
                        <a:pt x="1006" y="4120"/>
                      </a:cubicBezTo>
                      <a:cubicBezTo>
                        <a:pt x="1058" y="4172"/>
                        <a:pt x="1076" y="4190"/>
                        <a:pt x="1143" y="4190"/>
                      </a:cubicBezTo>
                      <a:cubicBezTo>
                        <a:pt x="1176" y="4190"/>
                        <a:pt x="1222" y="4186"/>
                        <a:pt x="1291" y="4179"/>
                      </a:cubicBezTo>
                      <a:cubicBezTo>
                        <a:pt x="1400" y="4169"/>
                        <a:pt x="1508" y="4159"/>
                        <a:pt x="1626" y="4149"/>
                      </a:cubicBezTo>
                      <a:cubicBezTo>
                        <a:pt x="1675" y="4494"/>
                        <a:pt x="1725" y="4819"/>
                        <a:pt x="1774" y="5164"/>
                      </a:cubicBezTo>
                      <a:cubicBezTo>
                        <a:pt x="1703" y="5188"/>
                        <a:pt x="1631" y="5195"/>
                        <a:pt x="1559" y="5195"/>
                      </a:cubicBezTo>
                      <a:cubicBezTo>
                        <a:pt x="1433" y="5195"/>
                        <a:pt x="1307" y="5172"/>
                        <a:pt x="1181" y="5172"/>
                      </a:cubicBezTo>
                      <a:cubicBezTo>
                        <a:pt x="1109" y="5172"/>
                        <a:pt x="1037" y="5180"/>
                        <a:pt x="966" y="5204"/>
                      </a:cubicBezTo>
                      <a:cubicBezTo>
                        <a:pt x="917" y="5046"/>
                        <a:pt x="868" y="4918"/>
                        <a:pt x="828" y="4790"/>
                      </a:cubicBezTo>
                      <a:cubicBezTo>
                        <a:pt x="779" y="4652"/>
                        <a:pt x="799" y="4524"/>
                        <a:pt x="868" y="4415"/>
                      </a:cubicBezTo>
                      <a:cubicBezTo>
                        <a:pt x="966" y="4248"/>
                        <a:pt x="937" y="4071"/>
                        <a:pt x="887" y="3913"/>
                      </a:cubicBezTo>
                      <a:cubicBezTo>
                        <a:pt x="828" y="3746"/>
                        <a:pt x="868" y="3657"/>
                        <a:pt x="986" y="3558"/>
                      </a:cubicBezTo>
                      <a:cubicBezTo>
                        <a:pt x="1006" y="3549"/>
                        <a:pt x="1015" y="3529"/>
                        <a:pt x="1025" y="3519"/>
                      </a:cubicBezTo>
                      <a:cubicBezTo>
                        <a:pt x="1006" y="3460"/>
                        <a:pt x="996" y="3411"/>
                        <a:pt x="976" y="3342"/>
                      </a:cubicBezTo>
                      <a:cubicBezTo>
                        <a:pt x="1144" y="3312"/>
                        <a:pt x="1301" y="3292"/>
                        <a:pt x="1478" y="3263"/>
                      </a:cubicBezTo>
                      <a:close/>
                      <a:moveTo>
                        <a:pt x="4493" y="3637"/>
                      </a:moveTo>
                      <a:lnTo>
                        <a:pt x="4493" y="3637"/>
                      </a:lnTo>
                      <a:cubicBezTo>
                        <a:pt x="4562" y="3667"/>
                        <a:pt x="4611" y="3677"/>
                        <a:pt x="4641" y="3706"/>
                      </a:cubicBezTo>
                      <a:cubicBezTo>
                        <a:pt x="4847" y="3874"/>
                        <a:pt x="4966" y="4090"/>
                        <a:pt x="4985" y="4356"/>
                      </a:cubicBezTo>
                      <a:cubicBezTo>
                        <a:pt x="4995" y="4406"/>
                        <a:pt x="4995" y="4465"/>
                        <a:pt x="5015" y="4504"/>
                      </a:cubicBezTo>
                      <a:cubicBezTo>
                        <a:pt x="5074" y="4632"/>
                        <a:pt x="5044" y="4750"/>
                        <a:pt x="5005" y="4869"/>
                      </a:cubicBezTo>
                      <a:cubicBezTo>
                        <a:pt x="4926" y="5085"/>
                        <a:pt x="4838" y="5302"/>
                        <a:pt x="4749" y="5519"/>
                      </a:cubicBezTo>
                      <a:cubicBezTo>
                        <a:pt x="4739" y="5538"/>
                        <a:pt x="4719" y="5548"/>
                        <a:pt x="4680" y="5598"/>
                      </a:cubicBezTo>
                      <a:cubicBezTo>
                        <a:pt x="4660" y="5381"/>
                        <a:pt x="4641" y="5194"/>
                        <a:pt x="4621" y="5006"/>
                      </a:cubicBezTo>
                      <a:cubicBezTo>
                        <a:pt x="4621" y="4947"/>
                        <a:pt x="4611" y="4878"/>
                        <a:pt x="4601" y="4809"/>
                      </a:cubicBezTo>
                      <a:cubicBezTo>
                        <a:pt x="4591" y="4681"/>
                        <a:pt x="4611" y="4662"/>
                        <a:pt x="4739" y="4622"/>
                      </a:cubicBezTo>
                      <a:cubicBezTo>
                        <a:pt x="4808" y="4603"/>
                        <a:pt x="4877" y="4583"/>
                        <a:pt x="4956" y="4563"/>
                      </a:cubicBezTo>
                      <a:cubicBezTo>
                        <a:pt x="4917" y="4541"/>
                        <a:pt x="4895" y="4529"/>
                        <a:pt x="4860" y="4529"/>
                      </a:cubicBezTo>
                      <a:cubicBezTo>
                        <a:pt x="4815" y="4529"/>
                        <a:pt x="4750" y="4549"/>
                        <a:pt x="4601" y="4593"/>
                      </a:cubicBezTo>
                      <a:cubicBezTo>
                        <a:pt x="4562" y="4287"/>
                        <a:pt x="4532" y="3982"/>
                        <a:pt x="4493" y="3637"/>
                      </a:cubicBezTo>
                      <a:close/>
                      <a:moveTo>
                        <a:pt x="4512" y="4701"/>
                      </a:moveTo>
                      <a:cubicBezTo>
                        <a:pt x="4572" y="5006"/>
                        <a:pt x="4572" y="5302"/>
                        <a:pt x="4562" y="5598"/>
                      </a:cubicBezTo>
                      <a:cubicBezTo>
                        <a:pt x="4335" y="5706"/>
                        <a:pt x="4118" y="5814"/>
                        <a:pt x="3852" y="5873"/>
                      </a:cubicBezTo>
                      <a:cubicBezTo>
                        <a:pt x="3774" y="5538"/>
                        <a:pt x="3754" y="5223"/>
                        <a:pt x="3724" y="4878"/>
                      </a:cubicBezTo>
                      <a:cubicBezTo>
                        <a:pt x="3990" y="4819"/>
                        <a:pt x="4237" y="4760"/>
                        <a:pt x="4512" y="4701"/>
                      </a:cubicBezTo>
                      <a:close/>
                      <a:moveTo>
                        <a:pt x="3646" y="4878"/>
                      </a:moveTo>
                      <a:cubicBezTo>
                        <a:pt x="3685" y="5223"/>
                        <a:pt x="3724" y="5538"/>
                        <a:pt x="3764" y="5854"/>
                      </a:cubicBezTo>
                      <a:cubicBezTo>
                        <a:pt x="3596" y="5949"/>
                        <a:pt x="3364" y="6000"/>
                        <a:pt x="3119" y="6000"/>
                      </a:cubicBezTo>
                      <a:cubicBezTo>
                        <a:pt x="3062" y="6000"/>
                        <a:pt x="3004" y="5997"/>
                        <a:pt x="2946" y="5992"/>
                      </a:cubicBezTo>
                      <a:cubicBezTo>
                        <a:pt x="2887" y="5696"/>
                        <a:pt x="2798" y="5391"/>
                        <a:pt x="2789" y="5075"/>
                      </a:cubicBezTo>
                      <a:cubicBezTo>
                        <a:pt x="3074" y="5016"/>
                        <a:pt x="3350" y="4947"/>
                        <a:pt x="3646" y="4878"/>
                      </a:cubicBezTo>
                      <a:close/>
                      <a:moveTo>
                        <a:pt x="759" y="3903"/>
                      </a:moveTo>
                      <a:cubicBezTo>
                        <a:pt x="828" y="4061"/>
                        <a:pt x="838" y="4179"/>
                        <a:pt x="789" y="4307"/>
                      </a:cubicBezTo>
                      <a:cubicBezTo>
                        <a:pt x="681" y="4553"/>
                        <a:pt x="690" y="4800"/>
                        <a:pt x="789" y="5046"/>
                      </a:cubicBezTo>
                      <a:cubicBezTo>
                        <a:pt x="828" y="5154"/>
                        <a:pt x="848" y="5263"/>
                        <a:pt x="828" y="5381"/>
                      </a:cubicBezTo>
                      <a:cubicBezTo>
                        <a:pt x="789" y="5588"/>
                        <a:pt x="848" y="5785"/>
                        <a:pt x="897" y="5982"/>
                      </a:cubicBezTo>
                      <a:cubicBezTo>
                        <a:pt x="927" y="6120"/>
                        <a:pt x="937" y="6120"/>
                        <a:pt x="858" y="6297"/>
                      </a:cubicBezTo>
                      <a:cubicBezTo>
                        <a:pt x="848" y="6258"/>
                        <a:pt x="828" y="6238"/>
                        <a:pt x="818" y="6208"/>
                      </a:cubicBezTo>
                      <a:cubicBezTo>
                        <a:pt x="740" y="5903"/>
                        <a:pt x="641" y="5588"/>
                        <a:pt x="582" y="5272"/>
                      </a:cubicBezTo>
                      <a:cubicBezTo>
                        <a:pt x="552" y="5144"/>
                        <a:pt x="572" y="4997"/>
                        <a:pt x="582" y="4869"/>
                      </a:cubicBezTo>
                      <a:cubicBezTo>
                        <a:pt x="592" y="4711"/>
                        <a:pt x="602" y="4563"/>
                        <a:pt x="582" y="4406"/>
                      </a:cubicBezTo>
                      <a:cubicBezTo>
                        <a:pt x="562" y="4238"/>
                        <a:pt x="641" y="4071"/>
                        <a:pt x="759" y="3903"/>
                      </a:cubicBezTo>
                      <a:close/>
                      <a:moveTo>
                        <a:pt x="4601" y="5716"/>
                      </a:moveTo>
                      <a:cubicBezTo>
                        <a:pt x="4611" y="5726"/>
                        <a:pt x="4631" y="5745"/>
                        <a:pt x="4641" y="5755"/>
                      </a:cubicBezTo>
                      <a:cubicBezTo>
                        <a:pt x="4503" y="6011"/>
                        <a:pt x="4375" y="6258"/>
                        <a:pt x="4227" y="6504"/>
                      </a:cubicBezTo>
                      <a:cubicBezTo>
                        <a:pt x="4197" y="6563"/>
                        <a:pt x="4099" y="6592"/>
                        <a:pt x="4010" y="6642"/>
                      </a:cubicBezTo>
                      <a:cubicBezTo>
                        <a:pt x="3981" y="6583"/>
                        <a:pt x="3971" y="6553"/>
                        <a:pt x="3961" y="6514"/>
                      </a:cubicBezTo>
                      <a:cubicBezTo>
                        <a:pt x="3931" y="6356"/>
                        <a:pt x="3902" y="6208"/>
                        <a:pt x="3882" y="6051"/>
                      </a:cubicBezTo>
                      <a:cubicBezTo>
                        <a:pt x="3872" y="6011"/>
                        <a:pt x="3892" y="5952"/>
                        <a:pt x="3921" y="5942"/>
                      </a:cubicBezTo>
                      <a:cubicBezTo>
                        <a:pt x="4138" y="5834"/>
                        <a:pt x="4365" y="5745"/>
                        <a:pt x="4601" y="5716"/>
                      </a:cubicBezTo>
                      <a:close/>
                      <a:moveTo>
                        <a:pt x="3793" y="5952"/>
                      </a:moveTo>
                      <a:cubicBezTo>
                        <a:pt x="3823" y="6198"/>
                        <a:pt x="3852" y="6415"/>
                        <a:pt x="3892" y="6632"/>
                      </a:cubicBezTo>
                      <a:cubicBezTo>
                        <a:pt x="3626" y="6760"/>
                        <a:pt x="3350" y="6760"/>
                        <a:pt x="3074" y="6829"/>
                      </a:cubicBezTo>
                      <a:cubicBezTo>
                        <a:pt x="3035" y="6573"/>
                        <a:pt x="2995" y="6346"/>
                        <a:pt x="2956" y="6110"/>
                      </a:cubicBezTo>
                      <a:cubicBezTo>
                        <a:pt x="3232" y="6061"/>
                        <a:pt x="3498" y="6011"/>
                        <a:pt x="3793" y="5952"/>
                      </a:cubicBezTo>
                      <a:close/>
                      <a:moveTo>
                        <a:pt x="4118" y="6691"/>
                      </a:moveTo>
                      <a:cubicBezTo>
                        <a:pt x="4089" y="6760"/>
                        <a:pt x="4069" y="6799"/>
                        <a:pt x="4040" y="6849"/>
                      </a:cubicBezTo>
                      <a:cubicBezTo>
                        <a:pt x="3990" y="6760"/>
                        <a:pt x="3990" y="6701"/>
                        <a:pt x="4118" y="6691"/>
                      </a:cubicBezTo>
                      <a:close/>
                      <a:moveTo>
                        <a:pt x="1892" y="106"/>
                      </a:moveTo>
                      <a:cubicBezTo>
                        <a:pt x="1912" y="106"/>
                        <a:pt x="1932" y="108"/>
                        <a:pt x="1951" y="111"/>
                      </a:cubicBezTo>
                      <a:cubicBezTo>
                        <a:pt x="2060" y="121"/>
                        <a:pt x="2109" y="180"/>
                        <a:pt x="2138" y="298"/>
                      </a:cubicBezTo>
                      <a:cubicBezTo>
                        <a:pt x="2001" y="318"/>
                        <a:pt x="1882" y="327"/>
                        <a:pt x="1754" y="347"/>
                      </a:cubicBezTo>
                      <a:cubicBezTo>
                        <a:pt x="1597" y="377"/>
                        <a:pt x="1597" y="377"/>
                        <a:pt x="1577" y="524"/>
                      </a:cubicBezTo>
                      <a:cubicBezTo>
                        <a:pt x="1567" y="613"/>
                        <a:pt x="1547" y="692"/>
                        <a:pt x="1557" y="790"/>
                      </a:cubicBezTo>
                      <a:cubicBezTo>
                        <a:pt x="1606" y="702"/>
                        <a:pt x="1646" y="623"/>
                        <a:pt x="1685" y="534"/>
                      </a:cubicBezTo>
                      <a:cubicBezTo>
                        <a:pt x="1725" y="436"/>
                        <a:pt x="1794" y="406"/>
                        <a:pt x="1882" y="396"/>
                      </a:cubicBezTo>
                      <a:cubicBezTo>
                        <a:pt x="1991" y="396"/>
                        <a:pt x="2099" y="377"/>
                        <a:pt x="2217" y="367"/>
                      </a:cubicBezTo>
                      <a:cubicBezTo>
                        <a:pt x="2464" y="662"/>
                        <a:pt x="2601" y="928"/>
                        <a:pt x="2631" y="1244"/>
                      </a:cubicBezTo>
                      <a:cubicBezTo>
                        <a:pt x="2483" y="1263"/>
                        <a:pt x="2326" y="1283"/>
                        <a:pt x="2168" y="1303"/>
                      </a:cubicBezTo>
                      <a:cubicBezTo>
                        <a:pt x="2099" y="997"/>
                        <a:pt x="2030" y="712"/>
                        <a:pt x="1971" y="436"/>
                      </a:cubicBezTo>
                      <a:lnTo>
                        <a:pt x="1932" y="436"/>
                      </a:lnTo>
                      <a:cubicBezTo>
                        <a:pt x="1922" y="455"/>
                        <a:pt x="1902" y="485"/>
                        <a:pt x="1902" y="505"/>
                      </a:cubicBezTo>
                      <a:cubicBezTo>
                        <a:pt x="1971" y="790"/>
                        <a:pt x="2079" y="1056"/>
                        <a:pt x="2060" y="1352"/>
                      </a:cubicBezTo>
                      <a:cubicBezTo>
                        <a:pt x="2207" y="1559"/>
                        <a:pt x="2158" y="1815"/>
                        <a:pt x="2237" y="2061"/>
                      </a:cubicBezTo>
                      <a:cubicBezTo>
                        <a:pt x="2069" y="2101"/>
                        <a:pt x="1922" y="2130"/>
                        <a:pt x="1784" y="2169"/>
                      </a:cubicBezTo>
                      <a:cubicBezTo>
                        <a:pt x="1784" y="2179"/>
                        <a:pt x="1784" y="2179"/>
                        <a:pt x="1784" y="2189"/>
                      </a:cubicBezTo>
                      <a:cubicBezTo>
                        <a:pt x="1932" y="2179"/>
                        <a:pt x="2079" y="2169"/>
                        <a:pt x="2257" y="2150"/>
                      </a:cubicBezTo>
                      <a:cubicBezTo>
                        <a:pt x="2296" y="2435"/>
                        <a:pt x="2335" y="2721"/>
                        <a:pt x="2385" y="3007"/>
                      </a:cubicBezTo>
                      <a:cubicBezTo>
                        <a:pt x="2286" y="3027"/>
                        <a:pt x="2207" y="3056"/>
                        <a:pt x="2099" y="3076"/>
                      </a:cubicBezTo>
                      <a:cubicBezTo>
                        <a:pt x="2135" y="3105"/>
                        <a:pt x="2170" y="3112"/>
                        <a:pt x="2205" y="3112"/>
                      </a:cubicBezTo>
                      <a:cubicBezTo>
                        <a:pt x="2242" y="3112"/>
                        <a:pt x="2278" y="3103"/>
                        <a:pt x="2314" y="3103"/>
                      </a:cubicBezTo>
                      <a:cubicBezTo>
                        <a:pt x="2335" y="3103"/>
                        <a:pt x="2355" y="3106"/>
                        <a:pt x="2375" y="3115"/>
                      </a:cubicBezTo>
                      <a:cubicBezTo>
                        <a:pt x="2404" y="3174"/>
                        <a:pt x="2434" y="3253"/>
                        <a:pt x="2464" y="3322"/>
                      </a:cubicBezTo>
                      <a:lnTo>
                        <a:pt x="2483" y="3322"/>
                      </a:lnTo>
                      <a:lnTo>
                        <a:pt x="2483" y="3095"/>
                      </a:lnTo>
                      <a:cubicBezTo>
                        <a:pt x="2707" y="3069"/>
                        <a:pt x="2923" y="2985"/>
                        <a:pt x="3176" y="2985"/>
                      </a:cubicBezTo>
                      <a:cubicBezTo>
                        <a:pt x="3201" y="2985"/>
                        <a:pt x="3226" y="2985"/>
                        <a:pt x="3252" y="2987"/>
                      </a:cubicBezTo>
                      <a:cubicBezTo>
                        <a:pt x="3301" y="3253"/>
                        <a:pt x="3360" y="3529"/>
                        <a:pt x="3419" y="3805"/>
                      </a:cubicBezTo>
                      <a:cubicBezTo>
                        <a:pt x="3232" y="3854"/>
                        <a:pt x="3055" y="3893"/>
                        <a:pt x="2887" y="3943"/>
                      </a:cubicBezTo>
                      <a:cubicBezTo>
                        <a:pt x="2887" y="3952"/>
                        <a:pt x="2887" y="3962"/>
                        <a:pt x="2887" y="3972"/>
                      </a:cubicBezTo>
                      <a:cubicBezTo>
                        <a:pt x="3074" y="3952"/>
                        <a:pt x="3252" y="3923"/>
                        <a:pt x="3449" y="3903"/>
                      </a:cubicBezTo>
                      <a:cubicBezTo>
                        <a:pt x="3508" y="4209"/>
                        <a:pt x="3567" y="4504"/>
                        <a:pt x="3626" y="4809"/>
                      </a:cubicBezTo>
                      <a:cubicBezTo>
                        <a:pt x="3389" y="4869"/>
                        <a:pt x="3173" y="4928"/>
                        <a:pt x="2946" y="4977"/>
                      </a:cubicBezTo>
                      <a:cubicBezTo>
                        <a:pt x="2930" y="4980"/>
                        <a:pt x="2912" y="4981"/>
                        <a:pt x="2893" y="4981"/>
                      </a:cubicBezTo>
                      <a:cubicBezTo>
                        <a:pt x="2854" y="4981"/>
                        <a:pt x="2808" y="4977"/>
                        <a:pt x="2749" y="4977"/>
                      </a:cubicBezTo>
                      <a:cubicBezTo>
                        <a:pt x="2700" y="4652"/>
                        <a:pt x="2641" y="4337"/>
                        <a:pt x="2592" y="4012"/>
                      </a:cubicBezTo>
                      <a:cubicBezTo>
                        <a:pt x="2572" y="4012"/>
                        <a:pt x="2562" y="4021"/>
                        <a:pt x="2542" y="4021"/>
                      </a:cubicBezTo>
                      <a:cubicBezTo>
                        <a:pt x="2552" y="4346"/>
                        <a:pt x="2641" y="4672"/>
                        <a:pt x="2690" y="4997"/>
                      </a:cubicBezTo>
                      <a:cubicBezTo>
                        <a:pt x="2729" y="5322"/>
                        <a:pt x="2808" y="5647"/>
                        <a:pt x="2877" y="5992"/>
                      </a:cubicBezTo>
                      <a:cubicBezTo>
                        <a:pt x="2769" y="6011"/>
                        <a:pt x="2680" y="6031"/>
                        <a:pt x="2592" y="6051"/>
                      </a:cubicBezTo>
                      <a:lnTo>
                        <a:pt x="2592" y="6080"/>
                      </a:lnTo>
                      <a:lnTo>
                        <a:pt x="2848" y="6080"/>
                      </a:lnTo>
                      <a:cubicBezTo>
                        <a:pt x="2946" y="6277"/>
                        <a:pt x="2995" y="6573"/>
                        <a:pt x="2976" y="6849"/>
                      </a:cubicBezTo>
                      <a:cubicBezTo>
                        <a:pt x="2936" y="6858"/>
                        <a:pt x="2887" y="6858"/>
                        <a:pt x="2848" y="6858"/>
                      </a:cubicBezTo>
                      <a:cubicBezTo>
                        <a:pt x="2838" y="6868"/>
                        <a:pt x="2828" y="6888"/>
                        <a:pt x="2818" y="6898"/>
                      </a:cubicBezTo>
                      <a:cubicBezTo>
                        <a:pt x="2828" y="6898"/>
                        <a:pt x="2848" y="6908"/>
                        <a:pt x="2867" y="6908"/>
                      </a:cubicBezTo>
                      <a:cubicBezTo>
                        <a:pt x="2917" y="6918"/>
                        <a:pt x="2956" y="6927"/>
                        <a:pt x="3015" y="6937"/>
                      </a:cubicBezTo>
                      <a:cubicBezTo>
                        <a:pt x="3025" y="7105"/>
                        <a:pt x="3045" y="7262"/>
                        <a:pt x="3064" y="7440"/>
                      </a:cubicBezTo>
                      <a:cubicBezTo>
                        <a:pt x="2877" y="7459"/>
                        <a:pt x="2690" y="7479"/>
                        <a:pt x="2483" y="7499"/>
                      </a:cubicBezTo>
                      <a:cubicBezTo>
                        <a:pt x="2345" y="7144"/>
                        <a:pt x="2207" y="6789"/>
                        <a:pt x="2069" y="6435"/>
                      </a:cubicBezTo>
                      <a:lnTo>
                        <a:pt x="2069" y="6435"/>
                      </a:lnTo>
                      <a:cubicBezTo>
                        <a:pt x="2099" y="6819"/>
                        <a:pt x="2276" y="7164"/>
                        <a:pt x="2414" y="7548"/>
                      </a:cubicBezTo>
                      <a:cubicBezTo>
                        <a:pt x="2345" y="7538"/>
                        <a:pt x="2296" y="7538"/>
                        <a:pt x="2266" y="7528"/>
                      </a:cubicBezTo>
                      <a:cubicBezTo>
                        <a:pt x="1932" y="7390"/>
                        <a:pt x="1646" y="7183"/>
                        <a:pt x="1350" y="6977"/>
                      </a:cubicBezTo>
                      <a:cubicBezTo>
                        <a:pt x="1293" y="6929"/>
                        <a:pt x="1227" y="6900"/>
                        <a:pt x="1161" y="6863"/>
                      </a:cubicBezTo>
                      <a:lnTo>
                        <a:pt x="1161" y="6863"/>
                      </a:lnTo>
                      <a:cubicBezTo>
                        <a:pt x="1143" y="6815"/>
                        <a:pt x="1133" y="6768"/>
                        <a:pt x="1104" y="6730"/>
                      </a:cubicBezTo>
                      <a:cubicBezTo>
                        <a:pt x="966" y="6524"/>
                        <a:pt x="966" y="6317"/>
                        <a:pt x="1045" y="6090"/>
                      </a:cubicBezTo>
                      <a:cubicBezTo>
                        <a:pt x="1035" y="6051"/>
                        <a:pt x="1035" y="6011"/>
                        <a:pt x="1025" y="5972"/>
                      </a:cubicBezTo>
                      <a:cubicBezTo>
                        <a:pt x="996" y="5834"/>
                        <a:pt x="937" y="5696"/>
                        <a:pt x="927" y="5558"/>
                      </a:cubicBezTo>
                      <a:cubicBezTo>
                        <a:pt x="907" y="5371"/>
                        <a:pt x="976" y="5282"/>
                        <a:pt x="1163" y="5272"/>
                      </a:cubicBezTo>
                      <a:cubicBezTo>
                        <a:pt x="1267" y="5263"/>
                        <a:pt x="1370" y="5260"/>
                        <a:pt x="1475" y="5260"/>
                      </a:cubicBezTo>
                      <a:cubicBezTo>
                        <a:pt x="1579" y="5260"/>
                        <a:pt x="1685" y="5263"/>
                        <a:pt x="1794" y="5263"/>
                      </a:cubicBezTo>
                      <a:cubicBezTo>
                        <a:pt x="1813" y="5312"/>
                        <a:pt x="1833" y="5371"/>
                        <a:pt x="1853" y="5430"/>
                      </a:cubicBezTo>
                      <a:lnTo>
                        <a:pt x="1882" y="5430"/>
                      </a:lnTo>
                      <a:cubicBezTo>
                        <a:pt x="1882" y="5371"/>
                        <a:pt x="1892" y="5312"/>
                        <a:pt x="1892" y="5243"/>
                      </a:cubicBezTo>
                      <a:cubicBezTo>
                        <a:pt x="1941" y="5223"/>
                        <a:pt x="1981" y="5204"/>
                        <a:pt x="2040" y="5184"/>
                      </a:cubicBezTo>
                      <a:cubicBezTo>
                        <a:pt x="1981" y="5184"/>
                        <a:pt x="1932" y="5184"/>
                        <a:pt x="1863" y="5174"/>
                      </a:cubicBezTo>
                      <a:cubicBezTo>
                        <a:pt x="1853" y="5144"/>
                        <a:pt x="1833" y="5105"/>
                        <a:pt x="1823" y="5075"/>
                      </a:cubicBezTo>
                      <a:cubicBezTo>
                        <a:pt x="1804" y="4908"/>
                        <a:pt x="1784" y="4750"/>
                        <a:pt x="1754" y="4593"/>
                      </a:cubicBezTo>
                      <a:cubicBezTo>
                        <a:pt x="1695" y="4120"/>
                        <a:pt x="1626" y="3657"/>
                        <a:pt x="1577" y="3194"/>
                      </a:cubicBezTo>
                      <a:cubicBezTo>
                        <a:pt x="1547" y="2839"/>
                        <a:pt x="1567" y="2495"/>
                        <a:pt x="1557" y="2140"/>
                      </a:cubicBezTo>
                      <a:cubicBezTo>
                        <a:pt x="1557" y="2022"/>
                        <a:pt x="1547" y="1904"/>
                        <a:pt x="1547" y="1785"/>
                      </a:cubicBezTo>
                      <a:cubicBezTo>
                        <a:pt x="1547" y="1559"/>
                        <a:pt x="1547" y="1322"/>
                        <a:pt x="1538" y="1086"/>
                      </a:cubicBezTo>
                      <a:cubicBezTo>
                        <a:pt x="1518" y="1184"/>
                        <a:pt x="1498" y="1293"/>
                        <a:pt x="1488" y="1401"/>
                      </a:cubicBezTo>
                      <a:cubicBezTo>
                        <a:pt x="1409" y="1421"/>
                        <a:pt x="1341" y="1441"/>
                        <a:pt x="1262" y="1460"/>
                      </a:cubicBezTo>
                      <a:cubicBezTo>
                        <a:pt x="1272" y="1470"/>
                        <a:pt x="1272" y="1480"/>
                        <a:pt x="1272" y="1490"/>
                      </a:cubicBezTo>
                      <a:cubicBezTo>
                        <a:pt x="1341" y="1490"/>
                        <a:pt x="1409" y="1500"/>
                        <a:pt x="1478" y="1509"/>
                      </a:cubicBezTo>
                      <a:lnTo>
                        <a:pt x="1478" y="3204"/>
                      </a:lnTo>
                      <a:cubicBezTo>
                        <a:pt x="1311" y="3214"/>
                        <a:pt x="1134" y="3243"/>
                        <a:pt x="956" y="3263"/>
                      </a:cubicBezTo>
                      <a:cubicBezTo>
                        <a:pt x="818" y="2928"/>
                        <a:pt x="789" y="2632"/>
                        <a:pt x="1084" y="2347"/>
                      </a:cubicBezTo>
                      <a:cubicBezTo>
                        <a:pt x="1094" y="2347"/>
                        <a:pt x="1144" y="2347"/>
                        <a:pt x="1183" y="2337"/>
                      </a:cubicBezTo>
                      <a:cubicBezTo>
                        <a:pt x="1232" y="2337"/>
                        <a:pt x="1272" y="2327"/>
                        <a:pt x="1311" y="2307"/>
                      </a:cubicBezTo>
                      <a:cubicBezTo>
                        <a:pt x="1212" y="2298"/>
                        <a:pt x="1104" y="2288"/>
                        <a:pt x="986" y="2278"/>
                      </a:cubicBezTo>
                      <a:cubicBezTo>
                        <a:pt x="887" y="2061"/>
                        <a:pt x="907" y="1854"/>
                        <a:pt x="1035" y="1667"/>
                      </a:cubicBezTo>
                      <a:cubicBezTo>
                        <a:pt x="1094" y="1588"/>
                        <a:pt x="1124" y="1519"/>
                        <a:pt x="1114" y="1421"/>
                      </a:cubicBezTo>
                      <a:cubicBezTo>
                        <a:pt x="1104" y="1332"/>
                        <a:pt x="1114" y="1253"/>
                        <a:pt x="1114" y="1165"/>
                      </a:cubicBezTo>
                      <a:cubicBezTo>
                        <a:pt x="1114" y="948"/>
                        <a:pt x="1193" y="771"/>
                        <a:pt x="1350" y="633"/>
                      </a:cubicBezTo>
                      <a:cubicBezTo>
                        <a:pt x="1409" y="584"/>
                        <a:pt x="1449" y="524"/>
                        <a:pt x="1469" y="446"/>
                      </a:cubicBezTo>
                      <a:cubicBezTo>
                        <a:pt x="1522" y="232"/>
                        <a:pt x="1705" y="106"/>
                        <a:pt x="1892" y="106"/>
                      </a:cubicBezTo>
                      <a:close/>
                      <a:moveTo>
                        <a:pt x="2842" y="7519"/>
                      </a:moveTo>
                      <a:cubicBezTo>
                        <a:pt x="2904" y="7519"/>
                        <a:pt x="2965" y="7524"/>
                        <a:pt x="3025" y="7528"/>
                      </a:cubicBezTo>
                      <a:cubicBezTo>
                        <a:pt x="3055" y="7528"/>
                        <a:pt x="3094" y="7558"/>
                        <a:pt x="3104" y="7578"/>
                      </a:cubicBezTo>
                      <a:cubicBezTo>
                        <a:pt x="3133" y="7696"/>
                        <a:pt x="3153" y="7824"/>
                        <a:pt x="3183" y="7952"/>
                      </a:cubicBezTo>
                      <a:cubicBezTo>
                        <a:pt x="2956" y="7824"/>
                        <a:pt x="2759" y="7715"/>
                        <a:pt x="2532" y="7587"/>
                      </a:cubicBezTo>
                      <a:cubicBezTo>
                        <a:pt x="2642" y="7533"/>
                        <a:pt x="2744" y="7519"/>
                        <a:pt x="2842" y="7519"/>
                      </a:cubicBezTo>
                      <a:close/>
                      <a:moveTo>
                        <a:pt x="3872" y="6730"/>
                      </a:moveTo>
                      <a:cubicBezTo>
                        <a:pt x="3921" y="6947"/>
                        <a:pt x="3921" y="7124"/>
                        <a:pt x="3813" y="7321"/>
                      </a:cubicBezTo>
                      <a:cubicBezTo>
                        <a:pt x="3655" y="7597"/>
                        <a:pt x="3547" y="7903"/>
                        <a:pt x="3419" y="8188"/>
                      </a:cubicBezTo>
                      <a:cubicBezTo>
                        <a:pt x="3399" y="8228"/>
                        <a:pt x="3389" y="8257"/>
                        <a:pt x="3350" y="8336"/>
                      </a:cubicBezTo>
                      <a:cubicBezTo>
                        <a:pt x="3281" y="8041"/>
                        <a:pt x="3222" y="7784"/>
                        <a:pt x="3173" y="7528"/>
                      </a:cubicBezTo>
                      <a:cubicBezTo>
                        <a:pt x="3380" y="7430"/>
                        <a:pt x="3636" y="7489"/>
                        <a:pt x="3774" y="7252"/>
                      </a:cubicBezTo>
                      <a:lnTo>
                        <a:pt x="3774" y="7252"/>
                      </a:lnTo>
                      <a:cubicBezTo>
                        <a:pt x="3577" y="7321"/>
                        <a:pt x="3389" y="7381"/>
                        <a:pt x="3183" y="7449"/>
                      </a:cubicBezTo>
                      <a:cubicBezTo>
                        <a:pt x="3104" y="7272"/>
                        <a:pt x="3124" y="7095"/>
                        <a:pt x="3084" y="6908"/>
                      </a:cubicBezTo>
                      <a:cubicBezTo>
                        <a:pt x="3350" y="6849"/>
                        <a:pt x="3606" y="6789"/>
                        <a:pt x="3872" y="6730"/>
                      </a:cubicBezTo>
                      <a:close/>
                      <a:moveTo>
                        <a:pt x="2365" y="9006"/>
                      </a:moveTo>
                      <a:cubicBezTo>
                        <a:pt x="2365" y="9006"/>
                        <a:pt x="2365" y="9016"/>
                        <a:pt x="2365" y="9016"/>
                      </a:cubicBezTo>
                      <a:cubicBezTo>
                        <a:pt x="2367" y="9016"/>
                        <a:pt x="2370" y="9017"/>
                        <a:pt x="2372" y="9017"/>
                      </a:cubicBezTo>
                      <a:lnTo>
                        <a:pt x="2372" y="9017"/>
                      </a:lnTo>
                      <a:cubicBezTo>
                        <a:pt x="2370" y="9014"/>
                        <a:pt x="2368" y="9010"/>
                        <a:pt x="2365" y="9006"/>
                      </a:cubicBezTo>
                      <a:close/>
                      <a:moveTo>
                        <a:pt x="503" y="4455"/>
                      </a:moveTo>
                      <a:cubicBezTo>
                        <a:pt x="513" y="4534"/>
                        <a:pt x="533" y="4612"/>
                        <a:pt x="523" y="4691"/>
                      </a:cubicBezTo>
                      <a:cubicBezTo>
                        <a:pt x="493" y="5095"/>
                        <a:pt x="533" y="5499"/>
                        <a:pt x="671" y="5883"/>
                      </a:cubicBezTo>
                      <a:cubicBezTo>
                        <a:pt x="740" y="6051"/>
                        <a:pt x="759" y="6228"/>
                        <a:pt x="818" y="6386"/>
                      </a:cubicBezTo>
                      <a:cubicBezTo>
                        <a:pt x="886" y="6579"/>
                        <a:pt x="982" y="6744"/>
                        <a:pt x="1153" y="6862"/>
                      </a:cubicBezTo>
                      <a:lnTo>
                        <a:pt x="1153" y="6862"/>
                      </a:lnTo>
                      <a:cubicBezTo>
                        <a:pt x="1155" y="6958"/>
                        <a:pt x="1223" y="6997"/>
                        <a:pt x="1281" y="7036"/>
                      </a:cubicBezTo>
                      <a:cubicBezTo>
                        <a:pt x="1744" y="7361"/>
                        <a:pt x="2207" y="7656"/>
                        <a:pt x="2759" y="7814"/>
                      </a:cubicBezTo>
                      <a:cubicBezTo>
                        <a:pt x="2995" y="7873"/>
                        <a:pt x="3301" y="8238"/>
                        <a:pt x="3301" y="8474"/>
                      </a:cubicBezTo>
                      <a:cubicBezTo>
                        <a:pt x="3301" y="8612"/>
                        <a:pt x="3252" y="8750"/>
                        <a:pt x="3222" y="8888"/>
                      </a:cubicBezTo>
                      <a:cubicBezTo>
                        <a:pt x="3183" y="9075"/>
                        <a:pt x="3133" y="9262"/>
                        <a:pt x="3084" y="9459"/>
                      </a:cubicBezTo>
                      <a:cubicBezTo>
                        <a:pt x="3045" y="9439"/>
                        <a:pt x="3015" y="9420"/>
                        <a:pt x="2976" y="9400"/>
                      </a:cubicBezTo>
                      <a:cubicBezTo>
                        <a:pt x="2818" y="9282"/>
                        <a:pt x="2661" y="9163"/>
                        <a:pt x="2493" y="9045"/>
                      </a:cubicBezTo>
                      <a:cubicBezTo>
                        <a:pt x="2465" y="9027"/>
                        <a:pt x="2411" y="9026"/>
                        <a:pt x="2372" y="9017"/>
                      </a:cubicBezTo>
                      <a:lnTo>
                        <a:pt x="2372" y="9017"/>
                      </a:lnTo>
                      <a:cubicBezTo>
                        <a:pt x="2388" y="9043"/>
                        <a:pt x="2398" y="9068"/>
                        <a:pt x="2424" y="9085"/>
                      </a:cubicBezTo>
                      <a:cubicBezTo>
                        <a:pt x="2552" y="9173"/>
                        <a:pt x="2670" y="9262"/>
                        <a:pt x="2808" y="9341"/>
                      </a:cubicBezTo>
                      <a:cubicBezTo>
                        <a:pt x="3015" y="9479"/>
                        <a:pt x="3104" y="9676"/>
                        <a:pt x="3074" y="9922"/>
                      </a:cubicBezTo>
                      <a:cubicBezTo>
                        <a:pt x="3064" y="9952"/>
                        <a:pt x="3074" y="9981"/>
                        <a:pt x="3074" y="10060"/>
                      </a:cubicBezTo>
                      <a:cubicBezTo>
                        <a:pt x="3005" y="10001"/>
                        <a:pt x="2966" y="9971"/>
                        <a:pt x="2936" y="9932"/>
                      </a:cubicBezTo>
                      <a:cubicBezTo>
                        <a:pt x="2838" y="9823"/>
                        <a:pt x="2739" y="9725"/>
                        <a:pt x="2601" y="9676"/>
                      </a:cubicBezTo>
                      <a:lnTo>
                        <a:pt x="2601" y="9676"/>
                      </a:lnTo>
                      <a:cubicBezTo>
                        <a:pt x="2661" y="9745"/>
                        <a:pt x="2729" y="9814"/>
                        <a:pt x="2798" y="9873"/>
                      </a:cubicBezTo>
                      <a:cubicBezTo>
                        <a:pt x="2986" y="10030"/>
                        <a:pt x="3094" y="10208"/>
                        <a:pt x="3084" y="10464"/>
                      </a:cubicBezTo>
                      <a:cubicBezTo>
                        <a:pt x="3074" y="10612"/>
                        <a:pt x="3094" y="10769"/>
                        <a:pt x="3104" y="10946"/>
                      </a:cubicBezTo>
                      <a:cubicBezTo>
                        <a:pt x="3015" y="10907"/>
                        <a:pt x="2946" y="10878"/>
                        <a:pt x="2877" y="10848"/>
                      </a:cubicBezTo>
                      <a:lnTo>
                        <a:pt x="2877" y="10848"/>
                      </a:lnTo>
                      <a:cubicBezTo>
                        <a:pt x="2907" y="10887"/>
                        <a:pt x="2926" y="10927"/>
                        <a:pt x="2966" y="10956"/>
                      </a:cubicBezTo>
                      <a:cubicBezTo>
                        <a:pt x="3094" y="11055"/>
                        <a:pt x="3202" y="11163"/>
                        <a:pt x="3192" y="11341"/>
                      </a:cubicBezTo>
                      <a:cubicBezTo>
                        <a:pt x="3192" y="11390"/>
                        <a:pt x="3212" y="11429"/>
                        <a:pt x="3222" y="11488"/>
                      </a:cubicBezTo>
                      <a:cubicBezTo>
                        <a:pt x="3173" y="11498"/>
                        <a:pt x="3133" y="11518"/>
                        <a:pt x="3084" y="11518"/>
                      </a:cubicBezTo>
                      <a:cubicBezTo>
                        <a:pt x="3069" y="11518"/>
                        <a:pt x="3053" y="11518"/>
                        <a:pt x="3038" y="11518"/>
                      </a:cubicBezTo>
                      <a:cubicBezTo>
                        <a:pt x="2623" y="11518"/>
                        <a:pt x="2254" y="11390"/>
                        <a:pt x="1912" y="11143"/>
                      </a:cubicBezTo>
                      <a:cubicBezTo>
                        <a:pt x="1685" y="10976"/>
                        <a:pt x="1488" y="10779"/>
                        <a:pt x="1311" y="10562"/>
                      </a:cubicBezTo>
                      <a:cubicBezTo>
                        <a:pt x="1272" y="10523"/>
                        <a:pt x="1223" y="10494"/>
                        <a:pt x="1184" y="10455"/>
                      </a:cubicBezTo>
                      <a:lnTo>
                        <a:pt x="1184" y="10455"/>
                      </a:lnTo>
                      <a:cubicBezTo>
                        <a:pt x="1198" y="10333"/>
                        <a:pt x="1093" y="10265"/>
                        <a:pt x="1045" y="10178"/>
                      </a:cubicBezTo>
                      <a:cubicBezTo>
                        <a:pt x="1006" y="10099"/>
                        <a:pt x="956" y="10021"/>
                        <a:pt x="917" y="9952"/>
                      </a:cubicBezTo>
                      <a:lnTo>
                        <a:pt x="946" y="9922"/>
                      </a:lnTo>
                      <a:cubicBezTo>
                        <a:pt x="1025" y="9991"/>
                        <a:pt x="1104" y="10050"/>
                        <a:pt x="1183" y="10119"/>
                      </a:cubicBezTo>
                      <a:cubicBezTo>
                        <a:pt x="1321" y="10237"/>
                        <a:pt x="1478" y="10316"/>
                        <a:pt x="1666" y="10346"/>
                      </a:cubicBezTo>
                      <a:cubicBezTo>
                        <a:pt x="1449" y="10198"/>
                        <a:pt x="1222" y="10050"/>
                        <a:pt x="1015" y="9892"/>
                      </a:cubicBezTo>
                      <a:cubicBezTo>
                        <a:pt x="878" y="9794"/>
                        <a:pt x="779" y="9656"/>
                        <a:pt x="710" y="9498"/>
                      </a:cubicBezTo>
                      <a:cubicBezTo>
                        <a:pt x="562" y="9183"/>
                        <a:pt x="454" y="8868"/>
                        <a:pt x="385" y="8523"/>
                      </a:cubicBezTo>
                      <a:cubicBezTo>
                        <a:pt x="316" y="8208"/>
                        <a:pt x="257" y="7893"/>
                        <a:pt x="198" y="7578"/>
                      </a:cubicBezTo>
                      <a:cubicBezTo>
                        <a:pt x="188" y="7518"/>
                        <a:pt x="178" y="7459"/>
                        <a:pt x="198" y="7390"/>
                      </a:cubicBezTo>
                      <a:cubicBezTo>
                        <a:pt x="237" y="7459"/>
                        <a:pt x="277" y="7528"/>
                        <a:pt x="316" y="7597"/>
                      </a:cubicBezTo>
                      <a:cubicBezTo>
                        <a:pt x="346" y="7627"/>
                        <a:pt x="375" y="7656"/>
                        <a:pt x="405" y="7686"/>
                      </a:cubicBezTo>
                      <a:cubicBezTo>
                        <a:pt x="365" y="7568"/>
                        <a:pt x="326" y="7459"/>
                        <a:pt x="277" y="7341"/>
                      </a:cubicBezTo>
                      <a:cubicBezTo>
                        <a:pt x="89" y="6957"/>
                        <a:pt x="109" y="6553"/>
                        <a:pt x="119" y="6139"/>
                      </a:cubicBezTo>
                      <a:lnTo>
                        <a:pt x="119" y="6139"/>
                      </a:lnTo>
                      <a:cubicBezTo>
                        <a:pt x="149" y="6208"/>
                        <a:pt x="188" y="6277"/>
                        <a:pt x="208" y="6346"/>
                      </a:cubicBezTo>
                      <a:cubicBezTo>
                        <a:pt x="286" y="6681"/>
                        <a:pt x="464" y="6986"/>
                        <a:pt x="602" y="7292"/>
                      </a:cubicBezTo>
                      <a:cubicBezTo>
                        <a:pt x="616" y="7328"/>
                        <a:pt x="635" y="7353"/>
                        <a:pt x="664" y="7353"/>
                      </a:cubicBezTo>
                      <a:cubicBezTo>
                        <a:pt x="675" y="7353"/>
                        <a:pt x="687" y="7349"/>
                        <a:pt x="700" y="7341"/>
                      </a:cubicBezTo>
                      <a:cubicBezTo>
                        <a:pt x="582" y="7095"/>
                        <a:pt x="464" y="6849"/>
                        <a:pt x="346" y="6602"/>
                      </a:cubicBezTo>
                      <a:cubicBezTo>
                        <a:pt x="178" y="6238"/>
                        <a:pt x="139" y="5834"/>
                        <a:pt x="158" y="5440"/>
                      </a:cubicBezTo>
                      <a:cubicBezTo>
                        <a:pt x="178" y="5095"/>
                        <a:pt x="286" y="4760"/>
                        <a:pt x="503" y="4455"/>
                      </a:cubicBezTo>
                      <a:close/>
                      <a:moveTo>
                        <a:pt x="3281" y="11606"/>
                      </a:moveTo>
                      <a:cubicBezTo>
                        <a:pt x="3360" y="11616"/>
                        <a:pt x="3419" y="11656"/>
                        <a:pt x="3429" y="11764"/>
                      </a:cubicBezTo>
                      <a:cubicBezTo>
                        <a:pt x="3439" y="11882"/>
                        <a:pt x="3478" y="12010"/>
                        <a:pt x="3449" y="12138"/>
                      </a:cubicBezTo>
                      <a:lnTo>
                        <a:pt x="3399" y="12138"/>
                      </a:lnTo>
                      <a:cubicBezTo>
                        <a:pt x="3370" y="12000"/>
                        <a:pt x="3350" y="11863"/>
                        <a:pt x="3321" y="11695"/>
                      </a:cubicBezTo>
                      <a:lnTo>
                        <a:pt x="3321" y="11695"/>
                      </a:lnTo>
                      <a:cubicBezTo>
                        <a:pt x="3212" y="11863"/>
                        <a:pt x="3350" y="12010"/>
                        <a:pt x="3291" y="12138"/>
                      </a:cubicBezTo>
                      <a:cubicBezTo>
                        <a:pt x="2956" y="12099"/>
                        <a:pt x="2917" y="12040"/>
                        <a:pt x="2887" y="11626"/>
                      </a:cubicBezTo>
                      <a:cubicBezTo>
                        <a:pt x="3015" y="11616"/>
                        <a:pt x="3153" y="11606"/>
                        <a:pt x="3281" y="11606"/>
                      </a:cubicBezTo>
                      <a:close/>
                      <a:moveTo>
                        <a:pt x="5202" y="3982"/>
                      </a:moveTo>
                      <a:cubicBezTo>
                        <a:pt x="5202" y="3982"/>
                        <a:pt x="5202" y="3982"/>
                        <a:pt x="5202" y="3982"/>
                      </a:cubicBezTo>
                      <a:cubicBezTo>
                        <a:pt x="5261" y="4090"/>
                        <a:pt x="5320" y="4199"/>
                        <a:pt x="5360" y="4307"/>
                      </a:cubicBezTo>
                      <a:cubicBezTo>
                        <a:pt x="5409" y="4425"/>
                        <a:pt x="5429" y="4553"/>
                        <a:pt x="5458" y="4672"/>
                      </a:cubicBezTo>
                      <a:cubicBezTo>
                        <a:pt x="5517" y="4869"/>
                        <a:pt x="5586" y="5075"/>
                        <a:pt x="5645" y="5282"/>
                      </a:cubicBezTo>
                      <a:cubicBezTo>
                        <a:pt x="5655" y="5351"/>
                        <a:pt x="5695" y="5420"/>
                        <a:pt x="5606" y="5479"/>
                      </a:cubicBezTo>
                      <a:cubicBezTo>
                        <a:pt x="5596" y="5489"/>
                        <a:pt x="5586" y="5519"/>
                        <a:pt x="5586" y="5548"/>
                      </a:cubicBezTo>
                      <a:cubicBezTo>
                        <a:pt x="5527" y="5824"/>
                        <a:pt x="5488" y="6110"/>
                        <a:pt x="5429" y="6386"/>
                      </a:cubicBezTo>
                      <a:cubicBezTo>
                        <a:pt x="5409" y="6504"/>
                        <a:pt x="5360" y="6612"/>
                        <a:pt x="5320" y="6721"/>
                      </a:cubicBezTo>
                      <a:cubicBezTo>
                        <a:pt x="5350" y="6691"/>
                        <a:pt x="5399" y="6661"/>
                        <a:pt x="5409" y="6632"/>
                      </a:cubicBezTo>
                      <a:cubicBezTo>
                        <a:pt x="5507" y="6287"/>
                        <a:pt x="5596" y="5942"/>
                        <a:pt x="5685" y="5607"/>
                      </a:cubicBezTo>
                      <a:cubicBezTo>
                        <a:pt x="5704" y="5765"/>
                        <a:pt x="5724" y="5942"/>
                        <a:pt x="5734" y="6110"/>
                      </a:cubicBezTo>
                      <a:cubicBezTo>
                        <a:pt x="5744" y="6425"/>
                        <a:pt x="5773" y="6740"/>
                        <a:pt x="5773" y="7055"/>
                      </a:cubicBezTo>
                      <a:cubicBezTo>
                        <a:pt x="5773" y="7459"/>
                        <a:pt x="5763" y="7853"/>
                        <a:pt x="5724" y="8247"/>
                      </a:cubicBezTo>
                      <a:cubicBezTo>
                        <a:pt x="5685" y="8691"/>
                        <a:pt x="5566" y="9114"/>
                        <a:pt x="5379" y="9518"/>
                      </a:cubicBezTo>
                      <a:cubicBezTo>
                        <a:pt x="5261" y="9784"/>
                        <a:pt x="5143" y="10040"/>
                        <a:pt x="4995" y="10286"/>
                      </a:cubicBezTo>
                      <a:cubicBezTo>
                        <a:pt x="4867" y="10503"/>
                        <a:pt x="4729" y="10710"/>
                        <a:pt x="4532" y="10878"/>
                      </a:cubicBezTo>
                      <a:cubicBezTo>
                        <a:pt x="4503" y="10887"/>
                        <a:pt x="4493" y="10917"/>
                        <a:pt x="4463" y="10927"/>
                      </a:cubicBezTo>
                      <a:cubicBezTo>
                        <a:pt x="4345" y="10946"/>
                        <a:pt x="4276" y="11035"/>
                        <a:pt x="4168" y="11114"/>
                      </a:cubicBezTo>
                      <a:cubicBezTo>
                        <a:pt x="4178" y="11065"/>
                        <a:pt x="4178" y="11006"/>
                        <a:pt x="4187" y="10956"/>
                      </a:cubicBezTo>
                      <a:cubicBezTo>
                        <a:pt x="4175" y="10949"/>
                        <a:pt x="4165" y="10946"/>
                        <a:pt x="4156" y="10946"/>
                      </a:cubicBezTo>
                      <a:cubicBezTo>
                        <a:pt x="4129" y="10946"/>
                        <a:pt x="4116" y="10976"/>
                        <a:pt x="4109" y="11006"/>
                      </a:cubicBezTo>
                      <a:cubicBezTo>
                        <a:pt x="4089" y="11212"/>
                        <a:pt x="3971" y="11370"/>
                        <a:pt x="3833" y="11538"/>
                      </a:cubicBezTo>
                      <a:cubicBezTo>
                        <a:pt x="3852" y="11528"/>
                        <a:pt x="3872" y="11528"/>
                        <a:pt x="3882" y="11518"/>
                      </a:cubicBezTo>
                      <a:cubicBezTo>
                        <a:pt x="3902" y="11498"/>
                        <a:pt x="3921" y="11478"/>
                        <a:pt x="3931" y="11459"/>
                      </a:cubicBezTo>
                      <a:cubicBezTo>
                        <a:pt x="3952" y="11438"/>
                        <a:pt x="3978" y="11429"/>
                        <a:pt x="4002" y="11429"/>
                      </a:cubicBezTo>
                      <a:cubicBezTo>
                        <a:pt x="4035" y="11429"/>
                        <a:pt x="4063" y="11446"/>
                        <a:pt x="4069" y="11469"/>
                      </a:cubicBezTo>
                      <a:cubicBezTo>
                        <a:pt x="4118" y="11616"/>
                        <a:pt x="4178" y="11784"/>
                        <a:pt x="4099" y="11941"/>
                      </a:cubicBezTo>
                      <a:cubicBezTo>
                        <a:pt x="4019" y="12087"/>
                        <a:pt x="3917" y="12152"/>
                        <a:pt x="3754" y="12152"/>
                      </a:cubicBezTo>
                      <a:cubicBezTo>
                        <a:pt x="3696" y="12152"/>
                        <a:pt x="3631" y="12144"/>
                        <a:pt x="3557" y="12129"/>
                      </a:cubicBezTo>
                      <a:cubicBezTo>
                        <a:pt x="3537" y="11991"/>
                        <a:pt x="3518" y="11853"/>
                        <a:pt x="3498" y="11705"/>
                      </a:cubicBezTo>
                      <a:cubicBezTo>
                        <a:pt x="3557" y="11685"/>
                        <a:pt x="3596" y="11666"/>
                        <a:pt x="3646" y="11656"/>
                      </a:cubicBezTo>
                      <a:cubicBezTo>
                        <a:pt x="3734" y="11616"/>
                        <a:pt x="3774" y="11557"/>
                        <a:pt x="3774" y="11459"/>
                      </a:cubicBezTo>
                      <a:cubicBezTo>
                        <a:pt x="3774" y="11262"/>
                        <a:pt x="3784" y="11075"/>
                        <a:pt x="3793" y="10878"/>
                      </a:cubicBezTo>
                      <a:lnTo>
                        <a:pt x="3793" y="10878"/>
                      </a:lnTo>
                      <a:cubicBezTo>
                        <a:pt x="3715" y="10937"/>
                        <a:pt x="3734" y="11035"/>
                        <a:pt x="3724" y="11114"/>
                      </a:cubicBezTo>
                      <a:cubicBezTo>
                        <a:pt x="3715" y="11212"/>
                        <a:pt x="3705" y="11311"/>
                        <a:pt x="3695" y="11409"/>
                      </a:cubicBezTo>
                      <a:cubicBezTo>
                        <a:pt x="3687" y="11530"/>
                        <a:pt x="3652" y="11585"/>
                        <a:pt x="3560" y="11585"/>
                      </a:cubicBezTo>
                      <a:cubicBezTo>
                        <a:pt x="3539" y="11585"/>
                        <a:pt x="3515" y="11582"/>
                        <a:pt x="3488" y="11577"/>
                      </a:cubicBezTo>
                      <a:cubicBezTo>
                        <a:pt x="3439" y="11567"/>
                        <a:pt x="3389" y="11557"/>
                        <a:pt x="3330" y="11538"/>
                      </a:cubicBezTo>
                      <a:cubicBezTo>
                        <a:pt x="3202" y="11035"/>
                        <a:pt x="3104" y="10523"/>
                        <a:pt x="3133" y="10001"/>
                      </a:cubicBezTo>
                      <a:cubicBezTo>
                        <a:pt x="3153" y="9735"/>
                        <a:pt x="3153" y="9479"/>
                        <a:pt x="3202" y="9223"/>
                      </a:cubicBezTo>
                      <a:cubicBezTo>
                        <a:pt x="3281" y="8888"/>
                        <a:pt x="3370" y="8553"/>
                        <a:pt x="3498" y="8238"/>
                      </a:cubicBezTo>
                      <a:cubicBezTo>
                        <a:pt x="3685" y="7735"/>
                        <a:pt x="3902" y="7252"/>
                        <a:pt x="4168" y="6789"/>
                      </a:cubicBezTo>
                      <a:cubicBezTo>
                        <a:pt x="4217" y="6711"/>
                        <a:pt x="4276" y="6642"/>
                        <a:pt x="4325" y="6563"/>
                      </a:cubicBezTo>
                      <a:cubicBezTo>
                        <a:pt x="4365" y="6494"/>
                        <a:pt x="4375" y="6415"/>
                        <a:pt x="4414" y="6336"/>
                      </a:cubicBezTo>
                      <a:cubicBezTo>
                        <a:pt x="4660" y="5883"/>
                        <a:pt x="4906" y="5420"/>
                        <a:pt x="5064" y="4928"/>
                      </a:cubicBezTo>
                      <a:cubicBezTo>
                        <a:pt x="5143" y="4711"/>
                        <a:pt x="5192" y="4484"/>
                        <a:pt x="5182" y="4248"/>
                      </a:cubicBezTo>
                      <a:cubicBezTo>
                        <a:pt x="5182" y="4153"/>
                        <a:pt x="5201" y="4067"/>
                        <a:pt x="5202" y="3982"/>
                      </a:cubicBezTo>
                      <a:close/>
                      <a:moveTo>
                        <a:pt x="1881" y="1"/>
                      </a:moveTo>
                      <a:cubicBezTo>
                        <a:pt x="1762" y="1"/>
                        <a:pt x="1650" y="55"/>
                        <a:pt x="1557" y="170"/>
                      </a:cubicBezTo>
                      <a:cubicBezTo>
                        <a:pt x="1419" y="337"/>
                        <a:pt x="1311" y="534"/>
                        <a:pt x="1173" y="702"/>
                      </a:cubicBezTo>
                      <a:cubicBezTo>
                        <a:pt x="1035" y="879"/>
                        <a:pt x="996" y="1086"/>
                        <a:pt x="1006" y="1293"/>
                      </a:cubicBezTo>
                      <a:cubicBezTo>
                        <a:pt x="1015" y="1421"/>
                        <a:pt x="996" y="1549"/>
                        <a:pt x="937" y="1647"/>
                      </a:cubicBezTo>
                      <a:cubicBezTo>
                        <a:pt x="818" y="1835"/>
                        <a:pt x="818" y="2032"/>
                        <a:pt x="858" y="2229"/>
                      </a:cubicBezTo>
                      <a:cubicBezTo>
                        <a:pt x="878" y="2337"/>
                        <a:pt x="887" y="2426"/>
                        <a:pt x="838" y="2534"/>
                      </a:cubicBezTo>
                      <a:cubicBezTo>
                        <a:pt x="730" y="2731"/>
                        <a:pt x="740" y="2948"/>
                        <a:pt x="809" y="3155"/>
                      </a:cubicBezTo>
                      <a:cubicBezTo>
                        <a:pt x="858" y="3342"/>
                        <a:pt x="818" y="3509"/>
                        <a:pt x="740" y="3667"/>
                      </a:cubicBezTo>
                      <a:cubicBezTo>
                        <a:pt x="612" y="3943"/>
                        <a:pt x="464" y="4209"/>
                        <a:pt x="336" y="4484"/>
                      </a:cubicBezTo>
                      <a:cubicBezTo>
                        <a:pt x="129" y="4928"/>
                        <a:pt x="50" y="5410"/>
                        <a:pt x="21" y="5893"/>
                      </a:cubicBezTo>
                      <a:cubicBezTo>
                        <a:pt x="1" y="6228"/>
                        <a:pt x="21" y="6583"/>
                        <a:pt x="60" y="6927"/>
                      </a:cubicBezTo>
                      <a:cubicBezTo>
                        <a:pt x="109" y="7381"/>
                        <a:pt x="178" y="7843"/>
                        <a:pt x="257" y="8297"/>
                      </a:cubicBezTo>
                      <a:cubicBezTo>
                        <a:pt x="306" y="8582"/>
                        <a:pt x="375" y="8868"/>
                        <a:pt x="474" y="9144"/>
                      </a:cubicBezTo>
                      <a:cubicBezTo>
                        <a:pt x="592" y="9449"/>
                        <a:pt x="740" y="9755"/>
                        <a:pt x="887" y="10050"/>
                      </a:cubicBezTo>
                      <a:cubicBezTo>
                        <a:pt x="966" y="10198"/>
                        <a:pt x="1045" y="10355"/>
                        <a:pt x="1183" y="10464"/>
                      </a:cubicBezTo>
                      <a:cubicBezTo>
                        <a:pt x="1183" y="10461"/>
                        <a:pt x="1184" y="10459"/>
                        <a:pt x="1184" y="10456"/>
                      </a:cubicBezTo>
                      <a:lnTo>
                        <a:pt x="1184" y="10456"/>
                      </a:lnTo>
                      <a:cubicBezTo>
                        <a:pt x="1203" y="10505"/>
                        <a:pt x="1213" y="10563"/>
                        <a:pt x="1242" y="10602"/>
                      </a:cubicBezTo>
                      <a:cubicBezTo>
                        <a:pt x="1577" y="11006"/>
                        <a:pt x="1971" y="11350"/>
                        <a:pt x="2473" y="11528"/>
                      </a:cubicBezTo>
                      <a:cubicBezTo>
                        <a:pt x="2710" y="11606"/>
                        <a:pt x="2867" y="11715"/>
                        <a:pt x="2877" y="11981"/>
                      </a:cubicBezTo>
                      <a:cubicBezTo>
                        <a:pt x="2887" y="12099"/>
                        <a:pt x="2966" y="12168"/>
                        <a:pt x="3094" y="12207"/>
                      </a:cubicBezTo>
                      <a:cubicBezTo>
                        <a:pt x="3203" y="12235"/>
                        <a:pt x="3311" y="12243"/>
                        <a:pt x="3419" y="12243"/>
                      </a:cubicBezTo>
                      <a:cubicBezTo>
                        <a:pt x="3582" y="12243"/>
                        <a:pt x="3745" y="12223"/>
                        <a:pt x="3912" y="12217"/>
                      </a:cubicBezTo>
                      <a:cubicBezTo>
                        <a:pt x="4079" y="12207"/>
                        <a:pt x="4227" y="12000"/>
                        <a:pt x="4217" y="11823"/>
                      </a:cubicBezTo>
                      <a:cubicBezTo>
                        <a:pt x="4207" y="11735"/>
                        <a:pt x="4197" y="11656"/>
                        <a:pt x="4178" y="11567"/>
                      </a:cubicBezTo>
                      <a:cubicBezTo>
                        <a:pt x="4168" y="11469"/>
                        <a:pt x="4148" y="11360"/>
                        <a:pt x="4128" y="11252"/>
                      </a:cubicBezTo>
                      <a:cubicBezTo>
                        <a:pt x="4187" y="11222"/>
                        <a:pt x="4246" y="11212"/>
                        <a:pt x="4286" y="11173"/>
                      </a:cubicBezTo>
                      <a:cubicBezTo>
                        <a:pt x="4621" y="10907"/>
                        <a:pt x="4916" y="10602"/>
                        <a:pt x="5123" y="10218"/>
                      </a:cubicBezTo>
                      <a:cubicBezTo>
                        <a:pt x="5241" y="9991"/>
                        <a:pt x="5360" y="9755"/>
                        <a:pt x="5458" y="9518"/>
                      </a:cubicBezTo>
                      <a:cubicBezTo>
                        <a:pt x="5557" y="9272"/>
                        <a:pt x="5645" y="9026"/>
                        <a:pt x="5704" y="8779"/>
                      </a:cubicBezTo>
                      <a:cubicBezTo>
                        <a:pt x="5862" y="8188"/>
                        <a:pt x="5813" y="7578"/>
                        <a:pt x="5852" y="6977"/>
                      </a:cubicBezTo>
                      <a:cubicBezTo>
                        <a:pt x="5872" y="6632"/>
                        <a:pt x="5823" y="6297"/>
                        <a:pt x="5793" y="5962"/>
                      </a:cubicBezTo>
                      <a:cubicBezTo>
                        <a:pt x="5773" y="5657"/>
                        <a:pt x="5754" y="5341"/>
                        <a:pt x="5645" y="5056"/>
                      </a:cubicBezTo>
                      <a:cubicBezTo>
                        <a:pt x="5596" y="4908"/>
                        <a:pt x="5537" y="4770"/>
                        <a:pt x="5507" y="4632"/>
                      </a:cubicBezTo>
                      <a:cubicBezTo>
                        <a:pt x="5478" y="4455"/>
                        <a:pt x="5419" y="4287"/>
                        <a:pt x="5360" y="4130"/>
                      </a:cubicBezTo>
                      <a:cubicBezTo>
                        <a:pt x="5271" y="3913"/>
                        <a:pt x="5143" y="3726"/>
                        <a:pt x="4985" y="3558"/>
                      </a:cubicBezTo>
                      <a:cubicBezTo>
                        <a:pt x="4828" y="3381"/>
                        <a:pt x="4641" y="3233"/>
                        <a:pt x="4463" y="3066"/>
                      </a:cubicBezTo>
                      <a:cubicBezTo>
                        <a:pt x="4315" y="2928"/>
                        <a:pt x="4217" y="2780"/>
                        <a:pt x="4246" y="2554"/>
                      </a:cubicBezTo>
                      <a:cubicBezTo>
                        <a:pt x="4286" y="2238"/>
                        <a:pt x="4138" y="2002"/>
                        <a:pt x="3892" y="1825"/>
                      </a:cubicBezTo>
                      <a:cubicBezTo>
                        <a:pt x="3852" y="1805"/>
                        <a:pt x="3823" y="1736"/>
                        <a:pt x="3813" y="1687"/>
                      </a:cubicBezTo>
                      <a:cubicBezTo>
                        <a:pt x="3774" y="1490"/>
                        <a:pt x="3724" y="1312"/>
                        <a:pt x="3508" y="1234"/>
                      </a:cubicBezTo>
                      <a:cubicBezTo>
                        <a:pt x="3449" y="1214"/>
                        <a:pt x="3409" y="1145"/>
                        <a:pt x="3380" y="1096"/>
                      </a:cubicBezTo>
                      <a:cubicBezTo>
                        <a:pt x="3340" y="1017"/>
                        <a:pt x="3311" y="938"/>
                        <a:pt x="3301" y="849"/>
                      </a:cubicBezTo>
                      <a:cubicBezTo>
                        <a:pt x="3281" y="741"/>
                        <a:pt x="3222" y="643"/>
                        <a:pt x="3143" y="574"/>
                      </a:cubicBezTo>
                      <a:cubicBezTo>
                        <a:pt x="2995" y="426"/>
                        <a:pt x="2818" y="308"/>
                        <a:pt x="2601" y="278"/>
                      </a:cubicBezTo>
                      <a:cubicBezTo>
                        <a:pt x="2444" y="249"/>
                        <a:pt x="2306" y="189"/>
                        <a:pt x="2178" y="101"/>
                      </a:cubicBezTo>
                      <a:cubicBezTo>
                        <a:pt x="2077" y="35"/>
                        <a:pt x="1977" y="1"/>
                        <a:pt x="188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0" name="Google Shape;960;p38"/>
                <p:cNvSpPr/>
                <p:nvPr/>
              </p:nvSpPr>
              <p:spPr>
                <a:xfrm>
                  <a:off x="7655291" y="2728205"/>
                  <a:ext cx="32971" cy="97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9" h="2475" extrusionOk="0">
                      <a:moveTo>
                        <a:pt x="759" y="1"/>
                      </a:moveTo>
                      <a:cubicBezTo>
                        <a:pt x="740" y="60"/>
                        <a:pt x="759" y="129"/>
                        <a:pt x="740" y="188"/>
                      </a:cubicBezTo>
                      <a:cubicBezTo>
                        <a:pt x="671" y="493"/>
                        <a:pt x="612" y="808"/>
                        <a:pt x="513" y="1104"/>
                      </a:cubicBezTo>
                      <a:cubicBezTo>
                        <a:pt x="356" y="1564"/>
                        <a:pt x="180" y="2014"/>
                        <a:pt x="4" y="2465"/>
                      </a:cubicBezTo>
                      <a:lnTo>
                        <a:pt x="4" y="2465"/>
                      </a:lnTo>
                      <a:cubicBezTo>
                        <a:pt x="3" y="2464"/>
                        <a:pt x="2" y="2464"/>
                        <a:pt x="1" y="2463"/>
                      </a:cubicBezTo>
                      <a:lnTo>
                        <a:pt x="1" y="2473"/>
                      </a:lnTo>
                      <a:cubicBezTo>
                        <a:pt x="2" y="2470"/>
                        <a:pt x="3" y="2468"/>
                        <a:pt x="4" y="2465"/>
                      </a:cubicBezTo>
                      <a:lnTo>
                        <a:pt x="4" y="2465"/>
                      </a:lnTo>
                      <a:cubicBezTo>
                        <a:pt x="19" y="2471"/>
                        <a:pt x="32" y="2474"/>
                        <a:pt x="42" y="2474"/>
                      </a:cubicBezTo>
                      <a:cubicBezTo>
                        <a:pt x="90" y="2474"/>
                        <a:pt x="93" y="2415"/>
                        <a:pt x="109" y="2375"/>
                      </a:cubicBezTo>
                      <a:cubicBezTo>
                        <a:pt x="247" y="2000"/>
                        <a:pt x="375" y="1636"/>
                        <a:pt x="523" y="1262"/>
                      </a:cubicBezTo>
                      <a:cubicBezTo>
                        <a:pt x="651" y="927"/>
                        <a:pt x="710" y="582"/>
                        <a:pt x="809" y="237"/>
                      </a:cubicBezTo>
                      <a:cubicBezTo>
                        <a:pt x="828" y="158"/>
                        <a:pt x="838" y="70"/>
                        <a:pt x="75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1" name="Google Shape;961;p38"/>
                <p:cNvSpPr/>
                <p:nvPr/>
              </p:nvSpPr>
              <p:spPr>
                <a:xfrm>
                  <a:off x="7625109" y="2870666"/>
                  <a:ext cx="13204" cy="349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" h="888" extrusionOk="0">
                      <a:moveTo>
                        <a:pt x="335" y="1"/>
                      </a:moveTo>
                      <a:lnTo>
                        <a:pt x="335" y="1"/>
                      </a:lnTo>
                      <a:cubicBezTo>
                        <a:pt x="266" y="109"/>
                        <a:pt x="207" y="217"/>
                        <a:pt x="178" y="336"/>
                      </a:cubicBezTo>
                      <a:cubicBezTo>
                        <a:pt x="128" y="513"/>
                        <a:pt x="0" y="680"/>
                        <a:pt x="69" y="887"/>
                      </a:cubicBezTo>
                      <a:cubicBezTo>
                        <a:pt x="79" y="838"/>
                        <a:pt x="89" y="789"/>
                        <a:pt x="109" y="740"/>
                      </a:cubicBezTo>
                      <a:cubicBezTo>
                        <a:pt x="188" y="493"/>
                        <a:pt x="266" y="247"/>
                        <a:pt x="33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2" name="Google Shape;962;p38"/>
                <p:cNvSpPr/>
                <p:nvPr/>
              </p:nvSpPr>
              <p:spPr>
                <a:xfrm>
                  <a:off x="7644091" y="2825000"/>
                  <a:ext cx="12025" cy="314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" h="799" extrusionOk="0">
                      <a:moveTo>
                        <a:pt x="286" y="0"/>
                      </a:moveTo>
                      <a:cubicBezTo>
                        <a:pt x="286" y="0"/>
                        <a:pt x="286" y="10"/>
                        <a:pt x="286" y="10"/>
                      </a:cubicBezTo>
                      <a:cubicBezTo>
                        <a:pt x="197" y="266"/>
                        <a:pt x="99" y="522"/>
                        <a:pt x="0" y="779"/>
                      </a:cubicBezTo>
                      <a:lnTo>
                        <a:pt x="40" y="798"/>
                      </a:lnTo>
                      <a:cubicBezTo>
                        <a:pt x="128" y="582"/>
                        <a:pt x="217" y="365"/>
                        <a:pt x="296" y="148"/>
                      </a:cubicBezTo>
                      <a:cubicBezTo>
                        <a:pt x="305" y="109"/>
                        <a:pt x="286" y="50"/>
                        <a:pt x="2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3" name="Google Shape;963;p38"/>
                <p:cNvSpPr/>
                <p:nvPr/>
              </p:nvSpPr>
              <p:spPr>
                <a:xfrm>
                  <a:off x="7663819" y="2739051"/>
                  <a:ext cx="9196" cy="236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602" extrusionOk="0">
                      <a:moveTo>
                        <a:pt x="217" y="1"/>
                      </a:moveTo>
                      <a:cubicBezTo>
                        <a:pt x="217" y="8"/>
                        <a:pt x="218" y="16"/>
                        <a:pt x="218" y="24"/>
                      </a:cubicBezTo>
                      <a:lnTo>
                        <a:pt x="218" y="24"/>
                      </a:lnTo>
                      <a:cubicBezTo>
                        <a:pt x="221" y="16"/>
                        <a:pt x="224" y="8"/>
                        <a:pt x="227" y="1"/>
                      </a:cubicBezTo>
                      <a:close/>
                      <a:moveTo>
                        <a:pt x="218" y="24"/>
                      </a:moveTo>
                      <a:cubicBezTo>
                        <a:pt x="143" y="222"/>
                        <a:pt x="76" y="412"/>
                        <a:pt x="0" y="601"/>
                      </a:cubicBezTo>
                      <a:cubicBezTo>
                        <a:pt x="138" y="493"/>
                        <a:pt x="148" y="326"/>
                        <a:pt x="207" y="178"/>
                      </a:cubicBezTo>
                      <a:cubicBezTo>
                        <a:pt x="233" y="135"/>
                        <a:pt x="222" y="77"/>
                        <a:pt x="218" y="2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4" name="Google Shape;964;p38"/>
                <p:cNvSpPr/>
                <p:nvPr/>
              </p:nvSpPr>
              <p:spPr>
                <a:xfrm>
                  <a:off x="7647942" y="2776622"/>
                  <a:ext cx="10099" cy="23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601" extrusionOk="0">
                      <a:moveTo>
                        <a:pt x="247" y="0"/>
                      </a:moveTo>
                      <a:cubicBezTo>
                        <a:pt x="245" y="9"/>
                        <a:pt x="242" y="18"/>
                        <a:pt x="240" y="28"/>
                      </a:cubicBezTo>
                      <a:lnTo>
                        <a:pt x="240" y="28"/>
                      </a:lnTo>
                      <a:cubicBezTo>
                        <a:pt x="245" y="22"/>
                        <a:pt x="251" y="16"/>
                        <a:pt x="257" y="10"/>
                      </a:cubicBezTo>
                      <a:lnTo>
                        <a:pt x="247" y="0"/>
                      </a:lnTo>
                      <a:close/>
                      <a:moveTo>
                        <a:pt x="240" y="28"/>
                      </a:moveTo>
                      <a:lnTo>
                        <a:pt x="240" y="28"/>
                      </a:lnTo>
                      <a:cubicBezTo>
                        <a:pt x="88" y="193"/>
                        <a:pt x="67" y="411"/>
                        <a:pt x="1" y="601"/>
                      </a:cubicBezTo>
                      <a:cubicBezTo>
                        <a:pt x="70" y="493"/>
                        <a:pt x="119" y="365"/>
                        <a:pt x="168" y="236"/>
                      </a:cubicBezTo>
                      <a:cubicBezTo>
                        <a:pt x="194" y="175"/>
                        <a:pt x="220" y="99"/>
                        <a:pt x="240" y="2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5" name="Google Shape;965;p38"/>
                <p:cNvSpPr/>
                <p:nvPr/>
              </p:nvSpPr>
              <p:spPr>
                <a:xfrm>
                  <a:off x="7657610" y="2762670"/>
                  <a:ext cx="6248" cy="14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" h="365" extrusionOk="0">
                      <a:moveTo>
                        <a:pt x="158" y="0"/>
                      </a:moveTo>
                      <a:cubicBezTo>
                        <a:pt x="74" y="103"/>
                        <a:pt x="26" y="215"/>
                        <a:pt x="13" y="344"/>
                      </a:cubicBezTo>
                      <a:lnTo>
                        <a:pt x="13" y="344"/>
                      </a:lnTo>
                      <a:cubicBezTo>
                        <a:pt x="111" y="248"/>
                        <a:pt x="140" y="133"/>
                        <a:pt x="158" y="0"/>
                      </a:cubicBezTo>
                      <a:close/>
                      <a:moveTo>
                        <a:pt x="13" y="344"/>
                      </a:moveTo>
                      <a:cubicBezTo>
                        <a:pt x="9" y="348"/>
                        <a:pt x="5" y="351"/>
                        <a:pt x="1" y="355"/>
                      </a:cubicBezTo>
                      <a:lnTo>
                        <a:pt x="11" y="365"/>
                      </a:lnTo>
                      <a:cubicBezTo>
                        <a:pt x="11" y="358"/>
                        <a:pt x="12" y="351"/>
                        <a:pt x="13" y="34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6" name="Google Shape;966;p38"/>
                <p:cNvSpPr/>
                <p:nvPr/>
              </p:nvSpPr>
              <p:spPr>
                <a:xfrm>
                  <a:off x="7610765" y="2890788"/>
                  <a:ext cx="3930" cy="11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" h="297" extrusionOk="0">
                      <a:moveTo>
                        <a:pt x="99" y="1"/>
                      </a:moveTo>
                      <a:lnTo>
                        <a:pt x="99" y="1"/>
                      </a:lnTo>
                      <a:cubicBezTo>
                        <a:pt x="11" y="90"/>
                        <a:pt x="1" y="188"/>
                        <a:pt x="40" y="297"/>
                      </a:cubicBezTo>
                      <a:cubicBezTo>
                        <a:pt x="60" y="198"/>
                        <a:pt x="80" y="100"/>
                        <a:pt x="9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7" name="Google Shape;967;p38"/>
                <p:cNvSpPr/>
                <p:nvPr/>
              </p:nvSpPr>
              <p:spPr>
                <a:xfrm>
                  <a:off x="7622790" y="2852471"/>
                  <a:ext cx="4676" cy="77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" h="198" extrusionOk="0">
                      <a:moveTo>
                        <a:pt x="109" y="1"/>
                      </a:moveTo>
                      <a:cubicBezTo>
                        <a:pt x="108" y="10"/>
                        <a:pt x="107" y="19"/>
                        <a:pt x="107" y="29"/>
                      </a:cubicBezTo>
                      <a:lnTo>
                        <a:pt x="107" y="29"/>
                      </a:lnTo>
                      <a:cubicBezTo>
                        <a:pt x="111" y="23"/>
                        <a:pt x="115" y="17"/>
                        <a:pt x="119" y="11"/>
                      </a:cubicBezTo>
                      <a:cubicBezTo>
                        <a:pt x="119" y="11"/>
                        <a:pt x="109" y="1"/>
                        <a:pt x="109" y="1"/>
                      </a:cubicBezTo>
                      <a:close/>
                      <a:moveTo>
                        <a:pt x="107" y="29"/>
                      </a:moveTo>
                      <a:cubicBezTo>
                        <a:pt x="71" y="84"/>
                        <a:pt x="36" y="145"/>
                        <a:pt x="0" y="198"/>
                      </a:cubicBezTo>
                      <a:cubicBezTo>
                        <a:pt x="113" y="180"/>
                        <a:pt x="104" y="101"/>
                        <a:pt x="107" y="2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8" name="Google Shape;968;p38"/>
                <p:cNvSpPr/>
                <p:nvPr/>
              </p:nvSpPr>
              <p:spPr>
                <a:xfrm>
                  <a:off x="7621218" y="2860213"/>
                  <a:ext cx="3537" cy="8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228" extrusionOk="0">
                      <a:moveTo>
                        <a:pt x="40" y="1"/>
                      </a:moveTo>
                      <a:lnTo>
                        <a:pt x="40" y="1"/>
                      </a:lnTo>
                      <a:cubicBezTo>
                        <a:pt x="30" y="70"/>
                        <a:pt x="21" y="139"/>
                        <a:pt x="1" y="227"/>
                      </a:cubicBezTo>
                      <a:cubicBezTo>
                        <a:pt x="90" y="149"/>
                        <a:pt x="70" y="70"/>
                        <a:pt x="4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9" name="Google Shape;969;p38"/>
                <p:cNvSpPr/>
                <p:nvPr/>
              </p:nvSpPr>
              <p:spPr>
                <a:xfrm>
                  <a:off x="7627035" y="2843196"/>
                  <a:ext cx="3537" cy="9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247" extrusionOk="0">
                      <a:moveTo>
                        <a:pt x="79" y="0"/>
                      </a:moveTo>
                      <a:cubicBezTo>
                        <a:pt x="78" y="7"/>
                        <a:pt x="76" y="13"/>
                        <a:pt x="74" y="20"/>
                      </a:cubicBezTo>
                      <a:lnTo>
                        <a:pt x="74" y="20"/>
                      </a:lnTo>
                      <a:cubicBezTo>
                        <a:pt x="79" y="17"/>
                        <a:pt x="84" y="13"/>
                        <a:pt x="89" y="10"/>
                      </a:cubicBezTo>
                      <a:lnTo>
                        <a:pt x="79" y="0"/>
                      </a:lnTo>
                      <a:close/>
                      <a:moveTo>
                        <a:pt x="74" y="20"/>
                      </a:moveTo>
                      <a:cubicBezTo>
                        <a:pt x="4" y="71"/>
                        <a:pt x="8" y="140"/>
                        <a:pt x="10" y="212"/>
                      </a:cubicBezTo>
                      <a:lnTo>
                        <a:pt x="10" y="212"/>
                      </a:lnTo>
                      <a:cubicBezTo>
                        <a:pt x="34" y="148"/>
                        <a:pt x="57" y="84"/>
                        <a:pt x="74" y="20"/>
                      </a:cubicBezTo>
                      <a:close/>
                      <a:moveTo>
                        <a:pt x="10" y="212"/>
                      </a:moveTo>
                      <a:lnTo>
                        <a:pt x="10" y="212"/>
                      </a:lnTo>
                      <a:cubicBezTo>
                        <a:pt x="7" y="220"/>
                        <a:pt x="4" y="229"/>
                        <a:pt x="1" y="237"/>
                      </a:cubicBezTo>
                      <a:cubicBezTo>
                        <a:pt x="1" y="237"/>
                        <a:pt x="11" y="247"/>
                        <a:pt x="11" y="247"/>
                      </a:cubicBezTo>
                      <a:cubicBezTo>
                        <a:pt x="11" y="235"/>
                        <a:pt x="10" y="224"/>
                        <a:pt x="10" y="21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0" name="Google Shape;970;p38"/>
                <p:cNvSpPr/>
                <p:nvPr/>
              </p:nvSpPr>
              <p:spPr>
                <a:xfrm>
                  <a:off x="7637881" y="2816865"/>
                  <a:ext cx="3144" cy="5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" h="139" extrusionOk="0">
                      <a:moveTo>
                        <a:pt x="40" y="1"/>
                      </a:moveTo>
                      <a:cubicBezTo>
                        <a:pt x="30" y="40"/>
                        <a:pt x="10" y="89"/>
                        <a:pt x="1" y="129"/>
                      </a:cubicBezTo>
                      <a:cubicBezTo>
                        <a:pt x="10" y="129"/>
                        <a:pt x="20" y="138"/>
                        <a:pt x="30" y="138"/>
                      </a:cubicBezTo>
                      <a:cubicBezTo>
                        <a:pt x="40" y="99"/>
                        <a:pt x="60" y="60"/>
                        <a:pt x="79" y="30"/>
                      </a:cubicBezTo>
                      <a:cubicBezTo>
                        <a:pt x="69" y="20"/>
                        <a:pt x="60" y="10"/>
                        <a:pt x="4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1" name="Google Shape;971;p38"/>
                <p:cNvSpPr/>
                <p:nvPr/>
              </p:nvSpPr>
              <p:spPr>
                <a:xfrm>
                  <a:off x="7630139" y="2836593"/>
                  <a:ext cx="2751" cy="7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" h="179" extrusionOk="0">
                      <a:moveTo>
                        <a:pt x="30" y="1"/>
                      </a:moveTo>
                      <a:cubicBezTo>
                        <a:pt x="22" y="48"/>
                        <a:pt x="14" y="95"/>
                        <a:pt x="11" y="142"/>
                      </a:cubicBezTo>
                      <a:lnTo>
                        <a:pt x="11" y="142"/>
                      </a:lnTo>
                      <a:cubicBezTo>
                        <a:pt x="30" y="99"/>
                        <a:pt x="53" y="50"/>
                        <a:pt x="69" y="1"/>
                      </a:cubicBezTo>
                      <a:close/>
                      <a:moveTo>
                        <a:pt x="11" y="142"/>
                      </a:moveTo>
                      <a:cubicBezTo>
                        <a:pt x="8" y="151"/>
                        <a:pt x="4" y="160"/>
                        <a:pt x="0" y="168"/>
                      </a:cubicBezTo>
                      <a:cubicBezTo>
                        <a:pt x="0" y="168"/>
                        <a:pt x="10" y="178"/>
                        <a:pt x="10" y="178"/>
                      </a:cubicBezTo>
                      <a:cubicBezTo>
                        <a:pt x="10" y="166"/>
                        <a:pt x="11" y="154"/>
                        <a:pt x="11" y="14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2" name="Google Shape;972;p38"/>
                <p:cNvSpPr/>
                <p:nvPr/>
              </p:nvSpPr>
              <p:spPr>
                <a:xfrm>
                  <a:off x="7524462" y="2747579"/>
                  <a:ext cx="11632" cy="2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70" extrusionOk="0">
                      <a:moveTo>
                        <a:pt x="10" y="0"/>
                      </a:moveTo>
                      <a:cubicBezTo>
                        <a:pt x="0" y="20"/>
                        <a:pt x="0" y="40"/>
                        <a:pt x="0" y="59"/>
                      </a:cubicBezTo>
                      <a:cubicBezTo>
                        <a:pt x="99" y="59"/>
                        <a:pt x="197" y="69"/>
                        <a:pt x="286" y="69"/>
                      </a:cubicBezTo>
                      <a:cubicBezTo>
                        <a:pt x="296" y="69"/>
                        <a:pt x="296" y="59"/>
                        <a:pt x="296" y="59"/>
                      </a:cubicBezTo>
                      <a:cubicBezTo>
                        <a:pt x="197" y="40"/>
                        <a:pt x="99" y="20"/>
                        <a:pt x="1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3" name="Google Shape;973;p38"/>
                <p:cNvSpPr/>
                <p:nvPr/>
              </p:nvSpPr>
              <p:spPr>
                <a:xfrm>
                  <a:off x="7536842" y="2705371"/>
                  <a:ext cx="3890" cy="11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" h="287" extrusionOk="0">
                      <a:moveTo>
                        <a:pt x="50" y="1"/>
                      </a:moveTo>
                      <a:cubicBezTo>
                        <a:pt x="30" y="1"/>
                        <a:pt x="20" y="1"/>
                        <a:pt x="0" y="10"/>
                      </a:cubicBezTo>
                      <a:cubicBezTo>
                        <a:pt x="20" y="99"/>
                        <a:pt x="30" y="188"/>
                        <a:pt x="50" y="286"/>
                      </a:cubicBezTo>
                      <a:cubicBezTo>
                        <a:pt x="69" y="276"/>
                        <a:pt x="79" y="276"/>
                        <a:pt x="99" y="276"/>
                      </a:cubicBezTo>
                      <a:cubicBezTo>
                        <a:pt x="79" y="188"/>
                        <a:pt x="60" y="89"/>
                        <a:pt x="5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4" name="Google Shape;974;p38"/>
                <p:cNvSpPr/>
                <p:nvPr/>
              </p:nvSpPr>
              <p:spPr>
                <a:xfrm>
                  <a:off x="7504302" y="2714292"/>
                  <a:ext cx="13597" cy="2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63" extrusionOk="0">
                      <a:moveTo>
                        <a:pt x="1" y="0"/>
                      </a:moveTo>
                      <a:cubicBezTo>
                        <a:pt x="5" y="0"/>
                        <a:pt x="8" y="1"/>
                        <a:pt x="12" y="1"/>
                      </a:cubicBezTo>
                      <a:lnTo>
                        <a:pt x="12" y="1"/>
                      </a:lnTo>
                      <a:cubicBezTo>
                        <a:pt x="12" y="1"/>
                        <a:pt x="11" y="0"/>
                        <a:pt x="11" y="0"/>
                      </a:cubicBezTo>
                      <a:close/>
                      <a:moveTo>
                        <a:pt x="12" y="1"/>
                      </a:moveTo>
                      <a:cubicBezTo>
                        <a:pt x="66" y="43"/>
                        <a:pt x="128" y="63"/>
                        <a:pt x="199" y="63"/>
                      </a:cubicBezTo>
                      <a:cubicBezTo>
                        <a:pt x="244" y="63"/>
                        <a:pt x="293" y="55"/>
                        <a:pt x="346" y="39"/>
                      </a:cubicBezTo>
                      <a:cubicBezTo>
                        <a:pt x="213" y="20"/>
                        <a:pt x="116" y="11"/>
                        <a:pt x="1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5" name="Google Shape;975;p38"/>
                <p:cNvSpPr/>
                <p:nvPr/>
              </p:nvSpPr>
              <p:spPr>
                <a:xfrm>
                  <a:off x="7528314" y="2810656"/>
                  <a:ext cx="27901" cy="18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" h="474" extrusionOk="0">
                      <a:moveTo>
                        <a:pt x="1" y="1"/>
                      </a:moveTo>
                      <a:cubicBezTo>
                        <a:pt x="12" y="8"/>
                        <a:pt x="23" y="14"/>
                        <a:pt x="34" y="21"/>
                      </a:cubicBezTo>
                      <a:lnTo>
                        <a:pt x="34" y="21"/>
                      </a:lnTo>
                      <a:cubicBezTo>
                        <a:pt x="26" y="14"/>
                        <a:pt x="19" y="8"/>
                        <a:pt x="11" y="1"/>
                      </a:cubicBezTo>
                      <a:close/>
                      <a:moveTo>
                        <a:pt x="34" y="21"/>
                      </a:moveTo>
                      <a:lnTo>
                        <a:pt x="34" y="21"/>
                      </a:lnTo>
                      <a:cubicBezTo>
                        <a:pt x="153" y="123"/>
                        <a:pt x="265" y="223"/>
                        <a:pt x="395" y="306"/>
                      </a:cubicBezTo>
                      <a:cubicBezTo>
                        <a:pt x="481" y="367"/>
                        <a:pt x="576" y="405"/>
                        <a:pt x="671" y="446"/>
                      </a:cubicBezTo>
                      <a:lnTo>
                        <a:pt x="671" y="446"/>
                      </a:lnTo>
                      <a:cubicBezTo>
                        <a:pt x="528" y="346"/>
                        <a:pt x="391" y="239"/>
                        <a:pt x="247" y="149"/>
                      </a:cubicBezTo>
                      <a:cubicBezTo>
                        <a:pt x="179" y="98"/>
                        <a:pt x="104" y="62"/>
                        <a:pt x="34" y="21"/>
                      </a:cubicBezTo>
                      <a:close/>
                      <a:moveTo>
                        <a:pt x="671" y="446"/>
                      </a:moveTo>
                      <a:cubicBezTo>
                        <a:pt x="684" y="456"/>
                        <a:pt x="697" y="465"/>
                        <a:pt x="710" y="474"/>
                      </a:cubicBezTo>
                      <a:cubicBezTo>
                        <a:pt x="710" y="474"/>
                        <a:pt x="710" y="464"/>
                        <a:pt x="710" y="464"/>
                      </a:cubicBezTo>
                      <a:cubicBezTo>
                        <a:pt x="697" y="458"/>
                        <a:pt x="684" y="452"/>
                        <a:pt x="671" y="44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6" name="Google Shape;976;p38"/>
                <p:cNvSpPr/>
                <p:nvPr/>
              </p:nvSpPr>
              <p:spPr>
                <a:xfrm>
                  <a:off x="7525209" y="2828851"/>
                  <a:ext cx="21732" cy="159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" h="405" extrusionOk="0">
                      <a:moveTo>
                        <a:pt x="1" y="1"/>
                      </a:moveTo>
                      <a:lnTo>
                        <a:pt x="1" y="1"/>
                      </a:lnTo>
                      <a:cubicBezTo>
                        <a:pt x="188" y="139"/>
                        <a:pt x="375" y="267"/>
                        <a:pt x="553" y="405"/>
                      </a:cubicBezTo>
                      <a:cubicBezTo>
                        <a:pt x="405" y="227"/>
                        <a:pt x="218" y="99"/>
                        <a:pt x="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7" name="Google Shape;977;p38"/>
                <p:cNvSpPr/>
                <p:nvPr/>
              </p:nvSpPr>
              <p:spPr>
                <a:xfrm>
                  <a:off x="7500843" y="2806018"/>
                  <a:ext cx="17055" cy="17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" h="435" extrusionOk="0">
                      <a:moveTo>
                        <a:pt x="0" y="1"/>
                      </a:moveTo>
                      <a:cubicBezTo>
                        <a:pt x="89" y="188"/>
                        <a:pt x="247" y="336"/>
                        <a:pt x="434" y="434"/>
                      </a:cubicBezTo>
                      <a:cubicBezTo>
                        <a:pt x="286" y="286"/>
                        <a:pt x="138" y="148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8" name="Google Shape;978;p38"/>
                <p:cNvSpPr/>
                <p:nvPr/>
              </p:nvSpPr>
              <p:spPr>
                <a:xfrm>
                  <a:off x="7546903" y="2844336"/>
                  <a:ext cx="18627" cy="11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" h="287" extrusionOk="0">
                      <a:moveTo>
                        <a:pt x="1" y="1"/>
                      </a:moveTo>
                      <a:lnTo>
                        <a:pt x="1" y="1"/>
                      </a:lnTo>
                      <a:cubicBezTo>
                        <a:pt x="138" y="119"/>
                        <a:pt x="296" y="227"/>
                        <a:pt x="473" y="287"/>
                      </a:cubicBezTo>
                      <a:cubicBezTo>
                        <a:pt x="345" y="139"/>
                        <a:pt x="188" y="40"/>
                        <a:pt x="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9" name="Google Shape;979;p38"/>
                <p:cNvSpPr/>
                <p:nvPr/>
              </p:nvSpPr>
              <p:spPr>
                <a:xfrm>
                  <a:off x="7490390" y="2763456"/>
                  <a:ext cx="7781" cy="155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" h="395" extrusionOk="0">
                      <a:moveTo>
                        <a:pt x="10" y="0"/>
                      </a:moveTo>
                      <a:cubicBezTo>
                        <a:pt x="0" y="148"/>
                        <a:pt x="50" y="266"/>
                        <a:pt x="197" y="394"/>
                      </a:cubicBezTo>
                      <a:cubicBezTo>
                        <a:pt x="138" y="256"/>
                        <a:pt x="79" y="128"/>
                        <a:pt x="1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0" name="Google Shape;980;p38"/>
                <p:cNvSpPr/>
                <p:nvPr/>
              </p:nvSpPr>
              <p:spPr>
                <a:xfrm>
                  <a:off x="7479150" y="2776622"/>
                  <a:ext cx="9353" cy="15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" h="385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30" y="158"/>
                        <a:pt x="158" y="256"/>
                        <a:pt x="237" y="384"/>
                      </a:cubicBezTo>
                      <a:cubicBezTo>
                        <a:pt x="208" y="217"/>
                        <a:pt x="99" y="108"/>
                        <a:pt x="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1" name="Google Shape;981;p38"/>
                <p:cNvSpPr/>
                <p:nvPr/>
              </p:nvSpPr>
              <p:spPr>
                <a:xfrm>
                  <a:off x="7511297" y="2795171"/>
                  <a:ext cx="9314" cy="97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" h="248" extrusionOk="0">
                      <a:moveTo>
                        <a:pt x="10" y="1"/>
                      </a:moveTo>
                      <a:lnTo>
                        <a:pt x="0" y="11"/>
                      </a:lnTo>
                      <a:cubicBezTo>
                        <a:pt x="5" y="14"/>
                        <a:pt x="10" y="17"/>
                        <a:pt x="15" y="19"/>
                      </a:cubicBezTo>
                      <a:lnTo>
                        <a:pt x="15" y="19"/>
                      </a:lnTo>
                      <a:cubicBezTo>
                        <a:pt x="13" y="13"/>
                        <a:pt x="12" y="7"/>
                        <a:pt x="10" y="1"/>
                      </a:cubicBezTo>
                      <a:close/>
                      <a:moveTo>
                        <a:pt x="15" y="19"/>
                      </a:moveTo>
                      <a:cubicBezTo>
                        <a:pt x="48" y="134"/>
                        <a:pt x="132" y="198"/>
                        <a:pt x="233" y="236"/>
                      </a:cubicBezTo>
                      <a:lnTo>
                        <a:pt x="233" y="236"/>
                      </a:lnTo>
                      <a:cubicBezTo>
                        <a:pt x="194" y="122"/>
                        <a:pt x="106" y="73"/>
                        <a:pt x="15" y="19"/>
                      </a:cubicBezTo>
                      <a:close/>
                      <a:moveTo>
                        <a:pt x="233" y="236"/>
                      </a:moveTo>
                      <a:cubicBezTo>
                        <a:pt x="234" y="240"/>
                        <a:pt x="236" y="243"/>
                        <a:pt x="237" y="247"/>
                      </a:cubicBezTo>
                      <a:cubicBezTo>
                        <a:pt x="237" y="247"/>
                        <a:pt x="237" y="237"/>
                        <a:pt x="237" y="237"/>
                      </a:cubicBezTo>
                      <a:cubicBezTo>
                        <a:pt x="236" y="237"/>
                        <a:pt x="234" y="236"/>
                        <a:pt x="233" y="23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2" name="Google Shape;982;p38"/>
                <p:cNvSpPr/>
                <p:nvPr/>
              </p:nvSpPr>
              <p:spPr>
                <a:xfrm>
                  <a:off x="7517467" y="2822681"/>
                  <a:ext cx="8174" cy="66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" h="168" extrusionOk="0">
                      <a:moveTo>
                        <a:pt x="208" y="168"/>
                      </a:moveTo>
                      <a:cubicBezTo>
                        <a:pt x="139" y="118"/>
                        <a:pt x="70" y="59"/>
                        <a:pt x="1" y="0"/>
                      </a:cubicBezTo>
                      <a:cubicBezTo>
                        <a:pt x="70" y="59"/>
                        <a:pt x="139" y="118"/>
                        <a:pt x="208" y="16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3" name="Google Shape;983;p38"/>
                <p:cNvSpPr/>
                <p:nvPr/>
              </p:nvSpPr>
              <p:spPr>
                <a:xfrm>
                  <a:off x="7520572" y="2804486"/>
                  <a:ext cx="8174" cy="62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" h="158" extrusionOk="0">
                      <a:moveTo>
                        <a:pt x="1" y="0"/>
                      </a:moveTo>
                      <a:cubicBezTo>
                        <a:pt x="1" y="0"/>
                        <a:pt x="1" y="10"/>
                        <a:pt x="1" y="10"/>
                      </a:cubicBezTo>
                      <a:cubicBezTo>
                        <a:pt x="6" y="10"/>
                        <a:pt x="10" y="10"/>
                        <a:pt x="15" y="11"/>
                      </a:cubicBezTo>
                      <a:lnTo>
                        <a:pt x="15" y="11"/>
                      </a:lnTo>
                      <a:cubicBezTo>
                        <a:pt x="10" y="7"/>
                        <a:pt x="5" y="4"/>
                        <a:pt x="1" y="0"/>
                      </a:cubicBezTo>
                      <a:close/>
                      <a:moveTo>
                        <a:pt x="15" y="11"/>
                      </a:moveTo>
                      <a:lnTo>
                        <a:pt x="15" y="11"/>
                      </a:lnTo>
                      <a:cubicBezTo>
                        <a:pt x="73" y="53"/>
                        <a:pt x="131" y="102"/>
                        <a:pt x="189" y="145"/>
                      </a:cubicBezTo>
                      <a:lnTo>
                        <a:pt x="189" y="145"/>
                      </a:lnTo>
                      <a:cubicBezTo>
                        <a:pt x="145" y="75"/>
                        <a:pt x="99" y="17"/>
                        <a:pt x="15" y="11"/>
                      </a:cubicBezTo>
                      <a:close/>
                      <a:moveTo>
                        <a:pt x="189" y="145"/>
                      </a:moveTo>
                      <a:lnTo>
                        <a:pt x="189" y="145"/>
                      </a:lnTo>
                      <a:cubicBezTo>
                        <a:pt x="192" y="149"/>
                        <a:pt x="195" y="153"/>
                        <a:pt x="198" y="158"/>
                      </a:cubicBezTo>
                      <a:lnTo>
                        <a:pt x="208" y="158"/>
                      </a:lnTo>
                      <a:cubicBezTo>
                        <a:pt x="202" y="154"/>
                        <a:pt x="195" y="149"/>
                        <a:pt x="189" y="14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4" name="Google Shape;984;p38"/>
                <p:cNvSpPr/>
                <p:nvPr/>
              </p:nvSpPr>
              <p:spPr>
                <a:xfrm>
                  <a:off x="7491529" y="2794425"/>
                  <a:ext cx="4716" cy="7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" h="188" extrusionOk="0">
                      <a:moveTo>
                        <a:pt x="1" y="0"/>
                      </a:moveTo>
                      <a:cubicBezTo>
                        <a:pt x="1" y="79"/>
                        <a:pt x="30" y="158"/>
                        <a:pt x="119" y="187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5" name="Google Shape;985;p38"/>
                <p:cNvSpPr/>
                <p:nvPr/>
              </p:nvSpPr>
              <p:spPr>
                <a:xfrm>
                  <a:off x="7504695" y="2789748"/>
                  <a:ext cx="7034" cy="58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149" extrusionOk="0">
                      <a:moveTo>
                        <a:pt x="21" y="0"/>
                      </a:moveTo>
                      <a:cubicBezTo>
                        <a:pt x="14" y="0"/>
                        <a:pt x="8" y="0"/>
                        <a:pt x="1" y="1"/>
                      </a:cubicBezTo>
                      <a:cubicBezTo>
                        <a:pt x="55" y="46"/>
                        <a:pt x="109" y="83"/>
                        <a:pt x="163" y="126"/>
                      </a:cubicBezTo>
                      <a:lnTo>
                        <a:pt x="163" y="126"/>
                      </a:lnTo>
                      <a:cubicBezTo>
                        <a:pt x="143" y="54"/>
                        <a:pt x="106" y="0"/>
                        <a:pt x="21" y="0"/>
                      </a:cubicBezTo>
                      <a:close/>
                      <a:moveTo>
                        <a:pt x="163" y="126"/>
                      </a:moveTo>
                      <a:cubicBezTo>
                        <a:pt x="165" y="134"/>
                        <a:pt x="167" y="141"/>
                        <a:pt x="168" y="149"/>
                      </a:cubicBezTo>
                      <a:lnTo>
                        <a:pt x="178" y="139"/>
                      </a:lnTo>
                      <a:cubicBezTo>
                        <a:pt x="173" y="135"/>
                        <a:pt x="168" y="130"/>
                        <a:pt x="163" y="12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6" name="Google Shape;986;p38"/>
                <p:cNvSpPr/>
                <p:nvPr/>
              </p:nvSpPr>
              <p:spPr>
                <a:xfrm>
                  <a:off x="7500843" y="2783971"/>
                  <a:ext cx="3890" cy="5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" h="148" extrusionOk="0">
                      <a:moveTo>
                        <a:pt x="0" y="0"/>
                      </a:moveTo>
                      <a:cubicBezTo>
                        <a:pt x="40" y="49"/>
                        <a:pt x="69" y="99"/>
                        <a:pt x="99" y="148"/>
                      </a:cubicBezTo>
                      <a:cubicBezTo>
                        <a:pt x="89" y="49"/>
                        <a:pt x="89" y="49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7" name="Google Shape;987;p38"/>
                <p:cNvSpPr/>
                <p:nvPr/>
              </p:nvSpPr>
              <p:spPr>
                <a:xfrm>
                  <a:off x="7495813" y="2801381"/>
                  <a:ext cx="5069" cy="4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" h="120" extrusionOk="0">
                      <a:moveTo>
                        <a:pt x="0" y="0"/>
                      </a:moveTo>
                      <a:cubicBezTo>
                        <a:pt x="28" y="56"/>
                        <a:pt x="38" y="120"/>
                        <a:pt x="112" y="120"/>
                      </a:cubicBezTo>
                      <a:cubicBezTo>
                        <a:pt x="117" y="120"/>
                        <a:pt x="123" y="119"/>
                        <a:pt x="128" y="119"/>
                      </a:cubicBezTo>
                      <a:cubicBezTo>
                        <a:pt x="89" y="79"/>
                        <a:pt x="50" y="40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8" name="Google Shape;988;p38"/>
                <p:cNvSpPr/>
                <p:nvPr/>
              </p:nvSpPr>
              <p:spPr>
                <a:xfrm>
                  <a:off x="7528314" y="2881513"/>
                  <a:ext cx="48061" cy="20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3" h="513" extrusionOk="0">
                      <a:moveTo>
                        <a:pt x="1" y="1"/>
                      </a:moveTo>
                      <a:lnTo>
                        <a:pt x="1" y="1"/>
                      </a:lnTo>
                      <a:cubicBezTo>
                        <a:pt x="30" y="30"/>
                        <a:pt x="60" y="70"/>
                        <a:pt x="99" y="79"/>
                      </a:cubicBezTo>
                      <a:cubicBezTo>
                        <a:pt x="355" y="198"/>
                        <a:pt x="611" y="306"/>
                        <a:pt x="877" y="404"/>
                      </a:cubicBezTo>
                      <a:cubicBezTo>
                        <a:pt x="986" y="454"/>
                        <a:pt x="1104" y="473"/>
                        <a:pt x="1222" y="513"/>
                      </a:cubicBezTo>
                      <a:cubicBezTo>
                        <a:pt x="1153" y="473"/>
                        <a:pt x="1084" y="424"/>
                        <a:pt x="1006" y="395"/>
                      </a:cubicBezTo>
                      <a:cubicBezTo>
                        <a:pt x="749" y="286"/>
                        <a:pt x="493" y="188"/>
                        <a:pt x="237" y="89"/>
                      </a:cubicBezTo>
                      <a:cubicBezTo>
                        <a:pt x="158" y="50"/>
                        <a:pt x="80" y="30"/>
                        <a:pt x="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89" name="Google Shape;989;p38"/>
            <p:cNvGrpSpPr/>
            <p:nvPr/>
          </p:nvGrpSpPr>
          <p:grpSpPr>
            <a:xfrm>
              <a:off x="1200319" y="231045"/>
              <a:ext cx="1165908" cy="1846144"/>
              <a:chOff x="1200319" y="231045"/>
              <a:chExt cx="1165908" cy="1846144"/>
            </a:xfrm>
          </p:grpSpPr>
          <p:sp>
            <p:nvSpPr>
              <p:cNvPr id="990" name="Google Shape;990;p38"/>
              <p:cNvSpPr/>
              <p:nvPr/>
            </p:nvSpPr>
            <p:spPr>
              <a:xfrm>
                <a:off x="1319466" y="615492"/>
                <a:ext cx="845126" cy="852622"/>
              </a:xfrm>
              <a:custGeom>
                <a:avLst/>
                <a:gdLst/>
                <a:ahLst/>
                <a:cxnLst/>
                <a:rect l="l" t="t" r="r" b="b"/>
                <a:pathLst>
                  <a:path w="13950" h="14072" extrusionOk="0">
                    <a:moveTo>
                      <a:pt x="8045" y="1"/>
                    </a:moveTo>
                    <a:cubicBezTo>
                      <a:pt x="7994" y="1"/>
                      <a:pt x="7946" y="11"/>
                      <a:pt x="7901" y="50"/>
                    </a:cubicBezTo>
                    <a:cubicBezTo>
                      <a:pt x="7881" y="60"/>
                      <a:pt x="7852" y="70"/>
                      <a:pt x="7822" y="70"/>
                    </a:cubicBezTo>
                    <a:cubicBezTo>
                      <a:pt x="7703" y="78"/>
                      <a:pt x="7583" y="92"/>
                      <a:pt x="7469" y="92"/>
                    </a:cubicBezTo>
                    <a:cubicBezTo>
                      <a:pt x="7442" y="92"/>
                      <a:pt x="7415" y="92"/>
                      <a:pt x="7389" y="90"/>
                    </a:cubicBezTo>
                    <a:cubicBezTo>
                      <a:pt x="7336" y="87"/>
                      <a:pt x="7283" y="86"/>
                      <a:pt x="7230" y="86"/>
                    </a:cubicBezTo>
                    <a:cubicBezTo>
                      <a:pt x="6909" y="86"/>
                      <a:pt x="6588" y="131"/>
                      <a:pt x="6275" y="139"/>
                    </a:cubicBezTo>
                    <a:cubicBezTo>
                      <a:pt x="6246" y="139"/>
                      <a:pt x="6216" y="149"/>
                      <a:pt x="6197" y="159"/>
                    </a:cubicBezTo>
                    <a:cubicBezTo>
                      <a:pt x="6118" y="169"/>
                      <a:pt x="6039" y="188"/>
                      <a:pt x="6000" y="267"/>
                    </a:cubicBezTo>
                    <a:cubicBezTo>
                      <a:pt x="5975" y="298"/>
                      <a:pt x="5943" y="313"/>
                      <a:pt x="5907" y="313"/>
                    </a:cubicBezTo>
                    <a:cubicBezTo>
                      <a:pt x="5886" y="313"/>
                      <a:pt x="5864" y="308"/>
                      <a:pt x="5842" y="297"/>
                    </a:cubicBezTo>
                    <a:cubicBezTo>
                      <a:pt x="5806" y="282"/>
                      <a:pt x="5770" y="273"/>
                      <a:pt x="5738" y="273"/>
                    </a:cubicBezTo>
                    <a:cubicBezTo>
                      <a:pt x="5726" y="273"/>
                      <a:pt x="5715" y="274"/>
                      <a:pt x="5704" y="277"/>
                    </a:cubicBezTo>
                    <a:cubicBezTo>
                      <a:pt x="5487" y="326"/>
                      <a:pt x="5271" y="385"/>
                      <a:pt x="5054" y="444"/>
                    </a:cubicBezTo>
                    <a:cubicBezTo>
                      <a:pt x="5024" y="444"/>
                      <a:pt x="5005" y="464"/>
                      <a:pt x="4985" y="474"/>
                    </a:cubicBezTo>
                    <a:cubicBezTo>
                      <a:pt x="4837" y="563"/>
                      <a:pt x="4690" y="641"/>
                      <a:pt x="4542" y="730"/>
                    </a:cubicBezTo>
                    <a:cubicBezTo>
                      <a:pt x="4483" y="769"/>
                      <a:pt x="4424" y="809"/>
                      <a:pt x="4345" y="809"/>
                    </a:cubicBezTo>
                    <a:cubicBezTo>
                      <a:pt x="4305" y="799"/>
                      <a:pt x="4276" y="779"/>
                      <a:pt x="4236" y="760"/>
                    </a:cubicBezTo>
                    <a:cubicBezTo>
                      <a:pt x="4213" y="748"/>
                      <a:pt x="4190" y="742"/>
                      <a:pt x="4167" y="742"/>
                    </a:cubicBezTo>
                    <a:cubicBezTo>
                      <a:pt x="4132" y="742"/>
                      <a:pt x="4099" y="755"/>
                      <a:pt x="4069" y="779"/>
                    </a:cubicBezTo>
                    <a:cubicBezTo>
                      <a:pt x="4039" y="799"/>
                      <a:pt x="4010" y="829"/>
                      <a:pt x="3980" y="848"/>
                    </a:cubicBezTo>
                    <a:cubicBezTo>
                      <a:pt x="3882" y="937"/>
                      <a:pt x="3783" y="1026"/>
                      <a:pt x="3695" y="1104"/>
                    </a:cubicBezTo>
                    <a:cubicBezTo>
                      <a:pt x="3645" y="1144"/>
                      <a:pt x="3606" y="1173"/>
                      <a:pt x="3537" y="1173"/>
                    </a:cubicBezTo>
                    <a:cubicBezTo>
                      <a:pt x="3448" y="1193"/>
                      <a:pt x="3360" y="1223"/>
                      <a:pt x="3281" y="1272"/>
                    </a:cubicBezTo>
                    <a:cubicBezTo>
                      <a:pt x="3163" y="1341"/>
                      <a:pt x="3044" y="1429"/>
                      <a:pt x="2946" y="1528"/>
                    </a:cubicBezTo>
                    <a:cubicBezTo>
                      <a:pt x="2838" y="1636"/>
                      <a:pt x="2719" y="1715"/>
                      <a:pt x="2572" y="1764"/>
                    </a:cubicBezTo>
                    <a:cubicBezTo>
                      <a:pt x="2503" y="1784"/>
                      <a:pt x="2434" y="1814"/>
                      <a:pt x="2394" y="1873"/>
                    </a:cubicBezTo>
                    <a:cubicBezTo>
                      <a:pt x="2237" y="2109"/>
                      <a:pt x="1961" y="2237"/>
                      <a:pt x="1793" y="2464"/>
                    </a:cubicBezTo>
                    <a:cubicBezTo>
                      <a:pt x="1784" y="2483"/>
                      <a:pt x="1764" y="2493"/>
                      <a:pt x="1744" y="2493"/>
                    </a:cubicBezTo>
                    <a:cubicBezTo>
                      <a:pt x="1675" y="2513"/>
                      <a:pt x="1646" y="2572"/>
                      <a:pt x="1616" y="2621"/>
                    </a:cubicBezTo>
                    <a:cubicBezTo>
                      <a:pt x="1498" y="2828"/>
                      <a:pt x="1350" y="2996"/>
                      <a:pt x="1153" y="3124"/>
                    </a:cubicBezTo>
                    <a:cubicBezTo>
                      <a:pt x="1114" y="3153"/>
                      <a:pt x="1084" y="3203"/>
                      <a:pt x="1055" y="3242"/>
                    </a:cubicBezTo>
                    <a:cubicBezTo>
                      <a:pt x="986" y="3380"/>
                      <a:pt x="907" y="3518"/>
                      <a:pt x="848" y="3666"/>
                    </a:cubicBezTo>
                    <a:cubicBezTo>
                      <a:pt x="779" y="3853"/>
                      <a:pt x="690" y="4050"/>
                      <a:pt x="769" y="4266"/>
                    </a:cubicBezTo>
                    <a:cubicBezTo>
                      <a:pt x="730" y="4306"/>
                      <a:pt x="690" y="4345"/>
                      <a:pt x="661" y="4395"/>
                    </a:cubicBezTo>
                    <a:cubicBezTo>
                      <a:pt x="552" y="4562"/>
                      <a:pt x="404" y="4710"/>
                      <a:pt x="473" y="4926"/>
                    </a:cubicBezTo>
                    <a:cubicBezTo>
                      <a:pt x="316" y="5015"/>
                      <a:pt x="316" y="5015"/>
                      <a:pt x="286" y="5173"/>
                    </a:cubicBezTo>
                    <a:cubicBezTo>
                      <a:pt x="286" y="5222"/>
                      <a:pt x="276" y="5271"/>
                      <a:pt x="267" y="5320"/>
                    </a:cubicBezTo>
                    <a:cubicBezTo>
                      <a:pt x="247" y="5498"/>
                      <a:pt x="207" y="5665"/>
                      <a:pt x="138" y="5823"/>
                    </a:cubicBezTo>
                    <a:cubicBezTo>
                      <a:pt x="79" y="5961"/>
                      <a:pt x="50" y="6109"/>
                      <a:pt x="10" y="6256"/>
                    </a:cubicBezTo>
                    <a:cubicBezTo>
                      <a:pt x="1" y="6286"/>
                      <a:pt x="1" y="6315"/>
                      <a:pt x="1" y="6345"/>
                    </a:cubicBezTo>
                    <a:cubicBezTo>
                      <a:pt x="30" y="6621"/>
                      <a:pt x="50" y="6887"/>
                      <a:pt x="30" y="7163"/>
                    </a:cubicBezTo>
                    <a:cubicBezTo>
                      <a:pt x="20" y="7330"/>
                      <a:pt x="30" y="7497"/>
                      <a:pt x="40" y="7665"/>
                    </a:cubicBezTo>
                    <a:cubicBezTo>
                      <a:pt x="40" y="7724"/>
                      <a:pt x="50" y="7793"/>
                      <a:pt x="70" y="7862"/>
                    </a:cubicBezTo>
                    <a:cubicBezTo>
                      <a:pt x="89" y="7970"/>
                      <a:pt x="99" y="8089"/>
                      <a:pt x="158" y="8187"/>
                    </a:cubicBezTo>
                    <a:cubicBezTo>
                      <a:pt x="237" y="8286"/>
                      <a:pt x="198" y="8414"/>
                      <a:pt x="257" y="8522"/>
                    </a:cubicBezTo>
                    <a:cubicBezTo>
                      <a:pt x="286" y="8561"/>
                      <a:pt x="286" y="8611"/>
                      <a:pt x="286" y="8660"/>
                    </a:cubicBezTo>
                    <a:cubicBezTo>
                      <a:pt x="276" y="8719"/>
                      <a:pt x="286" y="8778"/>
                      <a:pt x="306" y="8827"/>
                    </a:cubicBezTo>
                    <a:cubicBezTo>
                      <a:pt x="316" y="8896"/>
                      <a:pt x="345" y="8955"/>
                      <a:pt x="365" y="9024"/>
                    </a:cubicBezTo>
                    <a:cubicBezTo>
                      <a:pt x="365" y="9054"/>
                      <a:pt x="385" y="9103"/>
                      <a:pt x="365" y="9133"/>
                    </a:cubicBezTo>
                    <a:cubicBezTo>
                      <a:pt x="286" y="9231"/>
                      <a:pt x="345" y="9320"/>
                      <a:pt x="385" y="9409"/>
                    </a:cubicBezTo>
                    <a:cubicBezTo>
                      <a:pt x="454" y="9537"/>
                      <a:pt x="533" y="9665"/>
                      <a:pt x="582" y="9793"/>
                    </a:cubicBezTo>
                    <a:cubicBezTo>
                      <a:pt x="631" y="9950"/>
                      <a:pt x="680" y="10098"/>
                      <a:pt x="739" y="10256"/>
                    </a:cubicBezTo>
                    <a:cubicBezTo>
                      <a:pt x="769" y="10315"/>
                      <a:pt x="798" y="10374"/>
                      <a:pt x="848" y="10423"/>
                    </a:cubicBezTo>
                    <a:cubicBezTo>
                      <a:pt x="897" y="10472"/>
                      <a:pt x="936" y="10522"/>
                      <a:pt x="986" y="10561"/>
                    </a:cubicBezTo>
                    <a:cubicBezTo>
                      <a:pt x="1074" y="10660"/>
                      <a:pt x="1163" y="10758"/>
                      <a:pt x="1242" y="10866"/>
                    </a:cubicBezTo>
                    <a:cubicBezTo>
                      <a:pt x="1330" y="11014"/>
                      <a:pt x="1449" y="11142"/>
                      <a:pt x="1557" y="11270"/>
                    </a:cubicBezTo>
                    <a:cubicBezTo>
                      <a:pt x="1596" y="11320"/>
                      <a:pt x="1636" y="11369"/>
                      <a:pt x="1685" y="11418"/>
                    </a:cubicBezTo>
                    <a:cubicBezTo>
                      <a:pt x="1852" y="11605"/>
                      <a:pt x="2010" y="11792"/>
                      <a:pt x="2187" y="11970"/>
                    </a:cubicBezTo>
                    <a:cubicBezTo>
                      <a:pt x="2355" y="12137"/>
                      <a:pt x="2542" y="12295"/>
                      <a:pt x="2778" y="12393"/>
                    </a:cubicBezTo>
                    <a:cubicBezTo>
                      <a:pt x="2818" y="12413"/>
                      <a:pt x="2838" y="12443"/>
                      <a:pt x="2867" y="12472"/>
                    </a:cubicBezTo>
                    <a:cubicBezTo>
                      <a:pt x="2956" y="12571"/>
                      <a:pt x="3035" y="12669"/>
                      <a:pt x="3133" y="12768"/>
                    </a:cubicBezTo>
                    <a:cubicBezTo>
                      <a:pt x="3182" y="12827"/>
                      <a:pt x="3241" y="12866"/>
                      <a:pt x="3340" y="12866"/>
                    </a:cubicBezTo>
                    <a:cubicBezTo>
                      <a:pt x="3379" y="12866"/>
                      <a:pt x="3429" y="12886"/>
                      <a:pt x="3468" y="12915"/>
                    </a:cubicBezTo>
                    <a:cubicBezTo>
                      <a:pt x="3537" y="12958"/>
                      <a:pt x="3613" y="12986"/>
                      <a:pt x="3709" y="12986"/>
                    </a:cubicBezTo>
                    <a:cubicBezTo>
                      <a:pt x="3724" y="12986"/>
                      <a:pt x="3738" y="12986"/>
                      <a:pt x="3754" y="12984"/>
                    </a:cubicBezTo>
                    <a:cubicBezTo>
                      <a:pt x="3773" y="13014"/>
                      <a:pt x="3803" y="13043"/>
                      <a:pt x="3832" y="13073"/>
                    </a:cubicBezTo>
                    <a:cubicBezTo>
                      <a:pt x="3911" y="13142"/>
                      <a:pt x="4000" y="13211"/>
                      <a:pt x="4089" y="13270"/>
                    </a:cubicBezTo>
                    <a:cubicBezTo>
                      <a:pt x="4131" y="13306"/>
                      <a:pt x="4179" y="13331"/>
                      <a:pt x="4233" y="13331"/>
                    </a:cubicBezTo>
                    <a:cubicBezTo>
                      <a:pt x="4253" y="13331"/>
                      <a:pt x="4274" y="13327"/>
                      <a:pt x="4295" y="13319"/>
                    </a:cubicBezTo>
                    <a:cubicBezTo>
                      <a:pt x="4310" y="13310"/>
                      <a:pt x="4325" y="13307"/>
                      <a:pt x="4340" y="13307"/>
                    </a:cubicBezTo>
                    <a:cubicBezTo>
                      <a:pt x="4375" y="13307"/>
                      <a:pt x="4409" y="13325"/>
                      <a:pt x="4443" y="13339"/>
                    </a:cubicBezTo>
                    <a:cubicBezTo>
                      <a:pt x="4591" y="13418"/>
                      <a:pt x="4729" y="13497"/>
                      <a:pt x="4877" y="13575"/>
                    </a:cubicBezTo>
                    <a:cubicBezTo>
                      <a:pt x="4906" y="13585"/>
                      <a:pt x="4936" y="13605"/>
                      <a:pt x="4955" y="13634"/>
                    </a:cubicBezTo>
                    <a:cubicBezTo>
                      <a:pt x="4995" y="13723"/>
                      <a:pt x="5074" y="13733"/>
                      <a:pt x="5162" y="13743"/>
                    </a:cubicBezTo>
                    <a:cubicBezTo>
                      <a:pt x="5379" y="13763"/>
                      <a:pt x="5596" y="13812"/>
                      <a:pt x="5803" y="13891"/>
                    </a:cubicBezTo>
                    <a:cubicBezTo>
                      <a:pt x="5862" y="13910"/>
                      <a:pt x="5941" y="13920"/>
                      <a:pt x="6010" y="13930"/>
                    </a:cubicBezTo>
                    <a:cubicBezTo>
                      <a:pt x="6039" y="13940"/>
                      <a:pt x="6078" y="13940"/>
                      <a:pt x="6108" y="13950"/>
                    </a:cubicBezTo>
                    <a:cubicBezTo>
                      <a:pt x="6386" y="14011"/>
                      <a:pt x="6664" y="14071"/>
                      <a:pt x="6956" y="14071"/>
                    </a:cubicBezTo>
                    <a:cubicBezTo>
                      <a:pt x="6995" y="14071"/>
                      <a:pt x="7034" y="14070"/>
                      <a:pt x="7073" y="14068"/>
                    </a:cubicBezTo>
                    <a:cubicBezTo>
                      <a:pt x="7088" y="14066"/>
                      <a:pt x="7103" y="14065"/>
                      <a:pt x="7118" y="14065"/>
                    </a:cubicBezTo>
                    <a:cubicBezTo>
                      <a:pt x="7160" y="14065"/>
                      <a:pt x="7204" y="14071"/>
                      <a:pt x="7245" y="14071"/>
                    </a:cubicBezTo>
                    <a:cubicBezTo>
                      <a:pt x="7261" y="14071"/>
                      <a:pt x="7276" y="14070"/>
                      <a:pt x="7290" y="14068"/>
                    </a:cubicBezTo>
                    <a:cubicBezTo>
                      <a:pt x="7438" y="14038"/>
                      <a:pt x="7576" y="13989"/>
                      <a:pt x="7714" y="13960"/>
                    </a:cubicBezTo>
                    <a:cubicBezTo>
                      <a:pt x="7783" y="13940"/>
                      <a:pt x="7852" y="13910"/>
                      <a:pt x="7921" y="13910"/>
                    </a:cubicBezTo>
                    <a:cubicBezTo>
                      <a:pt x="8024" y="13905"/>
                      <a:pt x="8125" y="13905"/>
                      <a:pt x="8225" y="13905"/>
                    </a:cubicBezTo>
                    <a:cubicBezTo>
                      <a:pt x="8324" y="13905"/>
                      <a:pt x="8423" y="13905"/>
                      <a:pt x="8521" y="13900"/>
                    </a:cubicBezTo>
                    <a:cubicBezTo>
                      <a:pt x="8590" y="13900"/>
                      <a:pt x="8650" y="13900"/>
                      <a:pt x="8709" y="13950"/>
                    </a:cubicBezTo>
                    <a:cubicBezTo>
                      <a:pt x="8733" y="13969"/>
                      <a:pt x="8760" y="13977"/>
                      <a:pt x="8789" y="13977"/>
                    </a:cubicBezTo>
                    <a:cubicBezTo>
                      <a:pt x="8817" y="13977"/>
                      <a:pt x="8847" y="13969"/>
                      <a:pt x="8876" y="13960"/>
                    </a:cubicBezTo>
                    <a:cubicBezTo>
                      <a:pt x="8906" y="13950"/>
                      <a:pt x="8925" y="13940"/>
                      <a:pt x="8955" y="13930"/>
                    </a:cubicBezTo>
                    <a:cubicBezTo>
                      <a:pt x="9181" y="13822"/>
                      <a:pt x="9418" y="13713"/>
                      <a:pt x="9684" y="13684"/>
                    </a:cubicBezTo>
                    <a:cubicBezTo>
                      <a:pt x="9733" y="13684"/>
                      <a:pt x="9792" y="13664"/>
                      <a:pt x="9822" y="13625"/>
                    </a:cubicBezTo>
                    <a:cubicBezTo>
                      <a:pt x="9891" y="13536"/>
                      <a:pt x="9989" y="13506"/>
                      <a:pt x="10088" y="13487"/>
                    </a:cubicBezTo>
                    <a:cubicBezTo>
                      <a:pt x="10216" y="13457"/>
                      <a:pt x="10324" y="13398"/>
                      <a:pt x="10432" y="13339"/>
                    </a:cubicBezTo>
                    <a:cubicBezTo>
                      <a:pt x="10472" y="13319"/>
                      <a:pt x="10511" y="13290"/>
                      <a:pt x="10551" y="13270"/>
                    </a:cubicBezTo>
                    <a:cubicBezTo>
                      <a:pt x="10620" y="13231"/>
                      <a:pt x="10659" y="13191"/>
                      <a:pt x="10679" y="13112"/>
                    </a:cubicBezTo>
                    <a:cubicBezTo>
                      <a:pt x="10689" y="13073"/>
                      <a:pt x="10728" y="13034"/>
                      <a:pt x="10758" y="13004"/>
                    </a:cubicBezTo>
                    <a:cubicBezTo>
                      <a:pt x="10915" y="12846"/>
                      <a:pt x="11073" y="12679"/>
                      <a:pt x="11299" y="12580"/>
                    </a:cubicBezTo>
                    <a:cubicBezTo>
                      <a:pt x="11339" y="12561"/>
                      <a:pt x="11368" y="12521"/>
                      <a:pt x="11388" y="12492"/>
                    </a:cubicBezTo>
                    <a:cubicBezTo>
                      <a:pt x="11496" y="12364"/>
                      <a:pt x="11595" y="12246"/>
                      <a:pt x="11684" y="12117"/>
                    </a:cubicBezTo>
                    <a:cubicBezTo>
                      <a:pt x="11733" y="12058"/>
                      <a:pt x="11762" y="11980"/>
                      <a:pt x="11812" y="11920"/>
                    </a:cubicBezTo>
                    <a:cubicBezTo>
                      <a:pt x="11861" y="11861"/>
                      <a:pt x="11940" y="11822"/>
                      <a:pt x="11999" y="11763"/>
                    </a:cubicBezTo>
                    <a:cubicBezTo>
                      <a:pt x="12186" y="11556"/>
                      <a:pt x="12373" y="11349"/>
                      <a:pt x="12521" y="11113"/>
                    </a:cubicBezTo>
                    <a:cubicBezTo>
                      <a:pt x="12560" y="11044"/>
                      <a:pt x="12600" y="10985"/>
                      <a:pt x="12639" y="10916"/>
                    </a:cubicBezTo>
                    <a:cubicBezTo>
                      <a:pt x="12678" y="10866"/>
                      <a:pt x="12708" y="10817"/>
                      <a:pt x="12777" y="10788"/>
                    </a:cubicBezTo>
                    <a:cubicBezTo>
                      <a:pt x="12836" y="10768"/>
                      <a:pt x="12875" y="10719"/>
                      <a:pt x="12905" y="10669"/>
                    </a:cubicBezTo>
                    <a:cubicBezTo>
                      <a:pt x="12944" y="10610"/>
                      <a:pt x="12984" y="10541"/>
                      <a:pt x="13023" y="10482"/>
                    </a:cubicBezTo>
                    <a:cubicBezTo>
                      <a:pt x="13250" y="10167"/>
                      <a:pt x="13407" y="9812"/>
                      <a:pt x="13506" y="9448"/>
                    </a:cubicBezTo>
                    <a:cubicBezTo>
                      <a:pt x="13545" y="9320"/>
                      <a:pt x="13575" y="9192"/>
                      <a:pt x="13634" y="9074"/>
                    </a:cubicBezTo>
                    <a:cubicBezTo>
                      <a:pt x="13772" y="8827"/>
                      <a:pt x="13831" y="8552"/>
                      <a:pt x="13870" y="8276"/>
                    </a:cubicBezTo>
                    <a:cubicBezTo>
                      <a:pt x="13880" y="8226"/>
                      <a:pt x="13890" y="8157"/>
                      <a:pt x="13861" y="8108"/>
                    </a:cubicBezTo>
                    <a:cubicBezTo>
                      <a:pt x="13831" y="8039"/>
                      <a:pt x="13851" y="7970"/>
                      <a:pt x="13870" y="7892"/>
                    </a:cubicBezTo>
                    <a:cubicBezTo>
                      <a:pt x="13900" y="7813"/>
                      <a:pt x="13910" y="7724"/>
                      <a:pt x="13890" y="7626"/>
                    </a:cubicBezTo>
                    <a:cubicBezTo>
                      <a:pt x="13821" y="7576"/>
                      <a:pt x="13742" y="7517"/>
                      <a:pt x="13664" y="7458"/>
                    </a:cubicBezTo>
                    <a:cubicBezTo>
                      <a:pt x="13644" y="7379"/>
                      <a:pt x="13644" y="7291"/>
                      <a:pt x="13664" y="7202"/>
                    </a:cubicBezTo>
                    <a:cubicBezTo>
                      <a:pt x="13762" y="7143"/>
                      <a:pt x="13752" y="7025"/>
                      <a:pt x="13821" y="6956"/>
                    </a:cubicBezTo>
                    <a:cubicBezTo>
                      <a:pt x="13861" y="6906"/>
                      <a:pt x="13870" y="6857"/>
                      <a:pt x="13870" y="6798"/>
                    </a:cubicBezTo>
                    <a:cubicBezTo>
                      <a:pt x="13851" y="6591"/>
                      <a:pt x="13880" y="6384"/>
                      <a:pt x="13910" y="6187"/>
                    </a:cubicBezTo>
                    <a:cubicBezTo>
                      <a:pt x="13939" y="6000"/>
                      <a:pt x="13949" y="5803"/>
                      <a:pt x="13939" y="5616"/>
                    </a:cubicBezTo>
                    <a:cubicBezTo>
                      <a:pt x="13929" y="5537"/>
                      <a:pt x="13929" y="5449"/>
                      <a:pt x="13900" y="5380"/>
                    </a:cubicBezTo>
                    <a:cubicBezTo>
                      <a:pt x="13861" y="5291"/>
                      <a:pt x="13851" y="5212"/>
                      <a:pt x="13851" y="5123"/>
                    </a:cubicBezTo>
                    <a:cubicBezTo>
                      <a:pt x="13851" y="4946"/>
                      <a:pt x="13841" y="4926"/>
                      <a:pt x="13703" y="4798"/>
                    </a:cubicBezTo>
                    <a:cubicBezTo>
                      <a:pt x="13723" y="4749"/>
                      <a:pt x="13742" y="4690"/>
                      <a:pt x="13742" y="4641"/>
                    </a:cubicBezTo>
                    <a:cubicBezTo>
                      <a:pt x="13703" y="4463"/>
                      <a:pt x="13673" y="4276"/>
                      <a:pt x="13624" y="4099"/>
                    </a:cubicBezTo>
                    <a:cubicBezTo>
                      <a:pt x="13565" y="3853"/>
                      <a:pt x="13486" y="3616"/>
                      <a:pt x="13417" y="3380"/>
                    </a:cubicBezTo>
                    <a:cubicBezTo>
                      <a:pt x="13358" y="3153"/>
                      <a:pt x="13260" y="2946"/>
                      <a:pt x="13102" y="2769"/>
                    </a:cubicBezTo>
                    <a:cubicBezTo>
                      <a:pt x="13072" y="2769"/>
                      <a:pt x="13053" y="2759"/>
                      <a:pt x="13033" y="2759"/>
                    </a:cubicBezTo>
                    <a:cubicBezTo>
                      <a:pt x="13023" y="2760"/>
                      <a:pt x="13013" y="2761"/>
                      <a:pt x="13004" y="2761"/>
                    </a:cubicBezTo>
                    <a:cubicBezTo>
                      <a:pt x="12902" y="2761"/>
                      <a:pt x="12830" y="2712"/>
                      <a:pt x="12767" y="2631"/>
                    </a:cubicBezTo>
                    <a:cubicBezTo>
                      <a:pt x="12728" y="2572"/>
                      <a:pt x="12698" y="2523"/>
                      <a:pt x="12738" y="2464"/>
                    </a:cubicBezTo>
                    <a:cubicBezTo>
                      <a:pt x="12767" y="2395"/>
                      <a:pt x="12757" y="2336"/>
                      <a:pt x="12708" y="2286"/>
                    </a:cubicBezTo>
                    <a:cubicBezTo>
                      <a:pt x="12550" y="2139"/>
                      <a:pt x="12383" y="2001"/>
                      <a:pt x="12215" y="1853"/>
                    </a:cubicBezTo>
                    <a:cubicBezTo>
                      <a:pt x="12186" y="1823"/>
                      <a:pt x="12137" y="1804"/>
                      <a:pt x="12117" y="1764"/>
                    </a:cubicBezTo>
                    <a:cubicBezTo>
                      <a:pt x="12048" y="1636"/>
                      <a:pt x="11920" y="1567"/>
                      <a:pt x="11812" y="1479"/>
                    </a:cubicBezTo>
                    <a:cubicBezTo>
                      <a:pt x="11713" y="1410"/>
                      <a:pt x="11654" y="1331"/>
                      <a:pt x="11664" y="1213"/>
                    </a:cubicBezTo>
                    <a:cubicBezTo>
                      <a:pt x="11674" y="1124"/>
                      <a:pt x="11624" y="1075"/>
                      <a:pt x="11536" y="1045"/>
                    </a:cubicBezTo>
                    <a:cubicBezTo>
                      <a:pt x="11309" y="986"/>
                      <a:pt x="11092" y="888"/>
                      <a:pt x="10856" y="848"/>
                    </a:cubicBezTo>
                    <a:cubicBezTo>
                      <a:pt x="10797" y="838"/>
                      <a:pt x="10738" y="819"/>
                      <a:pt x="10708" y="769"/>
                    </a:cubicBezTo>
                    <a:cubicBezTo>
                      <a:pt x="10639" y="681"/>
                      <a:pt x="10541" y="622"/>
                      <a:pt x="10432" y="592"/>
                    </a:cubicBezTo>
                    <a:cubicBezTo>
                      <a:pt x="10295" y="563"/>
                      <a:pt x="10157" y="523"/>
                      <a:pt x="10029" y="474"/>
                    </a:cubicBezTo>
                    <a:cubicBezTo>
                      <a:pt x="9832" y="395"/>
                      <a:pt x="9625" y="366"/>
                      <a:pt x="9408" y="366"/>
                    </a:cubicBezTo>
                    <a:cubicBezTo>
                      <a:pt x="9393" y="366"/>
                      <a:pt x="9378" y="367"/>
                      <a:pt x="9363" y="367"/>
                    </a:cubicBezTo>
                    <a:cubicBezTo>
                      <a:pt x="9205" y="367"/>
                      <a:pt x="9070" y="320"/>
                      <a:pt x="8935" y="257"/>
                    </a:cubicBezTo>
                    <a:cubicBezTo>
                      <a:pt x="8876" y="238"/>
                      <a:pt x="8827" y="208"/>
                      <a:pt x="8768" y="188"/>
                    </a:cubicBezTo>
                    <a:cubicBezTo>
                      <a:pt x="8581" y="90"/>
                      <a:pt x="8374" y="50"/>
                      <a:pt x="8167" y="11"/>
                    </a:cubicBezTo>
                    <a:cubicBezTo>
                      <a:pt x="8124" y="7"/>
                      <a:pt x="8084" y="1"/>
                      <a:pt x="80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91" name="Google Shape;991;p38"/>
              <p:cNvGrpSpPr/>
              <p:nvPr/>
            </p:nvGrpSpPr>
            <p:grpSpPr>
              <a:xfrm rot="-899882" flipH="1">
                <a:off x="1408914" y="298787"/>
                <a:ext cx="748719" cy="1710661"/>
                <a:chOff x="4451292" y="2495846"/>
                <a:chExt cx="799661" cy="1827053"/>
              </a:xfrm>
            </p:grpSpPr>
            <p:sp>
              <p:nvSpPr>
                <p:cNvPr id="992" name="Google Shape;992;p38"/>
                <p:cNvSpPr/>
                <p:nvPr/>
              </p:nvSpPr>
              <p:spPr>
                <a:xfrm>
                  <a:off x="4451292" y="2495846"/>
                  <a:ext cx="799661" cy="18270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03" h="93683" extrusionOk="0">
                      <a:moveTo>
                        <a:pt x="24092" y="1178"/>
                      </a:moveTo>
                      <a:cubicBezTo>
                        <a:pt x="23311" y="3103"/>
                        <a:pt x="24105" y="5185"/>
                        <a:pt x="25536" y="6759"/>
                      </a:cubicBezTo>
                      <a:cubicBezTo>
                        <a:pt x="26888" y="8229"/>
                        <a:pt x="28697" y="9217"/>
                        <a:pt x="30036" y="10687"/>
                      </a:cubicBezTo>
                      <a:cubicBezTo>
                        <a:pt x="31740" y="12586"/>
                        <a:pt x="32157" y="14902"/>
                        <a:pt x="31467" y="17282"/>
                      </a:cubicBezTo>
                      <a:cubicBezTo>
                        <a:pt x="30166" y="16632"/>
                        <a:pt x="28710" y="16229"/>
                        <a:pt x="27253" y="16008"/>
                      </a:cubicBezTo>
                      <a:cubicBezTo>
                        <a:pt x="26449" y="15889"/>
                        <a:pt x="25370" y="15819"/>
                        <a:pt x="24132" y="15819"/>
                      </a:cubicBezTo>
                      <a:cubicBezTo>
                        <a:pt x="20903" y="15819"/>
                        <a:pt x="16590" y="16295"/>
                        <a:pt x="13243" y="17621"/>
                      </a:cubicBezTo>
                      <a:cubicBezTo>
                        <a:pt x="11604" y="9868"/>
                        <a:pt x="17483" y="4066"/>
                        <a:pt x="24092" y="1178"/>
                      </a:cubicBezTo>
                      <a:close/>
                      <a:moveTo>
                        <a:pt x="23830" y="16642"/>
                      </a:moveTo>
                      <a:cubicBezTo>
                        <a:pt x="24345" y="16642"/>
                        <a:pt x="24814" y="16657"/>
                        <a:pt x="25223" y="16684"/>
                      </a:cubicBezTo>
                      <a:cubicBezTo>
                        <a:pt x="28710" y="16905"/>
                        <a:pt x="32599" y="17829"/>
                        <a:pt x="34420" y="21133"/>
                      </a:cubicBezTo>
                      <a:cubicBezTo>
                        <a:pt x="36215" y="24385"/>
                        <a:pt x="34928" y="27949"/>
                        <a:pt x="32378" y="30278"/>
                      </a:cubicBezTo>
                      <a:cubicBezTo>
                        <a:pt x="31285" y="29328"/>
                        <a:pt x="29997" y="28535"/>
                        <a:pt x="28736" y="27832"/>
                      </a:cubicBezTo>
                      <a:cubicBezTo>
                        <a:pt x="25002" y="25777"/>
                        <a:pt x="20827" y="24554"/>
                        <a:pt x="16586" y="24242"/>
                      </a:cubicBezTo>
                      <a:cubicBezTo>
                        <a:pt x="15817" y="24182"/>
                        <a:pt x="14993" y="24138"/>
                        <a:pt x="14151" y="24138"/>
                      </a:cubicBezTo>
                      <a:cubicBezTo>
                        <a:pt x="12411" y="24138"/>
                        <a:pt x="10592" y="24326"/>
                        <a:pt x="9015" y="24957"/>
                      </a:cubicBezTo>
                      <a:cubicBezTo>
                        <a:pt x="7731" y="18312"/>
                        <a:pt x="18365" y="16642"/>
                        <a:pt x="23830" y="16642"/>
                      </a:cubicBezTo>
                      <a:close/>
                      <a:moveTo>
                        <a:pt x="14529" y="24934"/>
                      </a:moveTo>
                      <a:cubicBezTo>
                        <a:pt x="16799" y="24934"/>
                        <a:pt x="19086" y="25258"/>
                        <a:pt x="21269" y="25790"/>
                      </a:cubicBezTo>
                      <a:cubicBezTo>
                        <a:pt x="25965" y="26948"/>
                        <a:pt x="33249" y="29757"/>
                        <a:pt x="34745" y="34974"/>
                      </a:cubicBezTo>
                      <a:cubicBezTo>
                        <a:pt x="31584" y="33322"/>
                        <a:pt x="27617" y="32723"/>
                        <a:pt x="24456" y="32697"/>
                      </a:cubicBezTo>
                      <a:cubicBezTo>
                        <a:pt x="24286" y="32695"/>
                        <a:pt x="24115" y="32694"/>
                        <a:pt x="23945" y="32694"/>
                      </a:cubicBezTo>
                      <a:cubicBezTo>
                        <a:pt x="21083" y="32694"/>
                        <a:pt x="18210" y="32981"/>
                        <a:pt x="15343" y="32981"/>
                      </a:cubicBezTo>
                      <a:cubicBezTo>
                        <a:pt x="14260" y="32981"/>
                        <a:pt x="13178" y="32940"/>
                        <a:pt x="12098" y="32827"/>
                      </a:cubicBezTo>
                      <a:cubicBezTo>
                        <a:pt x="10550" y="32671"/>
                        <a:pt x="8963" y="32255"/>
                        <a:pt x="7441" y="32177"/>
                      </a:cubicBezTo>
                      <a:cubicBezTo>
                        <a:pt x="5997" y="31357"/>
                        <a:pt x="5581" y="29367"/>
                        <a:pt x="6413" y="27962"/>
                      </a:cubicBezTo>
                      <a:cubicBezTo>
                        <a:pt x="6843" y="27221"/>
                        <a:pt x="7636" y="26570"/>
                        <a:pt x="8378" y="26141"/>
                      </a:cubicBezTo>
                      <a:cubicBezTo>
                        <a:pt x="9770" y="25348"/>
                        <a:pt x="11435" y="25087"/>
                        <a:pt x="13022" y="24983"/>
                      </a:cubicBezTo>
                      <a:cubicBezTo>
                        <a:pt x="13522" y="24950"/>
                        <a:pt x="14025" y="24934"/>
                        <a:pt x="14529" y="24934"/>
                      </a:cubicBezTo>
                      <a:close/>
                      <a:moveTo>
                        <a:pt x="7044" y="32958"/>
                      </a:moveTo>
                      <a:cubicBezTo>
                        <a:pt x="7702" y="32958"/>
                        <a:pt x="8383" y="33037"/>
                        <a:pt x="9067" y="33153"/>
                      </a:cubicBezTo>
                      <a:cubicBezTo>
                        <a:pt x="11445" y="33569"/>
                        <a:pt x="13762" y="33751"/>
                        <a:pt x="16134" y="33751"/>
                      </a:cubicBezTo>
                      <a:cubicBezTo>
                        <a:pt x="16877" y="33751"/>
                        <a:pt x="17624" y="33733"/>
                        <a:pt x="18381" y="33699"/>
                      </a:cubicBezTo>
                      <a:cubicBezTo>
                        <a:pt x="20099" y="33626"/>
                        <a:pt x="21961" y="33525"/>
                        <a:pt x="23850" y="33525"/>
                      </a:cubicBezTo>
                      <a:cubicBezTo>
                        <a:pt x="29402" y="33525"/>
                        <a:pt x="35194" y="34399"/>
                        <a:pt x="38271" y="39436"/>
                      </a:cubicBezTo>
                      <a:cubicBezTo>
                        <a:pt x="40924" y="43780"/>
                        <a:pt x="37204" y="47709"/>
                        <a:pt x="33041" y="48801"/>
                      </a:cubicBezTo>
                      <a:cubicBezTo>
                        <a:pt x="31156" y="49298"/>
                        <a:pt x="29087" y="49489"/>
                        <a:pt x="27034" y="49489"/>
                      </a:cubicBezTo>
                      <a:cubicBezTo>
                        <a:pt x="25588" y="49489"/>
                        <a:pt x="24151" y="49394"/>
                        <a:pt x="22791" y="49244"/>
                      </a:cubicBezTo>
                      <a:cubicBezTo>
                        <a:pt x="18693" y="48775"/>
                        <a:pt x="15740" y="47084"/>
                        <a:pt x="12774" y="44314"/>
                      </a:cubicBezTo>
                      <a:cubicBezTo>
                        <a:pt x="11174" y="42831"/>
                        <a:pt x="9535" y="41543"/>
                        <a:pt x="7376" y="41296"/>
                      </a:cubicBezTo>
                      <a:cubicBezTo>
                        <a:pt x="7314" y="41234"/>
                        <a:pt x="7236" y="41197"/>
                        <a:pt x="7142" y="41197"/>
                      </a:cubicBezTo>
                      <a:cubicBezTo>
                        <a:pt x="7117" y="41197"/>
                        <a:pt x="7091" y="41199"/>
                        <a:pt x="7064" y="41205"/>
                      </a:cubicBezTo>
                      <a:cubicBezTo>
                        <a:pt x="6973" y="41218"/>
                        <a:pt x="6882" y="41244"/>
                        <a:pt x="6778" y="41257"/>
                      </a:cubicBezTo>
                      <a:lnTo>
                        <a:pt x="6752" y="41257"/>
                      </a:lnTo>
                      <a:cubicBezTo>
                        <a:pt x="6542" y="41286"/>
                        <a:pt x="6336" y="41300"/>
                        <a:pt x="6135" y="41300"/>
                      </a:cubicBezTo>
                      <a:cubicBezTo>
                        <a:pt x="2953" y="41300"/>
                        <a:pt x="924" y="37758"/>
                        <a:pt x="2979" y="34883"/>
                      </a:cubicBezTo>
                      <a:cubicBezTo>
                        <a:pt x="4033" y="33407"/>
                        <a:pt x="5474" y="32958"/>
                        <a:pt x="7044" y="32958"/>
                      </a:cubicBezTo>
                      <a:close/>
                      <a:moveTo>
                        <a:pt x="6999" y="41907"/>
                      </a:moveTo>
                      <a:cubicBezTo>
                        <a:pt x="11200" y="42766"/>
                        <a:pt x="13464" y="47201"/>
                        <a:pt x="17327" y="48906"/>
                      </a:cubicBezTo>
                      <a:cubicBezTo>
                        <a:pt x="20005" y="50082"/>
                        <a:pt x="22956" y="50431"/>
                        <a:pt x="25880" y="50431"/>
                      </a:cubicBezTo>
                      <a:cubicBezTo>
                        <a:pt x="26834" y="50431"/>
                        <a:pt x="27785" y="50394"/>
                        <a:pt x="28723" y="50336"/>
                      </a:cubicBezTo>
                      <a:cubicBezTo>
                        <a:pt x="30166" y="50245"/>
                        <a:pt x="31910" y="49959"/>
                        <a:pt x="33588" y="49426"/>
                      </a:cubicBezTo>
                      <a:lnTo>
                        <a:pt x="33588" y="49426"/>
                      </a:lnTo>
                      <a:cubicBezTo>
                        <a:pt x="33093" y="51130"/>
                        <a:pt x="32729" y="52886"/>
                        <a:pt x="32144" y="54564"/>
                      </a:cubicBezTo>
                      <a:cubicBezTo>
                        <a:pt x="31636" y="56047"/>
                        <a:pt x="31376" y="56658"/>
                        <a:pt x="29932" y="57517"/>
                      </a:cubicBezTo>
                      <a:cubicBezTo>
                        <a:pt x="28874" y="58145"/>
                        <a:pt x="28507" y="58297"/>
                        <a:pt x="27643" y="58297"/>
                      </a:cubicBezTo>
                      <a:cubicBezTo>
                        <a:pt x="27488" y="58297"/>
                        <a:pt x="27317" y="58292"/>
                        <a:pt x="27123" y="58284"/>
                      </a:cubicBezTo>
                      <a:cubicBezTo>
                        <a:pt x="23818" y="58180"/>
                        <a:pt x="20488" y="57803"/>
                        <a:pt x="17210" y="57374"/>
                      </a:cubicBezTo>
                      <a:cubicBezTo>
                        <a:pt x="15311" y="57127"/>
                        <a:pt x="13399" y="56841"/>
                        <a:pt x="11500" y="56502"/>
                      </a:cubicBezTo>
                      <a:cubicBezTo>
                        <a:pt x="10914" y="56398"/>
                        <a:pt x="10160" y="56411"/>
                        <a:pt x="9613" y="56138"/>
                      </a:cubicBezTo>
                      <a:cubicBezTo>
                        <a:pt x="8013" y="55371"/>
                        <a:pt x="7831" y="53706"/>
                        <a:pt x="7519" y="52275"/>
                      </a:cubicBezTo>
                      <a:cubicBezTo>
                        <a:pt x="6791" y="48893"/>
                        <a:pt x="6218" y="45484"/>
                        <a:pt x="5789" y="42050"/>
                      </a:cubicBezTo>
                      <a:cubicBezTo>
                        <a:pt x="6179" y="42050"/>
                        <a:pt x="6583" y="42011"/>
                        <a:pt x="6999" y="41907"/>
                      </a:cubicBezTo>
                      <a:close/>
                      <a:moveTo>
                        <a:pt x="10199" y="57010"/>
                      </a:moveTo>
                      <a:lnTo>
                        <a:pt x="10199" y="57010"/>
                      </a:lnTo>
                      <a:cubicBezTo>
                        <a:pt x="10277" y="57023"/>
                        <a:pt x="10342" y="57049"/>
                        <a:pt x="10420" y="57062"/>
                      </a:cubicBezTo>
                      <a:cubicBezTo>
                        <a:pt x="12657" y="57478"/>
                        <a:pt x="14908" y="57816"/>
                        <a:pt x="17171" y="58115"/>
                      </a:cubicBezTo>
                      <a:cubicBezTo>
                        <a:pt x="19578" y="58428"/>
                        <a:pt x="21984" y="58675"/>
                        <a:pt x="24404" y="58870"/>
                      </a:cubicBezTo>
                      <a:cubicBezTo>
                        <a:pt x="25434" y="58945"/>
                        <a:pt x="26644" y="59136"/>
                        <a:pt x="27807" y="59136"/>
                      </a:cubicBezTo>
                      <a:cubicBezTo>
                        <a:pt x="28466" y="59136"/>
                        <a:pt x="29110" y="59075"/>
                        <a:pt x="29698" y="58896"/>
                      </a:cubicBezTo>
                      <a:lnTo>
                        <a:pt x="29698" y="58896"/>
                      </a:lnTo>
                      <a:cubicBezTo>
                        <a:pt x="26745" y="63423"/>
                        <a:pt x="25809" y="68925"/>
                        <a:pt x="24261" y="74024"/>
                      </a:cubicBezTo>
                      <a:cubicBezTo>
                        <a:pt x="22505" y="79826"/>
                        <a:pt x="19604" y="85251"/>
                        <a:pt x="17041" y="90740"/>
                      </a:cubicBezTo>
                      <a:cubicBezTo>
                        <a:pt x="16846" y="91156"/>
                        <a:pt x="16651" y="91573"/>
                        <a:pt x="16456" y="91989"/>
                      </a:cubicBezTo>
                      <a:cubicBezTo>
                        <a:pt x="16405" y="92274"/>
                        <a:pt x="16321" y="92417"/>
                        <a:pt x="16204" y="92417"/>
                      </a:cubicBezTo>
                      <a:cubicBezTo>
                        <a:pt x="16080" y="92417"/>
                        <a:pt x="15921" y="92257"/>
                        <a:pt x="15727" y="91937"/>
                      </a:cubicBezTo>
                      <a:cubicBezTo>
                        <a:pt x="14960" y="91482"/>
                        <a:pt x="14895" y="90545"/>
                        <a:pt x="14661" y="89738"/>
                      </a:cubicBezTo>
                      <a:cubicBezTo>
                        <a:pt x="14244" y="88282"/>
                        <a:pt x="13906" y="86799"/>
                        <a:pt x="13620" y="85316"/>
                      </a:cubicBezTo>
                      <a:cubicBezTo>
                        <a:pt x="12996" y="82064"/>
                        <a:pt x="12631" y="78772"/>
                        <a:pt x="12254" y="75481"/>
                      </a:cubicBezTo>
                      <a:cubicBezTo>
                        <a:pt x="11565" y="69328"/>
                        <a:pt x="10888" y="63163"/>
                        <a:pt x="10199" y="57010"/>
                      </a:cubicBezTo>
                      <a:close/>
                      <a:moveTo>
                        <a:pt x="24969" y="0"/>
                      </a:moveTo>
                      <a:cubicBezTo>
                        <a:pt x="24933" y="0"/>
                        <a:pt x="24896" y="7"/>
                        <a:pt x="24859" y="20"/>
                      </a:cubicBezTo>
                      <a:cubicBezTo>
                        <a:pt x="17718" y="2882"/>
                        <a:pt x="10277" y="9373"/>
                        <a:pt x="12566" y="17894"/>
                      </a:cubicBezTo>
                      <a:cubicBezTo>
                        <a:pt x="9353" y="19351"/>
                        <a:pt x="7246" y="21679"/>
                        <a:pt x="8326" y="25270"/>
                      </a:cubicBezTo>
                      <a:cubicBezTo>
                        <a:pt x="7519" y="25686"/>
                        <a:pt x="6804" y="26219"/>
                        <a:pt x="6218" y="26935"/>
                      </a:cubicBezTo>
                      <a:cubicBezTo>
                        <a:pt x="4904" y="28522"/>
                        <a:pt x="4722" y="30928"/>
                        <a:pt x="6166" y="32203"/>
                      </a:cubicBezTo>
                      <a:cubicBezTo>
                        <a:pt x="5152" y="32307"/>
                        <a:pt x="4189" y="32632"/>
                        <a:pt x="3278" y="33387"/>
                      </a:cubicBezTo>
                      <a:cubicBezTo>
                        <a:pt x="0" y="36066"/>
                        <a:pt x="1431" y="41270"/>
                        <a:pt x="5035" y="41972"/>
                      </a:cubicBezTo>
                      <a:cubicBezTo>
                        <a:pt x="5321" y="44327"/>
                        <a:pt x="5659" y="46681"/>
                        <a:pt x="6088" y="49010"/>
                      </a:cubicBezTo>
                      <a:cubicBezTo>
                        <a:pt x="6452" y="50935"/>
                        <a:pt x="6674" y="53185"/>
                        <a:pt x="7428" y="55006"/>
                      </a:cubicBezTo>
                      <a:cubicBezTo>
                        <a:pt x="7870" y="56060"/>
                        <a:pt x="8482" y="56528"/>
                        <a:pt x="9366" y="56802"/>
                      </a:cubicBezTo>
                      <a:cubicBezTo>
                        <a:pt x="10212" y="64242"/>
                        <a:pt x="10966" y="71683"/>
                        <a:pt x="11890" y="79111"/>
                      </a:cubicBezTo>
                      <a:cubicBezTo>
                        <a:pt x="12306" y="82454"/>
                        <a:pt x="12800" y="85810"/>
                        <a:pt x="13659" y="89075"/>
                      </a:cubicBezTo>
                      <a:cubicBezTo>
                        <a:pt x="13902" y="89997"/>
                        <a:pt x="14348" y="93683"/>
                        <a:pt x="15939" y="93683"/>
                      </a:cubicBezTo>
                      <a:cubicBezTo>
                        <a:pt x="15964" y="93683"/>
                        <a:pt x="15988" y="93682"/>
                        <a:pt x="16014" y="93680"/>
                      </a:cubicBezTo>
                      <a:cubicBezTo>
                        <a:pt x="16664" y="93641"/>
                        <a:pt x="16937" y="92847"/>
                        <a:pt x="17171" y="92392"/>
                      </a:cubicBezTo>
                      <a:cubicBezTo>
                        <a:pt x="18017" y="90779"/>
                        <a:pt x="18732" y="89075"/>
                        <a:pt x="19513" y="87423"/>
                      </a:cubicBezTo>
                      <a:cubicBezTo>
                        <a:pt x="20879" y="84509"/>
                        <a:pt x="22323" y="81634"/>
                        <a:pt x="23532" y="78655"/>
                      </a:cubicBezTo>
                      <a:cubicBezTo>
                        <a:pt x="26147" y="72164"/>
                        <a:pt x="27136" y="65257"/>
                        <a:pt x="30232" y="58935"/>
                      </a:cubicBezTo>
                      <a:cubicBezTo>
                        <a:pt x="30271" y="58844"/>
                        <a:pt x="30258" y="58753"/>
                        <a:pt x="30219" y="58688"/>
                      </a:cubicBezTo>
                      <a:cubicBezTo>
                        <a:pt x="33132" y="57322"/>
                        <a:pt x="33809" y="52197"/>
                        <a:pt x="34017" y="49413"/>
                      </a:cubicBezTo>
                      <a:cubicBezTo>
                        <a:pt x="34017" y="49361"/>
                        <a:pt x="34004" y="49322"/>
                        <a:pt x="33978" y="49296"/>
                      </a:cubicBezTo>
                      <a:cubicBezTo>
                        <a:pt x="37711" y="48021"/>
                        <a:pt x="41002" y="45484"/>
                        <a:pt x="39936" y="41101"/>
                      </a:cubicBezTo>
                      <a:cubicBezTo>
                        <a:pt x="39298" y="38486"/>
                        <a:pt x="37568" y="36626"/>
                        <a:pt x="35370" y="35325"/>
                      </a:cubicBezTo>
                      <a:cubicBezTo>
                        <a:pt x="35110" y="33400"/>
                        <a:pt x="34095" y="31878"/>
                        <a:pt x="32755" y="30616"/>
                      </a:cubicBezTo>
                      <a:cubicBezTo>
                        <a:pt x="35721" y="28613"/>
                        <a:pt x="36879" y="24827"/>
                        <a:pt x="35513" y="21471"/>
                      </a:cubicBezTo>
                      <a:cubicBezTo>
                        <a:pt x="34797" y="19676"/>
                        <a:pt x="33510" y="18414"/>
                        <a:pt x="31949" y="17530"/>
                      </a:cubicBezTo>
                      <a:cubicBezTo>
                        <a:pt x="32924" y="15266"/>
                        <a:pt x="32690" y="12821"/>
                        <a:pt x="31181" y="10804"/>
                      </a:cubicBezTo>
                      <a:cubicBezTo>
                        <a:pt x="29048" y="7943"/>
                        <a:pt x="22140" y="5081"/>
                        <a:pt x="25301" y="593"/>
                      </a:cubicBezTo>
                      <a:cubicBezTo>
                        <a:pt x="25462" y="352"/>
                        <a:pt x="25238" y="0"/>
                        <a:pt x="2496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3" name="Google Shape;993;p38"/>
                <p:cNvSpPr/>
                <p:nvPr/>
              </p:nvSpPr>
              <p:spPr>
                <a:xfrm>
                  <a:off x="4773551" y="2594470"/>
                  <a:ext cx="41482" cy="378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7" h="1939" extrusionOk="0">
                      <a:moveTo>
                        <a:pt x="1958" y="1"/>
                      </a:moveTo>
                      <a:cubicBezTo>
                        <a:pt x="1942" y="1"/>
                        <a:pt x="1926" y="4"/>
                        <a:pt x="1909" y="11"/>
                      </a:cubicBezTo>
                      <a:cubicBezTo>
                        <a:pt x="1207" y="323"/>
                        <a:pt x="361" y="934"/>
                        <a:pt x="49" y="1663"/>
                      </a:cubicBezTo>
                      <a:cubicBezTo>
                        <a:pt x="0" y="1790"/>
                        <a:pt x="98" y="1939"/>
                        <a:pt x="211" y="1939"/>
                      </a:cubicBezTo>
                      <a:cubicBezTo>
                        <a:pt x="248" y="1939"/>
                        <a:pt x="287" y="1923"/>
                        <a:pt x="322" y="1884"/>
                      </a:cubicBezTo>
                      <a:cubicBezTo>
                        <a:pt x="582" y="1585"/>
                        <a:pt x="777" y="1246"/>
                        <a:pt x="1051" y="973"/>
                      </a:cubicBezTo>
                      <a:cubicBezTo>
                        <a:pt x="1337" y="674"/>
                        <a:pt x="1662" y="427"/>
                        <a:pt x="2013" y="206"/>
                      </a:cubicBezTo>
                      <a:cubicBezTo>
                        <a:pt x="2126" y="138"/>
                        <a:pt x="2062" y="1"/>
                        <a:pt x="195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4" name="Google Shape;994;p38"/>
                <p:cNvSpPr/>
                <p:nvPr/>
              </p:nvSpPr>
              <p:spPr>
                <a:xfrm>
                  <a:off x="4775950" y="2615806"/>
                  <a:ext cx="31594" cy="31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0" h="1594" extrusionOk="0">
                      <a:moveTo>
                        <a:pt x="1382" y="1"/>
                      </a:moveTo>
                      <a:cubicBezTo>
                        <a:pt x="1357" y="1"/>
                        <a:pt x="1330" y="7"/>
                        <a:pt x="1305" y="22"/>
                      </a:cubicBezTo>
                      <a:cubicBezTo>
                        <a:pt x="810" y="335"/>
                        <a:pt x="394" y="751"/>
                        <a:pt x="108" y="1258"/>
                      </a:cubicBezTo>
                      <a:cubicBezTo>
                        <a:pt x="0" y="1429"/>
                        <a:pt x="159" y="1593"/>
                        <a:pt x="315" y="1593"/>
                      </a:cubicBezTo>
                      <a:cubicBezTo>
                        <a:pt x="385" y="1593"/>
                        <a:pt x="454" y="1560"/>
                        <a:pt x="498" y="1479"/>
                      </a:cubicBezTo>
                      <a:cubicBezTo>
                        <a:pt x="758" y="1011"/>
                        <a:pt x="1084" y="621"/>
                        <a:pt x="1500" y="270"/>
                      </a:cubicBezTo>
                      <a:cubicBezTo>
                        <a:pt x="1620" y="172"/>
                        <a:pt x="1512" y="1"/>
                        <a:pt x="138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5" name="Google Shape;995;p38"/>
                <p:cNvSpPr/>
                <p:nvPr/>
              </p:nvSpPr>
              <p:spPr>
                <a:xfrm>
                  <a:off x="5115879" y="2919733"/>
                  <a:ext cx="19385" cy="63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" h="3233" extrusionOk="0">
                      <a:moveTo>
                        <a:pt x="449" y="0"/>
                      </a:moveTo>
                      <a:cubicBezTo>
                        <a:pt x="340" y="0"/>
                        <a:pt x="234" y="89"/>
                        <a:pt x="265" y="230"/>
                      </a:cubicBezTo>
                      <a:cubicBezTo>
                        <a:pt x="486" y="1258"/>
                        <a:pt x="434" y="2091"/>
                        <a:pt x="44" y="3053"/>
                      </a:cubicBezTo>
                      <a:cubicBezTo>
                        <a:pt x="1" y="3157"/>
                        <a:pt x="90" y="3232"/>
                        <a:pt x="178" y="3232"/>
                      </a:cubicBezTo>
                      <a:cubicBezTo>
                        <a:pt x="222" y="3232"/>
                        <a:pt x="265" y="3214"/>
                        <a:pt x="291" y="3170"/>
                      </a:cubicBezTo>
                      <a:cubicBezTo>
                        <a:pt x="837" y="2299"/>
                        <a:pt x="994" y="1102"/>
                        <a:pt x="629" y="126"/>
                      </a:cubicBezTo>
                      <a:cubicBezTo>
                        <a:pt x="593" y="39"/>
                        <a:pt x="520" y="0"/>
                        <a:pt x="44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6" name="Google Shape;996;p38"/>
                <p:cNvSpPr/>
                <p:nvPr/>
              </p:nvSpPr>
              <p:spPr>
                <a:xfrm>
                  <a:off x="5106186" y="2923945"/>
                  <a:ext cx="13866" cy="350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" h="1797" extrusionOk="0">
                      <a:moveTo>
                        <a:pt x="245" y="1"/>
                      </a:moveTo>
                      <a:cubicBezTo>
                        <a:pt x="121" y="1"/>
                        <a:pt x="1" y="135"/>
                        <a:pt x="73" y="288"/>
                      </a:cubicBezTo>
                      <a:cubicBezTo>
                        <a:pt x="281" y="717"/>
                        <a:pt x="359" y="1146"/>
                        <a:pt x="268" y="1627"/>
                      </a:cubicBezTo>
                      <a:cubicBezTo>
                        <a:pt x="245" y="1728"/>
                        <a:pt x="323" y="1797"/>
                        <a:pt x="404" y="1797"/>
                      </a:cubicBezTo>
                      <a:cubicBezTo>
                        <a:pt x="459" y="1797"/>
                        <a:pt x="515" y="1766"/>
                        <a:pt x="541" y="1692"/>
                      </a:cubicBezTo>
                      <a:cubicBezTo>
                        <a:pt x="710" y="1172"/>
                        <a:pt x="671" y="574"/>
                        <a:pt x="398" y="92"/>
                      </a:cubicBezTo>
                      <a:cubicBezTo>
                        <a:pt x="358" y="28"/>
                        <a:pt x="301" y="1"/>
                        <a:pt x="24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7" name="Google Shape;997;p38"/>
                <p:cNvSpPr/>
                <p:nvPr/>
              </p:nvSpPr>
              <p:spPr>
                <a:xfrm>
                  <a:off x="4594791" y="3001585"/>
                  <a:ext cx="55212" cy="43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1" h="2226" extrusionOk="0">
                      <a:moveTo>
                        <a:pt x="2576" y="1"/>
                      </a:moveTo>
                      <a:cubicBezTo>
                        <a:pt x="2553" y="1"/>
                        <a:pt x="2529" y="5"/>
                        <a:pt x="2503" y="14"/>
                      </a:cubicBezTo>
                      <a:cubicBezTo>
                        <a:pt x="1566" y="339"/>
                        <a:pt x="447" y="1029"/>
                        <a:pt x="57" y="1978"/>
                      </a:cubicBezTo>
                      <a:cubicBezTo>
                        <a:pt x="1" y="2119"/>
                        <a:pt x="127" y="2226"/>
                        <a:pt x="251" y="2226"/>
                      </a:cubicBezTo>
                      <a:cubicBezTo>
                        <a:pt x="298" y="2226"/>
                        <a:pt x="346" y="2210"/>
                        <a:pt x="382" y="2173"/>
                      </a:cubicBezTo>
                      <a:cubicBezTo>
                        <a:pt x="707" y="1861"/>
                        <a:pt x="955" y="1484"/>
                        <a:pt x="1306" y="1198"/>
                      </a:cubicBezTo>
                      <a:cubicBezTo>
                        <a:pt x="1696" y="859"/>
                        <a:pt x="2138" y="612"/>
                        <a:pt x="2620" y="417"/>
                      </a:cubicBezTo>
                      <a:cubicBezTo>
                        <a:pt x="2830" y="335"/>
                        <a:pt x="2778" y="1"/>
                        <a:pt x="257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8" name="Google Shape;998;p38"/>
                <p:cNvSpPr/>
                <p:nvPr/>
              </p:nvSpPr>
              <p:spPr>
                <a:xfrm>
                  <a:off x="4606317" y="3022004"/>
                  <a:ext cx="33486" cy="355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7" h="1822" extrusionOk="0">
                      <a:moveTo>
                        <a:pt x="1488" y="0"/>
                      </a:moveTo>
                      <a:cubicBezTo>
                        <a:pt x="1450" y="0"/>
                        <a:pt x="1411" y="14"/>
                        <a:pt x="1378" y="47"/>
                      </a:cubicBezTo>
                      <a:cubicBezTo>
                        <a:pt x="923" y="463"/>
                        <a:pt x="520" y="983"/>
                        <a:pt x="130" y="1452"/>
                      </a:cubicBezTo>
                      <a:cubicBezTo>
                        <a:pt x="1" y="1610"/>
                        <a:pt x="136" y="1821"/>
                        <a:pt x="288" y="1821"/>
                      </a:cubicBezTo>
                      <a:cubicBezTo>
                        <a:pt x="336" y="1821"/>
                        <a:pt x="385" y="1800"/>
                        <a:pt x="429" y="1751"/>
                      </a:cubicBezTo>
                      <a:cubicBezTo>
                        <a:pt x="845" y="1269"/>
                        <a:pt x="1287" y="775"/>
                        <a:pt x="1638" y="242"/>
                      </a:cubicBezTo>
                      <a:cubicBezTo>
                        <a:pt x="1717" y="125"/>
                        <a:pt x="1604" y="0"/>
                        <a:pt x="14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9" name="Google Shape;999;p38"/>
                <p:cNvSpPr/>
                <p:nvPr/>
              </p:nvSpPr>
              <p:spPr>
                <a:xfrm>
                  <a:off x="5048224" y="3417183"/>
                  <a:ext cx="73602" cy="30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4" h="1560" extrusionOk="0">
                      <a:moveTo>
                        <a:pt x="3561" y="0"/>
                      </a:moveTo>
                      <a:cubicBezTo>
                        <a:pt x="3537" y="0"/>
                        <a:pt x="3512" y="8"/>
                        <a:pt x="3487" y="24"/>
                      </a:cubicBezTo>
                      <a:cubicBezTo>
                        <a:pt x="2472" y="740"/>
                        <a:pt x="1419" y="1026"/>
                        <a:pt x="209" y="1208"/>
                      </a:cubicBezTo>
                      <a:cubicBezTo>
                        <a:pt x="1" y="1234"/>
                        <a:pt x="53" y="1559"/>
                        <a:pt x="248" y="1559"/>
                      </a:cubicBezTo>
                      <a:cubicBezTo>
                        <a:pt x="1471" y="1533"/>
                        <a:pt x="2667" y="1013"/>
                        <a:pt x="3643" y="285"/>
                      </a:cubicBezTo>
                      <a:cubicBezTo>
                        <a:pt x="3774" y="197"/>
                        <a:pt x="3685" y="0"/>
                        <a:pt x="356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0" name="Google Shape;1000;p38"/>
                <p:cNvSpPr/>
                <p:nvPr/>
              </p:nvSpPr>
              <p:spPr>
                <a:xfrm>
                  <a:off x="5030653" y="3413712"/>
                  <a:ext cx="59424" cy="23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7" h="1214" extrusionOk="0">
                      <a:moveTo>
                        <a:pt x="2858" y="1"/>
                      </a:moveTo>
                      <a:cubicBezTo>
                        <a:pt x="2844" y="1"/>
                        <a:pt x="2830" y="3"/>
                        <a:pt x="2814" y="7"/>
                      </a:cubicBezTo>
                      <a:cubicBezTo>
                        <a:pt x="1955" y="242"/>
                        <a:pt x="1084" y="489"/>
                        <a:pt x="238" y="775"/>
                      </a:cubicBezTo>
                      <a:cubicBezTo>
                        <a:pt x="0" y="858"/>
                        <a:pt x="67" y="1214"/>
                        <a:pt x="290" y="1214"/>
                      </a:cubicBezTo>
                      <a:cubicBezTo>
                        <a:pt x="310" y="1214"/>
                        <a:pt x="332" y="1211"/>
                        <a:pt x="355" y="1204"/>
                      </a:cubicBezTo>
                      <a:cubicBezTo>
                        <a:pt x="1214" y="944"/>
                        <a:pt x="2060" y="619"/>
                        <a:pt x="2892" y="294"/>
                      </a:cubicBezTo>
                      <a:cubicBezTo>
                        <a:pt x="3047" y="234"/>
                        <a:pt x="3006" y="1"/>
                        <a:pt x="285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1" name="Google Shape;1001;p38"/>
                <p:cNvSpPr/>
                <p:nvPr/>
              </p:nvSpPr>
              <p:spPr>
                <a:xfrm>
                  <a:off x="4669876" y="3640955"/>
                  <a:ext cx="306150" cy="5937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98" h="30447" extrusionOk="0">
                      <a:moveTo>
                        <a:pt x="6874" y="2521"/>
                      </a:moveTo>
                      <a:cubicBezTo>
                        <a:pt x="7264" y="3237"/>
                        <a:pt x="7654" y="3952"/>
                        <a:pt x="8032" y="4655"/>
                      </a:cubicBezTo>
                      <a:cubicBezTo>
                        <a:pt x="6952" y="5266"/>
                        <a:pt x="5898" y="5877"/>
                        <a:pt x="4845" y="6489"/>
                      </a:cubicBezTo>
                      <a:cubicBezTo>
                        <a:pt x="4480" y="5825"/>
                        <a:pt x="4116" y="5162"/>
                        <a:pt x="3752" y="4499"/>
                      </a:cubicBezTo>
                      <a:cubicBezTo>
                        <a:pt x="4819" y="3887"/>
                        <a:pt x="5859" y="3224"/>
                        <a:pt x="6874" y="2521"/>
                      </a:cubicBezTo>
                      <a:close/>
                      <a:moveTo>
                        <a:pt x="11739" y="3289"/>
                      </a:moveTo>
                      <a:cubicBezTo>
                        <a:pt x="12155" y="4017"/>
                        <a:pt x="12519" y="4772"/>
                        <a:pt x="12832" y="5565"/>
                      </a:cubicBezTo>
                      <a:cubicBezTo>
                        <a:pt x="11908" y="6138"/>
                        <a:pt x="10984" y="6723"/>
                        <a:pt x="10061" y="7295"/>
                      </a:cubicBezTo>
                      <a:cubicBezTo>
                        <a:pt x="9684" y="6528"/>
                        <a:pt x="9293" y="5747"/>
                        <a:pt x="8903" y="4980"/>
                      </a:cubicBezTo>
                      <a:cubicBezTo>
                        <a:pt x="9853" y="4421"/>
                        <a:pt x="10802" y="3848"/>
                        <a:pt x="11739" y="3289"/>
                      </a:cubicBezTo>
                      <a:close/>
                      <a:moveTo>
                        <a:pt x="8370" y="5292"/>
                      </a:moveTo>
                      <a:cubicBezTo>
                        <a:pt x="8773" y="6060"/>
                        <a:pt x="9176" y="6827"/>
                        <a:pt x="9580" y="7595"/>
                      </a:cubicBezTo>
                      <a:cubicBezTo>
                        <a:pt x="8539" y="8258"/>
                        <a:pt x="7498" y="8921"/>
                        <a:pt x="6458" y="9585"/>
                      </a:cubicBezTo>
                      <a:cubicBezTo>
                        <a:pt x="6028" y="8752"/>
                        <a:pt x="5612" y="7933"/>
                        <a:pt x="5170" y="7113"/>
                      </a:cubicBezTo>
                      <a:cubicBezTo>
                        <a:pt x="6236" y="6515"/>
                        <a:pt x="7303" y="5917"/>
                        <a:pt x="8370" y="5292"/>
                      </a:cubicBezTo>
                      <a:close/>
                      <a:moveTo>
                        <a:pt x="9866" y="8141"/>
                      </a:moveTo>
                      <a:cubicBezTo>
                        <a:pt x="10269" y="8934"/>
                        <a:pt x="10685" y="9728"/>
                        <a:pt x="11075" y="10521"/>
                      </a:cubicBezTo>
                      <a:cubicBezTo>
                        <a:pt x="10035" y="11211"/>
                        <a:pt x="8994" y="11913"/>
                        <a:pt x="7954" y="12616"/>
                      </a:cubicBezTo>
                      <a:cubicBezTo>
                        <a:pt x="7550" y="11796"/>
                        <a:pt x="7147" y="10977"/>
                        <a:pt x="6744" y="10157"/>
                      </a:cubicBezTo>
                      <a:cubicBezTo>
                        <a:pt x="7784" y="9481"/>
                        <a:pt x="8825" y="8817"/>
                        <a:pt x="9866" y="8141"/>
                      </a:cubicBezTo>
                      <a:close/>
                      <a:moveTo>
                        <a:pt x="6145" y="10547"/>
                      </a:moveTo>
                      <a:cubicBezTo>
                        <a:pt x="6575" y="11354"/>
                        <a:pt x="7004" y="12160"/>
                        <a:pt x="7420" y="12980"/>
                      </a:cubicBezTo>
                      <a:cubicBezTo>
                        <a:pt x="6588" y="13552"/>
                        <a:pt x="5755" y="14138"/>
                        <a:pt x="4936" y="14723"/>
                      </a:cubicBezTo>
                      <a:cubicBezTo>
                        <a:pt x="4519" y="13865"/>
                        <a:pt x="4090" y="13006"/>
                        <a:pt x="3648" y="12160"/>
                      </a:cubicBezTo>
                      <a:cubicBezTo>
                        <a:pt x="4480" y="11627"/>
                        <a:pt x="5313" y="11081"/>
                        <a:pt x="6145" y="10547"/>
                      </a:cubicBezTo>
                      <a:close/>
                      <a:moveTo>
                        <a:pt x="7693" y="13487"/>
                      </a:moveTo>
                      <a:cubicBezTo>
                        <a:pt x="8136" y="14333"/>
                        <a:pt x="8565" y="15178"/>
                        <a:pt x="8994" y="16024"/>
                      </a:cubicBezTo>
                      <a:cubicBezTo>
                        <a:pt x="8149" y="16648"/>
                        <a:pt x="7303" y="17299"/>
                        <a:pt x="6471" y="17962"/>
                      </a:cubicBezTo>
                      <a:cubicBezTo>
                        <a:pt x="6054" y="17065"/>
                        <a:pt x="5638" y="16167"/>
                        <a:pt x="5196" y="15282"/>
                      </a:cubicBezTo>
                      <a:cubicBezTo>
                        <a:pt x="6028" y="14684"/>
                        <a:pt x="6861" y="14086"/>
                        <a:pt x="7693" y="13487"/>
                      </a:cubicBezTo>
                      <a:close/>
                      <a:moveTo>
                        <a:pt x="9371" y="16739"/>
                      </a:moveTo>
                      <a:cubicBezTo>
                        <a:pt x="9671" y="17325"/>
                        <a:pt x="9983" y="17910"/>
                        <a:pt x="10282" y="18508"/>
                      </a:cubicBezTo>
                      <a:cubicBezTo>
                        <a:pt x="10295" y="18535"/>
                        <a:pt x="10321" y="18561"/>
                        <a:pt x="10347" y="18574"/>
                      </a:cubicBezTo>
                      <a:cubicBezTo>
                        <a:pt x="9475" y="19237"/>
                        <a:pt x="8565" y="19900"/>
                        <a:pt x="7654" y="20590"/>
                      </a:cubicBezTo>
                      <a:cubicBezTo>
                        <a:pt x="7394" y="19991"/>
                        <a:pt x="7134" y="19406"/>
                        <a:pt x="6861" y="18808"/>
                      </a:cubicBezTo>
                      <a:cubicBezTo>
                        <a:pt x="7706" y="18131"/>
                        <a:pt x="8539" y="17442"/>
                        <a:pt x="9371" y="16739"/>
                      </a:cubicBezTo>
                      <a:close/>
                      <a:moveTo>
                        <a:pt x="6380" y="19185"/>
                      </a:moveTo>
                      <a:cubicBezTo>
                        <a:pt x="6666" y="19757"/>
                        <a:pt x="6952" y="20343"/>
                        <a:pt x="7225" y="20915"/>
                      </a:cubicBezTo>
                      <a:cubicBezTo>
                        <a:pt x="6380" y="21565"/>
                        <a:pt x="5534" y="22229"/>
                        <a:pt x="4740" y="22918"/>
                      </a:cubicBezTo>
                      <a:cubicBezTo>
                        <a:pt x="4402" y="22320"/>
                        <a:pt x="4038" y="21748"/>
                        <a:pt x="3661" y="21188"/>
                      </a:cubicBezTo>
                      <a:cubicBezTo>
                        <a:pt x="4584" y="20564"/>
                        <a:pt x="5482" y="19887"/>
                        <a:pt x="6380" y="19185"/>
                      </a:cubicBezTo>
                      <a:close/>
                      <a:moveTo>
                        <a:pt x="7563" y="21604"/>
                      </a:moveTo>
                      <a:cubicBezTo>
                        <a:pt x="7823" y="22112"/>
                        <a:pt x="8071" y="22619"/>
                        <a:pt x="8318" y="23126"/>
                      </a:cubicBezTo>
                      <a:cubicBezTo>
                        <a:pt x="7459" y="23712"/>
                        <a:pt x="6640" y="24401"/>
                        <a:pt x="5846" y="25104"/>
                      </a:cubicBezTo>
                      <a:cubicBezTo>
                        <a:pt x="5599" y="24583"/>
                        <a:pt x="5352" y="24063"/>
                        <a:pt x="5092" y="23569"/>
                      </a:cubicBezTo>
                      <a:cubicBezTo>
                        <a:pt x="5937" y="22957"/>
                        <a:pt x="6757" y="22294"/>
                        <a:pt x="7563" y="21604"/>
                      </a:cubicBezTo>
                      <a:close/>
                      <a:moveTo>
                        <a:pt x="5101" y="0"/>
                      </a:moveTo>
                      <a:cubicBezTo>
                        <a:pt x="5069" y="0"/>
                        <a:pt x="5035" y="7"/>
                        <a:pt x="5001" y="24"/>
                      </a:cubicBezTo>
                      <a:cubicBezTo>
                        <a:pt x="4012" y="479"/>
                        <a:pt x="3023" y="986"/>
                        <a:pt x="2061" y="1533"/>
                      </a:cubicBezTo>
                      <a:cubicBezTo>
                        <a:pt x="1814" y="1103"/>
                        <a:pt x="1566" y="674"/>
                        <a:pt x="1306" y="245"/>
                      </a:cubicBezTo>
                      <a:cubicBezTo>
                        <a:pt x="1243" y="139"/>
                        <a:pt x="1148" y="94"/>
                        <a:pt x="1052" y="94"/>
                      </a:cubicBezTo>
                      <a:cubicBezTo>
                        <a:pt x="830" y="94"/>
                        <a:pt x="602" y="329"/>
                        <a:pt x="747" y="583"/>
                      </a:cubicBezTo>
                      <a:cubicBezTo>
                        <a:pt x="981" y="1012"/>
                        <a:pt x="1215" y="1442"/>
                        <a:pt x="1462" y="1871"/>
                      </a:cubicBezTo>
                      <a:cubicBezTo>
                        <a:pt x="1046" y="2118"/>
                        <a:pt x="643" y="2378"/>
                        <a:pt x="253" y="2638"/>
                      </a:cubicBezTo>
                      <a:cubicBezTo>
                        <a:pt x="1" y="2814"/>
                        <a:pt x="146" y="3174"/>
                        <a:pt x="392" y="3174"/>
                      </a:cubicBezTo>
                      <a:cubicBezTo>
                        <a:pt x="438" y="3174"/>
                        <a:pt x="488" y="3161"/>
                        <a:pt x="539" y="3133"/>
                      </a:cubicBezTo>
                      <a:cubicBezTo>
                        <a:pt x="955" y="2899"/>
                        <a:pt x="1358" y="2664"/>
                        <a:pt x="1762" y="2430"/>
                      </a:cubicBezTo>
                      <a:cubicBezTo>
                        <a:pt x="2113" y="3055"/>
                        <a:pt x="2464" y="3692"/>
                        <a:pt x="2815" y="4329"/>
                      </a:cubicBezTo>
                      <a:cubicBezTo>
                        <a:pt x="2399" y="4564"/>
                        <a:pt x="1996" y="4811"/>
                        <a:pt x="1579" y="5058"/>
                      </a:cubicBezTo>
                      <a:cubicBezTo>
                        <a:pt x="1303" y="5213"/>
                        <a:pt x="1469" y="5575"/>
                        <a:pt x="1725" y="5575"/>
                      </a:cubicBezTo>
                      <a:cubicBezTo>
                        <a:pt x="1770" y="5575"/>
                        <a:pt x="1817" y="5564"/>
                        <a:pt x="1866" y="5539"/>
                      </a:cubicBezTo>
                      <a:cubicBezTo>
                        <a:pt x="2282" y="5331"/>
                        <a:pt x="2698" y="5110"/>
                        <a:pt x="3114" y="4876"/>
                      </a:cubicBezTo>
                      <a:cubicBezTo>
                        <a:pt x="3479" y="5539"/>
                        <a:pt x="3843" y="6216"/>
                        <a:pt x="4194" y="6879"/>
                      </a:cubicBezTo>
                      <a:cubicBezTo>
                        <a:pt x="3648" y="7204"/>
                        <a:pt x="3101" y="7530"/>
                        <a:pt x="2568" y="7868"/>
                      </a:cubicBezTo>
                      <a:cubicBezTo>
                        <a:pt x="2291" y="8034"/>
                        <a:pt x="2458" y="8398"/>
                        <a:pt x="2714" y="8398"/>
                      </a:cubicBezTo>
                      <a:cubicBezTo>
                        <a:pt x="2759" y="8398"/>
                        <a:pt x="2806" y="8387"/>
                        <a:pt x="2854" y="8362"/>
                      </a:cubicBezTo>
                      <a:cubicBezTo>
                        <a:pt x="3414" y="8076"/>
                        <a:pt x="3960" y="7764"/>
                        <a:pt x="4506" y="7464"/>
                      </a:cubicBezTo>
                      <a:cubicBezTo>
                        <a:pt x="4962" y="8297"/>
                        <a:pt x="5404" y="9130"/>
                        <a:pt x="5846" y="9962"/>
                      </a:cubicBezTo>
                      <a:cubicBezTo>
                        <a:pt x="5014" y="10495"/>
                        <a:pt x="4168" y="11029"/>
                        <a:pt x="3336" y="11549"/>
                      </a:cubicBezTo>
                      <a:cubicBezTo>
                        <a:pt x="2906" y="10756"/>
                        <a:pt x="2477" y="9949"/>
                        <a:pt x="2035" y="9156"/>
                      </a:cubicBezTo>
                      <a:cubicBezTo>
                        <a:pt x="1978" y="9051"/>
                        <a:pt x="1892" y="9007"/>
                        <a:pt x="1804" y="9007"/>
                      </a:cubicBezTo>
                      <a:cubicBezTo>
                        <a:pt x="1610" y="9007"/>
                        <a:pt x="1411" y="9222"/>
                        <a:pt x="1527" y="9455"/>
                      </a:cubicBezTo>
                      <a:cubicBezTo>
                        <a:pt x="1931" y="10287"/>
                        <a:pt x="2334" y="11107"/>
                        <a:pt x="2750" y="11926"/>
                      </a:cubicBezTo>
                      <a:cubicBezTo>
                        <a:pt x="2463" y="12133"/>
                        <a:pt x="2652" y="12562"/>
                        <a:pt x="2933" y="12562"/>
                      </a:cubicBezTo>
                      <a:cubicBezTo>
                        <a:pt x="2970" y="12562"/>
                        <a:pt x="3010" y="12555"/>
                        <a:pt x="3049" y="12538"/>
                      </a:cubicBezTo>
                      <a:cubicBezTo>
                        <a:pt x="3479" y="13409"/>
                        <a:pt x="3921" y="14281"/>
                        <a:pt x="4350" y="15152"/>
                      </a:cubicBezTo>
                      <a:cubicBezTo>
                        <a:pt x="3843" y="15517"/>
                        <a:pt x="3336" y="15881"/>
                        <a:pt x="2828" y="16258"/>
                      </a:cubicBezTo>
                      <a:cubicBezTo>
                        <a:pt x="2581" y="16441"/>
                        <a:pt x="2734" y="16820"/>
                        <a:pt x="2971" y="16820"/>
                      </a:cubicBezTo>
                      <a:cubicBezTo>
                        <a:pt x="3021" y="16820"/>
                        <a:pt x="3074" y="16804"/>
                        <a:pt x="3127" y="16765"/>
                      </a:cubicBezTo>
                      <a:cubicBezTo>
                        <a:pt x="3622" y="16401"/>
                        <a:pt x="4129" y="16050"/>
                        <a:pt x="4623" y="15686"/>
                      </a:cubicBezTo>
                      <a:cubicBezTo>
                        <a:pt x="5079" y="16583"/>
                        <a:pt x="5521" y="17481"/>
                        <a:pt x="5976" y="18365"/>
                      </a:cubicBezTo>
                      <a:cubicBezTo>
                        <a:pt x="5040" y="19133"/>
                        <a:pt x="4129" y="19913"/>
                        <a:pt x="3271" y="20733"/>
                      </a:cubicBezTo>
                      <a:cubicBezTo>
                        <a:pt x="3248" y="20726"/>
                        <a:pt x="3225" y="20723"/>
                        <a:pt x="3202" y="20723"/>
                      </a:cubicBezTo>
                      <a:cubicBezTo>
                        <a:pt x="3042" y="20723"/>
                        <a:pt x="2895" y="20876"/>
                        <a:pt x="2997" y="21058"/>
                      </a:cubicBezTo>
                      <a:cubicBezTo>
                        <a:pt x="3453" y="21813"/>
                        <a:pt x="3882" y="22554"/>
                        <a:pt x="4311" y="23296"/>
                      </a:cubicBezTo>
                      <a:cubicBezTo>
                        <a:pt x="4103" y="23491"/>
                        <a:pt x="3882" y="23686"/>
                        <a:pt x="3687" y="23881"/>
                      </a:cubicBezTo>
                      <a:cubicBezTo>
                        <a:pt x="3504" y="24053"/>
                        <a:pt x="3667" y="24340"/>
                        <a:pt x="3869" y="24340"/>
                      </a:cubicBezTo>
                      <a:cubicBezTo>
                        <a:pt x="3911" y="24340"/>
                        <a:pt x="3956" y="24327"/>
                        <a:pt x="3999" y="24297"/>
                      </a:cubicBezTo>
                      <a:cubicBezTo>
                        <a:pt x="4220" y="24167"/>
                        <a:pt x="4428" y="24011"/>
                        <a:pt x="4649" y="23868"/>
                      </a:cubicBezTo>
                      <a:cubicBezTo>
                        <a:pt x="4936" y="24375"/>
                        <a:pt x="5209" y="24896"/>
                        <a:pt x="5482" y="25416"/>
                      </a:cubicBezTo>
                      <a:cubicBezTo>
                        <a:pt x="5131" y="25741"/>
                        <a:pt x="4767" y="26053"/>
                        <a:pt x="4415" y="26378"/>
                      </a:cubicBezTo>
                      <a:cubicBezTo>
                        <a:pt x="4404" y="26376"/>
                        <a:pt x="4393" y="26375"/>
                        <a:pt x="4382" y="26375"/>
                      </a:cubicBezTo>
                      <a:cubicBezTo>
                        <a:pt x="4325" y="26375"/>
                        <a:pt x="4264" y="26402"/>
                        <a:pt x="4220" y="26457"/>
                      </a:cubicBezTo>
                      <a:cubicBezTo>
                        <a:pt x="4116" y="26587"/>
                        <a:pt x="4012" y="26717"/>
                        <a:pt x="3921" y="26834"/>
                      </a:cubicBezTo>
                      <a:cubicBezTo>
                        <a:pt x="3921" y="26847"/>
                        <a:pt x="3921" y="26847"/>
                        <a:pt x="3908" y="26847"/>
                      </a:cubicBezTo>
                      <a:cubicBezTo>
                        <a:pt x="3895" y="26860"/>
                        <a:pt x="3882" y="26886"/>
                        <a:pt x="3869" y="26899"/>
                      </a:cubicBezTo>
                      <a:cubicBezTo>
                        <a:pt x="3712" y="27105"/>
                        <a:pt x="3926" y="27327"/>
                        <a:pt x="4136" y="27327"/>
                      </a:cubicBezTo>
                      <a:cubicBezTo>
                        <a:pt x="4203" y="27327"/>
                        <a:pt x="4270" y="27304"/>
                        <a:pt x="4324" y="27250"/>
                      </a:cubicBezTo>
                      <a:cubicBezTo>
                        <a:pt x="4793" y="26808"/>
                        <a:pt x="5274" y="26378"/>
                        <a:pt x="5755" y="25949"/>
                      </a:cubicBezTo>
                      <a:cubicBezTo>
                        <a:pt x="5976" y="26378"/>
                        <a:pt x="6197" y="26821"/>
                        <a:pt x="6406" y="27263"/>
                      </a:cubicBezTo>
                      <a:cubicBezTo>
                        <a:pt x="6132" y="27510"/>
                        <a:pt x="5859" y="27770"/>
                        <a:pt x="5586" y="28005"/>
                      </a:cubicBezTo>
                      <a:cubicBezTo>
                        <a:pt x="5300" y="28252"/>
                        <a:pt x="4988" y="28460"/>
                        <a:pt x="4740" y="28733"/>
                      </a:cubicBezTo>
                      <a:cubicBezTo>
                        <a:pt x="4584" y="28434"/>
                        <a:pt x="4428" y="28135"/>
                        <a:pt x="4246" y="27848"/>
                      </a:cubicBezTo>
                      <a:cubicBezTo>
                        <a:pt x="4195" y="27770"/>
                        <a:pt x="4122" y="27738"/>
                        <a:pt x="4049" y="27738"/>
                      </a:cubicBezTo>
                      <a:cubicBezTo>
                        <a:pt x="3880" y="27738"/>
                        <a:pt x="3712" y="27914"/>
                        <a:pt x="3830" y="28096"/>
                      </a:cubicBezTo>
                      <a:cubicBezTo>
                        <a:pt x="4311" y="28798"/>
                        <a:pt x="4662" y="29526"/>
                        <a:pt x="4962" y="30320"/>
                      </a:cubicBezTo>
                      <a:cubicBezTo>
                        <a:pt x="4998" y="30408"/>
                        <a:pt x="5073" y="30446"/>
                        <a:pt x="5146" y="30446"/>
                      </a:cubicBezTo>
                      <a:cubicBezTo>
                        <a:pt x="5258" y="30446"/>
                        <a:pt x="5365" y="30357"/>
                        <a:pt x="5326" y="30216"/>
                      </a:cubicBezTo>
                      <a:cubicBezTo>
                        <a:pt x="5222" y="29826"/>
                        <a:pt x="5066" y="29435"/>
                        <a:pt x="4897" y="29058"/>
                      </a:cubicBezTo>
                      <a:lnTo>
                        <a:pt x="4923" y="29058"/>
                      </a:lnTo>
                      <a:cubicBezTo>
                        <a:pt x="5248" y="28863"/>
                        <a:pt x="5521" y="28577"/>
                        <a:pt x="5794" y="28317"/>
                      </a:cubicBezTo>
                      <a:cubicBezTo>
                        <a:pt x="6093" y="28044"/>
                        <a:pt x="6380" y="27744"/>
                        <a:pt x="6666" y="27458"/>
                      </a:cubicBezTo>
                      <a:cubicBezTo>
                        <a:pt x="6705" y="27419"/>
                        <a:pt x="6718" y="27367"/>
                        <a:pt x="6718" y="27328"/>
                      </a:cubicBezTo>
                      <a:cubicBezTo>
                        <a:pt x="6731" y="27289"/>
                        <a:pt x="6744" y="27250"/>
                        <a:pt x="6731" y="27211"/>
                      </a:cubicBezTo>
                      <a:cubicBezTo>
                        <a:pt x="6523" y="26691"/>
                        <a:pt x="6314" y="26170"/>
                        <a:pt x="6093" y="25650"/>
                      </a:cubicBezTo>
                      <a:cubicBezTo>
                        <a:pt x="6913" y="24935"/>
                        <a:pt x="7732" y="24206"/>
                        <a:pt x="8513" y="23452"/>
                      </a:cubicBezTo>
                      <a:cubicBezTo>
                        <a:pt x="8537" y="23465"/>
                        <a:pt x="8564" y="23471"/>
                        <a:pt x="8591" y="23471"/>
                      </a:cubicBezTo>
                      <a:cubicBezTo>
                        <a:pt x="8719" y="23471"/>
                        <a:pt x="8853" y="23329"/>
                        <a:pt x="8799" y="23178"/>
                      </a:cubicBezTo>
                      <a:cubicBezTo>
                        <a:pt x="8903" y="23061"/>
                        <a:pt x="9033" y="22957"/>
                        <a:pt x="9137" y="22853"/>
                      </a:cubicBezTo>
                      <a:cubicBezTo>
                        <a:pt x="9213" y="22777"/>
                        <a:pt x="9144" y="22656"/>
                        <a:pt x="9051" y="22656"/>
                      </a:cubicBezTo>
                      <a:cubicBezTo>
                        <a:pt x="9033" y="22656"/>
                        <a:pt x="9013" y="22660"/>
                        <a:pt x="8994" y="22671"/>
                      </a:cubicBezTo>
                      <a:cubicBezTo>
                        <a:pt x="8890" y="22736"/>
                        <a:pt x="8786" y="22814"/>
                        <a:pt x="8669" y="22879"/>
                      </a:cubicBezTo>
                      <a:cubicBezTo>
                        <a:pt x="8435" y="22346"/>
                        <a:pt x="8201" y="21800"/>
                        <a:pt x="7967" y="21266"/>
                      </a:cubicBezTo>
                      <a:cubicBezTo>
                        <a:pt x="8903" y="20434"/>
                        <a:pt x="9827" y="19601"/>
                        <a:pt x="10711" y="18795"/>
                      </a:cubicBezTo>
                      <a:cubicBezTo>
                        <a:pt x="10854" y="18665"/>
                        <a:pt x="10724" y="18443"/>
                        <a:pt x="10568" y="18443"/>
                      </a:cubicBezTo>
                      <a:cubicBezTo>
                        <a:pt x="10568" y="18430"/>
                        <a:pt x="10568" y="18404"/>
                        <a:pt x="10555" y="18391"/>
                      </a:cubicBezTo>
                      <a:cubicBezTo>
                        <a:pt x="10282" y="17741"/>
                        <a:pt x="9996" y="17091"/>
                        <a:pt x="9710" y="16440"/>
                      </a:cubicBezTo>
                      <a:cubicBezTo>
                        <a:pt x="10737" y="15556"/>
                        <a:pt x="11752" y="14658"/>
                        <a:pt x="12741" y="13787"/>
                      </a:cubicBezTo>
                      <a:cubicBezTo>
                        <a:pt x="12890" y="13658"/>
                        <a:pt x="12750" y="13425"/>
                        <a:pt x="12594" y="13425"/>
                      </a:cubicBezTo>
                      <a:cubicBezTo>
                        <a:pt x="12561" y="13425"/>
                        <a:pt x="12526" y="13436"/>
                        <a:pt x="12493" y="13461"/>
                      </a:cubicBezTo>
                      <a:cubicBezTo>
                        <a:pt x="11466" y="14203"/>
                        <a:pt x="10425" y="14957"/>
                        <a:pt x="9397" y="15725"/>
                      </a:cubicBezTo>
                      <a:cubicBezTo>
                        <a:pt x="9007" y="14853"/>
                        <a:pt x="8604" y="13995"/>
                        <a:pt x="8201" y="13136"/>
                      </a:cubicBezTo>
                      <a:cubicBezTo>
                        <a:pt x="9228" y="12408"/>
                        <a:pt x="10256" y="11666"/>
                        <a:pt x="11284" y="10938"/>
                      </a:cubicBezTo>
                      <a:cubicBezTo>
                        <a:pt x="11661" y="11679"/>
                        <a:pt x="12025" y="12421"/>
                        <a:pt x="12376" y="13162"/>
                      </a:cubicBezTo>
                      <a:cubicBezTo>
                        <a:pt x="12409" y="13228"/>
                        <a:pt x="12460" y="13254"/>
                        <a:pt x="12511" y="13254"/>
                      </a:cubicBezTo>
                      <a:cubicBezTo>
                        <a:pt x="12623" y="13254"/>
                        <a:pt x="12738" y="13127"/>
                        <a:pt x="12676" y="12993"/>
                      </a:cubicBezTo>
                      <a:cubicBezTo>
                        <a:pt x="12337" y="12226"/>
                        <a:pt x="11999" y="11458"/>
                        <a:pt x="11648" y="10691"/>
                      </a:cubicBezTo>
                      <a:cubicBezTo>
                        <a:pt x="12415" y="10157"/>
                        <a:pt x="13170" y="9637"/>
                        <a:pt x="13924" y="9117"/>
                      </a:cubicBezTo>
                      <a:cubicBezTo>
                        <a:pt x="14087" y="8997"/>
                        <a:pt x="13987" y="8760"/>
                        <a:pt x="13837" y="8760"/>
                      </a:cubicBezTo>
                      <a:cubicBezTo>
                        <a:pt x="13807" y="8760"/>
                        <a:pt x="13775" y="8770"/>
                        <a:pt x="13742" y="8791"/>
                      </a:cubicBezTo>
                      <a:cubicBezTo>
                        <a:pt x="12975" y="9286"/>
                        <a:pt x="12220" y="9780"/>
                        <a:pt x="11466" y="10274"/>
                      </a:cubicBezTo>
                      <a:cubicBezTo>
                        <a:pt x="11089" y="9455"/>
                        <a:pt x="10711" y="8648"/>
                        <a:pt x="10321" y="7829"/>
                      </a:cubicBezTo>
                      <a:cubicBezTo>
                        <a:pt x="11219" y="7243"/>
                        <a:pt x="12129" y="6658"/>
                        <a:pt x="13027" y="6073"/>
                      </a:cubicBezTo>
                      <a:cubicBezTo>
                        <a:pt x="13118" y="6320"/>
                        <a:pt x="13209" y="6580"/>
                        <a:pt x="13287" y="6840"/>
                      </a:cubicBezTo>
                      <a:cubicBezTo>
                        <a:pt x="13313" y="6919"/>
                        <a:pt x="13375" y="6953"/>
                        <a:pt x="13438" y="6953"/>
                      </a:cubicBezTo>
                      <a:cubicBezTo>
                        <a:pt x="13530" y="6953"/>
                        <a:pt x="13622" y="6878"/>
                        <a:pt x="13599" y="6762"/>
                      </a:cubicBezTo>
                      <a:cubicBezTo>
                        <a:pt x="13521" y="6450"/>
                        <a:pt x="13443" y="6151"/>
                        <a:pt x="13352" y="5851"/>
                      </a:cubicBezTo>
                      <a:cubicBezTo>
                        <a:pt x="14067" y="5370"/>
                        <a:pt x="14796" y="4889"/>
                        <a:pt x="15511" y="4408"/>
                      </a:cubicBezTo>
                      <a:cubicBezTo>
                        <a:pt x="15697" y="4287"/>
                        <a:pt x="15589" y="4011"/>
                        <a:pt x="15411" y="4011"/>
                      </a:cubicBezTo>
                      <a:cubicBezTo>
                        <a:pt x="15377" y="4011"/>
                        <a:pt x="15340" y="4021"/>
                        <a:pt x="15303" y="4043"/>
                      </a:cubicBezTo>
                      <a:cubicBezTo>
                        <a:pt x="14601" y="4473"/>
                        <a:pt x="13898" y="4915"/>
                        <a:pt x="13183" y="5344"/>
                      </a:cubicBezTo>
                      <a:cubicBezTo>
                        <a:pt x="12923" y="4551"/>
                        <a:pt x="12584" y="3770"/>
                        <a:pt x="12181" y="3016"/>
                      </a:cubicBezTo>
                      <a:cubicBezTo>
                        <a:pt x="12936" y="2560"/>
                        <a:pt x="13690" y="2105"/>
                        <a:pt x="14445" y="1650"/>
                      </a:cubicBezTo>
                      <a:cubicBezTo>
                        <a:pt x="14644" y="1528"/>
                        <a:pt x="14522" y="1245"/>
                        <a:pt x="14329" y="1245"/>
                      </a:cubicBezTo>
                      <a:cubicBezTo>
                        <a:pt x="14295" y="1245"/>
                        <a:pt x="14260" y="1253"/>
                        <a:pt x="14223" y="1273"/>
                      </a:cubicBezTo>
                      <a:cubicBezTo>
                        <a:pt x="13456" y="1689"/>
                        <a:pt x="12676" y="2105"/>
                        <a:pt x="11908" y="2521"/>
                      </a:cubicBezTo>
                      <a:cubicBezTo>
                        <a:pt x="11635" y="2066"/>
                        <a:pt x="11349" y="1624"/>
                        <a:pt x="11023" y="1221"/>
                      </a:cubicBezTo>
                      <a:cubicBezTo>
                        <a:pt x="10972" y="1149"/>
                        <a:pt x="10899" y="1119"/>
                        <a:pt x="10828" y="1119"/>
                      </a:cubicBezTo>
                      <a:cubicBezTo>
                        <a:pt x="10668" y="1119"/>
                        <a:pt x="10516" y="1274"/>
                        <a:pt x="10633" y="1455"/>
                      </a:cubicBezTo>
                      <a:cubicBezTo>
                        <a:pt x="10919" y="1897"/>
                        <a:pt x="11193" y="2326"/>
                        <a:pt x="11453" y="2769"/>
                      </a:cubicBezTo>
                      <a:cubicBezTo>
                        <a:pt x="10490" y="3302"/>
                        <a:pt x="9528" y="3822"/>
                        <a:pt x="8578" y="4356"/>
                      </a:cubicBezTo>
                      <a:cubicBezTo>
                        <a:pt x="8188" y="3627"/>
                        <a:pt x="7797" y="2899"/>
                        <a:pt x="7394" y="2170"/>
                      </a:cubicBezTo>
                      <a:cubicBezTo>
                        <a:pt x="7914" y="1806"/>
                        <a:pt x="8422" y="1442"/>
                        <a:pt x="8929" y="1064"/>
                      </a:cubicBezTo>
                      <a:cubicBezTo>
                        <a:pt x="9069" y="957"/>
                        <a:pt x="8986" y="733"/>
                        <a:pt x="8843" y="733"/>
                      </a:cubicBezTo>
                      <a:cubicBezTo>
                        <a:pt x="8813" y="733"/>
                        <a:pt x="8781" y="743"/>
                        <a:pt x="8747" y="765"/>
                      </a:cubicBezTo>
                      <a:cubicBezTo>
                        <a:pt x="8214" y="1090"/>
                        <a:pt x="7680" y="1429"/>
                        <a:pt x="7147" y="1754"/>
                      </a:cubicBezTo>
                      <a:cubicBezTo>
                        <a:pt x="6991" y="1468"/>
                        <a:pt x="6835" y="1182"/>
                        <a:pt x="6679" y="908"/>
                      </a:cubicBezTo>
                      <a:cubicBezTo>
                        <a:pt x="6618" y="808"/>
                        <a:pt x="6529" y="765"/>
                        <a:pt x="6440" y="765"/>
                      </a:cubicBezTo>
                      <a:cubicBezTo>
                        <a:pt x="6241" y="765"/>
                        <a:pt x="6042" y="974"/>
                        <a:pt x="6158" y="1208"/>
                      </a:cubicBezTo>
                      <a:cubicBezTo>
                        <a:pt x="6314" y="1494"/>
                        <a:pt x="6471" y="1780"/>
                        <a:pt x="6627" y="2066"/>
                      </a:cubicBezTo>
                      <a:cubicBezTo>
                        <a:pt x="5573" y="2703"/>
                        <a:pt x="4506" y="3328"/>
                        <a:pt x="3440" y="3952"/>
                      </a:cubicBezTo>
                      <a:cubicBezTo>
                        <a:pt x="3088" y="3328"/>
                        <a:pt x="2737" y="2690"/>
                        <a:pt x="2373" y="2066"/>
                      </a:cubicBezTo>
                      <a:cubicBezTo>
                        <a:pt x="3323" y="1507"/>
                        <a:pt x="4259" y="947"/>
                        <a:pt x="5222" y="401"/>
                      </a:cubicBezTo>
                      <a:cubicBezTo>
                        <a:pt x="5435" y="278"/>
                        <a:pt x="5300" y="0"/>
                        <a:pt x="510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2" name="Google Shape;1002;p38"/>
                <p:cNvSpPr/>
                <p:nvPr/>
              </p:nvSpPr>
              <p:spPr>
                <a:xfrm>
                  <a:off x="4651173" y="3364175"/>
                  <a:ext cx="37386" cy="38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7" h="1987" extrusionOk="0">
                      <a:moveTo>
                        <a:pt x="256" y="1"/>
                      </a:moveTo>
                      <a:cubicBezTo>
                        <a:pt x="122" y="1"/>
                        <a:pt x="0" y="184"/>
                        <a:pt x="119" y="323"/>
                      </a:cubicBezTo>
                      <a:cubicBezTo>
                        <a:pt x="613" y="869"/>
                        <a:pt x="1134" y="1403"/>
                        <a:pt x="1641" y="1949"/>
                      </a:cubicBezTo>
                      <a:cubicBezTo>
                        <a:pt x="1667" y="1975"/>
                        <a:pt x="1697" y="1987"/>
                        <a:pt x="1726" y="1987"/>
                      </a:cubicBezTo>
                      <a:cubicBezTo>
                        <a:pt x="1826" y="1987"/>
                        <a:pt x="1917" y="1855"/>
                        <a:pt x="1836" y="1754"/>
                      </a:cubicBezTo>
                      <a:cubicBezTo>
                        <a:pt x="1342" y="1195"/>
                        <a:pt x="860" y="622"/>
                        <a:pt x="379" y="63"/>
                      </a:cubicBezTo>
                      <a:cubicBezTo>
                        <a:pt x="342" y="19"/>
                        <a:pt x="298" y="1"/>
                        <a:pt x="25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3" name="Google Shape;1003;p38"/>
                <p:cNvSpPr/>
                <p:nvPr/>
              </p:nvSpPr>
              <p:spPr>
                <a:xfrm>
                  <a:off x="4635142" y="3366711"/>
                  <a:ext cx="23071" cy="26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3" h="1380" extrusionOk="0">
                      <a:moveTo>
                        <a:pt x="235" y="0"/>
                      </a:moveTo>
                      <a:cubicBezTo>
                        <a:pt x="117" y="0"/>
                        <a:pt x="1" y="140"/>
                        <a:pt x="69" y="258"/>
                      </a:cubicBezTo>
                      <a:cubicBezTo>
                        <a:pt x="304" y="622"/>
                        <a:pt x="590" y="973"/>
                        <a:pt x="850" y="1312"/>
                      </a:cubicBezTo>
                      <a:cubicBezTo>
                        <a:pt x="886" y="1359"/>
                        <a:pt x="934" y="1379"/>
                        <a:pt x="980" y="1379"/>
                      </a:cubicBezTo>
                      <a:cubicBezTo>
                        <a:pt x="1085" y="1379"/>
                        <a:pt x="1182" y="1277"/>
                        <a:pt x="1110" y="1169"/>
                      </a:cubicBezTo>
                      <a:cubicBezTo>
                        <a:pt x="863" y="791"/>
                        <a:pt x="616" y="401"/>
                        <a:pt x="343" y="50"/>
                      </a:cubicBezTo>
                      <a:cubicBezTo>
                        <a:pt x="311" y="15"/>
                        <a:pt x="273" y="0"/>
                        <a:pt x="23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4" name="Google Shape;1004;p38"/>
                <p:cNvSpPr/>
                <p:nvPr/>
              </p:nvSpPr>
              <p:spPr>
                <a:xfrm>
                  <a:off x="5015402" y="3581141"/>
                  <a:ext cx="54080" cy="2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3" h="1337" extrusionOk="0">
                      <a:moveTo>
                        <a:pt x="2553" y="1"/>
                      </a:moveTo>
                      <a:cubicBezTo>
                        <a:pt x="2524" y="1"/>
                        <a:pt x="2494" y="11"/>
                        <a:pt x="2464" y="34"/>
                      </a:cubicBezTo>
                      <a:cubicBezTo>
                        <a:pt x="1775" y="541"/>
                        <a:pt x="1033" y="814"/>
                        <a:pt x="201" y="970"/>
                      </a:cubicBezTo>
                      <a:cubicBezTo>
                        <a:pt x="0" y="1008"/>
                        <a:pt x="29" y="1336"/>
                        <a:pt x="218" y="1336"/>
                      </a:cubicBezTo>
                      <a:cubicBezTo>
                        <a:pt x="225" y="1336"/>
                        <a:pt x="232" y="1336"/>
                        <a:pt x="240" y="1335"/>
                      </a:cubicBezTo>
                      <a:cubicBezTo>
                        <a:pt x="1124" y="1218"/>
                        <a:pt x="1931" y="853"/>
                        <a:pt x="2633" y="320"/>
                      </a:cubicBezTo>
                      <a:cubicBezTo>
                        <a:pt x="2772" y="213"/>
                        <a:pt x="2683" y="1"/>
                        <a:pt x="255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5" name="Google Shape;1005;p38"/>
                <p:cNvSpPr/>
                <p:nvPr/>
              </p:nvSpPr>
              <p:spPr>
                <a:xfrm>
                  <a:off x="4989015" y="3580478"/>
                  <a:ext cx="49478" cy="219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7" h="1123" extrusionOk="0">
                      <a:moveTo>
                        <a:pt x="2346" y="0"/>
                      </a:moveTo>
                      <a:cubicBezTo>
                        <a:pt x="2325" y="0"/>
                        <a:pt x="2304" y="5"/>
                        <a:pt x="2282" y="16"/>
                      </a:cubicBezTo>
                      <a:cubicBezTo>
                        <a:pt x="1619" y="354"/>
                        <a:pt x="1034" y="640"/>
                        <a:pt x="266" y="705"/>
                      </a:cubicBezTo>
                      <a:cubicBezTo>
                        <a:pt x="1" y="718"/>
                        <a:pt x="5" y="1123"/>
                        <a:pt x="244" y="1123"/>
                      </a:cubicBezTo>
                      <a:cubicBezTo>
                        <a:pt x="251" y="1123"/>
                        <a:pt x="258" y="1122"/>
                        <a:pt x="266" y="1121"/>
                      </a:cubicBezTo>
                      <a:cubicBezTo>
                        <a:pt x="1034" y="1017"/>
                        <a:pt x="1879" y="757"/>
                        <a:pt x="2438" y="211"/>
                      </a:cubicBezTo>
                      <a:cubicBezTo>
                        <a:pt x="2536" y="124"/>
                        <a:pt x="2452" y="0"/>
                        <a:pt x="234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06" name="Google Shape;1006;p38"/>
            <p:cNvGrpSpPr/>
            <p:nvPr/>
          </p:nvGrpSpPr>
          <p:grpSpPr>
            <a:xfrm>
              <a:off x="2520440" y="580549"/>
              <a:ext cx="1789373" cy="1780799"/>
              <a:chOff x="3296953" y="304774"/>
              <a:chExt cx="1789373" cy="1780799"/>
            </a:xfrm>
          </p:grpSpPr>
          <p:sp>
            <p:nvSpPr>
              <p:cNvPr id="1007" name="Google Shape;1007;p38"/>
              <p:cNvSpPr/>
              <p:nvPr/>
            </p:nvSpPr>
            <p:spPr>
              <a:xfrm rot="-8100000">
                <a:off x="3395271" y="728040"/>
                <a:ext cx="1584162" cy="934268"/>
              </a:xfrm>
              <a:custGeom>
                <a:avLst/>
                <a:gdLst/>
                <a:ahLst/>
                <a:cxnLst/>
                <a:rect l="l" t="t" r="r" b="b"/>
                <a:pathLst>
                  <a:path w="20402" h="12030" extrusionOk="0">
                    <a:moveTo>
                      <a:pt x="14060" y="0"/>
                    </a:moveTo>
                    <a:cubicBezTo>
                      <a:pt x="10648" y="0"/>
                      <a:pt x="9022" y="2520"/>
                      <a:pt x="6374" y="2913"/>
                    </a:cubicBezTo>
                    <a:cubicBezTo>
                      <a:pt x="3320" y="3366"/>
                      <a:pt x="1" y="3996"/>
                      <a:pt x="2739" y="6508"/>
                    </a:cubicBezTo>
                    <a:cubicBezTo>
                      <a:pt x="4759" y="8370"/>
                      <a:pt x="2749" y="11394"/>
                      <a:pt x="6266" y="11966"/>
                    </a:cubicBezTo>
                    <a:cubicBezTo>
                      <a:pt x="6538" y="12009"/>
                      <a:pt x="6787" y="12030"/>
                      <a:pt x="7017" y="12030"/>
                    </a:cubicBezTo>
                    <a:cubicBezTo>
                      <a:pt x="9751" y="12030"/>
                      <a:pt x="9703" y="9141"/>
                      <a:pt x="11575" y="7887"/>
                    </a:cubicBezTo>
                    <a:cubicBezTo>
                      <a:pt x="13614" y="6528"/>
                      <a:pt x="14974" y="5967"/>
                      <a:pt x="17348" y="5513"/>
                    </a:cubicBezTo>
                    <a:cubicBezTo>
                      <a:pt x="19732" y="5060"/>
                      <a:pt x="20401" y="1209"/>
                      <a:pt x="15762" y="194"/>
                    </a:cubicBezTo>
                    <a:cubicBezTo>
                      <a:pt x="15146" y="59"/>
                      <a:pt x="14582" y="0"/>
                      <a:pt x="1406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08" name="Google Shape;1008;p38"/>
              <p:cNvGrpSpPr/>
              <p:nvPr/>
            </p:nvGrpSpPr>
            <p:grpSpPr>
              <a:xfrm rot="899996" flipH="1">
                <a:off x="3592520" y="827489"/>
                <a:ext cx="1385704" cy="1017783"/>
                <a:chOff x="6505036" y="3475214"/>
                <a:chExt cx="425187" cy="312295"/>
              </a:xfrm>
            </p:grpSpPr>
            <p:sp>
              <p:nvSpPr>
                <p:cNvPr id="1009" name="Google Shape;1009;p38"/>
                <p:cNvSpPr/>
                <p:nvPr/>
              </p:nvSpPr>
              <p:spPr>
                <a:xfrm>
                  <a:off x="6505036" y="3475214"/>
                  <a:ext cx="425187" cy="312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47" h="6497" extrusionOk="0">
                      <a:moveTo>
                        <a:pt x="1813" y="2773"/>
                      </a:moveTo>
                      <a:cubicBezTo>
                        <a:pt x="1823" y="2782"/>
                        <a:pt x="1842" y="2802"/>
                        <a:pt x="1862" y="2802"/>
                      </a:cubicBezTo>
                      <a:lnTo>
                        <a:pt x="1862" y="2802"/>
                      </a:lnTo>
                      <a:cubicBezTo>
                        <a:pt x="1845" y="2794"/>
                        <a:pt x="1829" y="2784"/>
                        <a:pt x="1813" y="2773"/>
                      </a:cubicBezTo>
                      <a:close/>
                      <a:moveTo>
                        <a:pt x="7402" y="728"/>
                      </a:moveTo>
                      <a:cubicBezTo>
                        <a:pt x="7436" y="728"/>
                        <a:pt x="7471" y="739"/>
                        <a:pt x="7507" y="763"/>
                      </a:cubicBezTo>
                      <a:cubicBezTo>
                        <a:pt x="7566" y="812"/>
                        <a:pt x="7615" y="862"/>
                        <a:pt x="7684" y="881"/>
                      </a:cubicBezTo>
                      <a:cubicBezTo>
                        <a:pt x="7940" y="970"/>
                        <a:pt x="8117" y="1157"/>
                        <a:pt x="8295" y="1344"/>
                      </a:cubicBezTo>
                      <a:cubicBezTo>
                        <a:pt x="8314" y="1374"/>
                        <a:pt x="8344" y="1394"/>
                        <a:pt x="8364" y="1413"/>
                      </a:cubicBezTo>
                      <a:cubicBezTo>
                        <a:pt x="8472" y="1620"/>
                        <a:pt x="8482" y="2063"/>
                        <a:pt x="8236" y="2270"/>
                      </a:cubicBezTo>
                      <a:cubicBezTo>
                        <a:pt x="8029" y="2438"/>
                        <a:pt x="7812" y="2585"/>
                        <a:pt x="7576" y="2714"/>
                      </a:cubicBezTo>
                      <a:cubicBezTo>
                        <a:pt x="7241" y="2891"/>
                        <a:pt x="6896" y="3019"/>
                        <a:pt x="6522" y="3108"/>
                      </a:cubicBezTo>
                      <a:cubicBezTo>
                        <a:pt x="6098" y="3196"/>
                        <a:pt x="5665" y="3285"/>
                        <a:pt x="5231" y="3354"/>
                      </a:cubicBezTo>
                      <a:cubicBezTo>
                        <a:pt x="5034" y="3393"/>
                        <a:pt x="4847" y="3403"/>
                        <a:pt x="4640" y="3433"/>
                      </a:cubicBezTo>
                      <a:cubicBezTo>
                        <a:pt x="4551" y="3285"/>
                        <a:pt x="4630" y="3157"/>
                        <a:pt x="4719" y="3019"/>
                      </a:cubicBezTo>
                      <a:cubicBezTo>
                        <a:pt x="4758" y="3019"/>
                        <a:pt x="4808" y="3019"/>
                        <a:pt x="4847" y="3029"/>
                      </a:cubicBezTo>
                      <a:cubicBezTo>
                        <a:pt x="4895" y="3046"/>
                        <a:pt x="4939" y="3058"/>
                        <a:pt x="4980" y="3058"/>
                      </a:cubicBezTo>
                      <a:cubicBezTo>
                        <a:pt x="5033" y="3058"/>
                        <a:pt x="5083" y="3039"/>
                        <a:pt x="5133" y="2989"/>
                      </a:cubicBezTo>
                      <a:cubicBezTo>
                        <a:pt x="5162" y="2960"/>
                        <a:pt x="5221" y="2950"/>
                        <a:pt x="5261" y="2950"/>
                      </a:cubicBezTo>
                      <a:cubicBezTo>
                        <a:pt x="5271" y="2950"/>
                        <a:pt x="5281" y="2951"/>
                        <a:pt x="5291" y="2951"/>
                      </a:cubicBezTo>
                      <a:cubicBezTo>
                        <a:pt x="5482" y="2951"/>
                        <a:pt x="5619" y="2861"/>
                        <a:pt x="5684" y="2664"/>
                      </a:cubicBezTo>
                      <a:cubicBezTo>
                        <a:pt x="6236" y="2615"/>
                        <a:pt x="6797" y="2546"/>
                        <a:pt x="7280" y="2241"/>
                      </a:cubicBezTo>
                      <a:lnTo>
                        <a:pt x="7280" y="2241"/>
                      </a:lnTo>
                      <a:cubicBezTo>
                        <a:pt x="6778" y="2428"/>
                        <a:pt x="6256" y="2546"/>
                        <a:pt x="5694" y="2595"/>
                      </a:cubicBezTo>
                      <a:cubicBezTo>
                        <a:pt x="5773" y="2359"/>
                        <a:pt x="5891" y="2191"/>
                        <a:pt x="6108" y="2132"/>
                      </a:cubicBezTo>
                      <a:cubicBezTo>
                        <a:pt x="6206" y="2103"/>
                        <a:pt x="6275" y="2054"/>
                        <a:pt x="6305" y="1965"/>
                      </a:cubicBezTo>
                      <a:cubicBezTo>
                        <a:pt x="6403" y="1689"/>
                        <a:pt x="6630" y="1610"/>
                        <a:pt x="6886" y="1561"/>
                      </a:cubicBezTo>
                      <a:cubicBezTo>
                        <a:pt x="7014" y="1531"/>
                        <a:pt x="7142" y="1482"/>
                        <a:pt x="7270" y="1433"/>
                      </a:cubicBezTo>
                      <a:cubicBezTo>
                        <a:pt x="7369" y="1394"/>
                        <a:pt x="7369" y="1305"/>
                        <a:pt x="7280" y="1236"/>
                      </a:cubicBezTo>
                      <a:cubicBezTo>
                        <a:pt x="7195" y="1159"/>
                        <a:pt x="7102" y="1082"/>
                        <a:pt x="6976" y="1082"/>
                      </a:cubicBezTo>
                      <a:cubicBezTo>
                        <a:pt x="6957" y="1082"/>
                        <a:pt x="6937" y="1084"/>
                        <a:pt x="6916" y="1088"/>
                      </a:cubicBezTo>
                      <a:cubicBezTo>
                        <a:pt x="6886" y="1088"/>
                        <a:pt x="6847" y="1068"/>
                        <a:pt x="6807" y="1029"/>
                      </a:cubicBezTo>
                      <a:cubicBezTo>
                        <a:pt x="6866" y="1009"/>
                        <a:pt x="6916" y="999"/>
                        <a:pt x="6965" y="970"/>
                      </a:cubicBezTo>
                      <a:cubicBezTo>
                        <a:pt x="7063" y="911"/>
                        <a:pt x="7162" y="862"/>
                        <a:pt x="7251" y="793"/>
                      </a:cubicBezTo>
                      <a:cubicBezTo>
                        <a:pt x="7303" y="752"/>
                        <a:pt x="7352" y="728"/>
                        <a:pt x="7402" y="728"/>
                      </a:cubicBezTo>
                      <a:close/>
                      <a:moveTo>
                        <a:pt x="8157" y="2448"/>
                      </a:moveTo>
                      <a:cubicBezTo>
                        <a:pt x="8314" y="2546"/>
                        <a:pt x="8383" y="2694"/>
                        <a:pt x="8413" y="2871"/>
                      </a:cubicBezTo>
                      <a:cubicBezTo>
                        <a:pt x="8462" y="3117"/>
                        <a:pt x="8393" y="3334"/>
                        <a:pt x="8295" y="3551"/>
                      </a:cubicBezTo>
                      <a:cubicBezTo>
                        <a:pt x="8117" y="3925"/>
                        <a:pt x="7842" y="4221"/>
                        <a:pt x="7477" y="4398"/>
                      </a:cubicBezTo>
                      <a:cubicBezTo>
                        <a:pt x="7201" y="4536"/>
                        <a:pt x="6906" y="4625"/>
                        <a:pt x="6610" y="4703"/>
                      </a:cubicBezTo>
                      <a:cubicBezTo>
                        <a:pt x="6334" y="4782"/>
                        <a:pt x="6059" y="4831"/>
                        <a:pt x="5773" y="4881"/>
                      </a:cubicBezTo>
                      <a:cubicBezTo>
                        <a:pt x="5507" y="4920"/>
                        <a:pt x="5231" y="4950"/>
                        <a:pt x="4965" y="4979"/>
                      </a:cubicBezTo>
                      <a:cubicBezTo>
                        <a:pt x="4926" y="4979"/>
                        <a:pt x="4886" y="4969"/>
                        <a:pt x="4837" y="4959"/>
                      </a:cubicBezTo>
                      <a:cubicBezTo>
                        <a:pt x="4808" y="4831"/>
                        <a:pt x="4788" y="4703"/>
                        <a:pt x="4758" y="4565"/>
                      </a:cubicBezTo>
                      <a:cubicBezTo>
                        <a:pt x="4827" y="4556"/>
                        <a:pt x="4877" y="4556"/>
                        <a:pt x="4926" y="4556"/>
                      </a:cubicBezTo>
                      <a:cubicBezTo>
                        <a:pt x="5389" y="4536"/>
                        <a:pt x="5862" y="4536"/>
                        <a:pt x="6325" y="4487"/>
                      </a:cubicBezTo>
                      <a:cubicBezTo>
                        <a:pt x="6610" y="4457"/>
                        <a:pt x="6916" y="4418"/>
                        <a:pt x="7172" y="4162"/>
                      </a:cubicBezTo>
                      <a:lnTo>
                        <a:pt x="7172" y="4162"/>
                      </a:lnTo>
                      <a:cubicBezTo>
                        <a:pt x="7073" y="4191"/>
                        <a:pt x="7014" y="4201"/>
                        <a:pt x="6955" y="4231"/>
                      </a:cubicBezTo>
                      <a:cubicBezTo>
                        <a:pt x="6650" y="4388"/>
                        <a:pt x="6325" y="4418"/>
                        <a:pt x="6000" y="4428"/>
                      </a:cubicBezTo>
                      <a:lnTo>
                        <a:pt x="5802" y="4428"/>
                      </a:lnTo>
                      <a:cubicBezTo>
                        <a:pt x="5586" y="4446"/>
                        <a:pt x="5374" y="4472"/>
                        <a:pt x="5158" y="4472"/>
                      </a:cubicBezTo>
                      <a:cubicBezTo>
                        <a:pt x="5030" y="4472"/>
                        <a:pt x="4900" y="4463"/>
                        <a:pt x="4768" y="4437"/>
                      </a:cubicBezTo>
                      <a:cubicBezTo>
                        <a:pt x="4601" y="4152"/>
                        <a:pt x="4719" y="3836"/>
                        <a:pt x="4630" y="3531"/>
                      </a:cubicBezTo>
                      <a:cubicBezTo>
                        <a:pt x="4758" y="3521"/>
                        <a:pt x="4867" y="3511"/>
                        <a:pt x="4975" y="3492"/>
                      </a:cubicBezTo>
                      <a:cubicBezTo>
                        <a:pt x="5359" y="3423"/>
                        <a:pt x="5753" y="3374"/>
                        <a:pt x="6137" y="3285"/>
                      </a:cubicBezTo>
                      <a:cubicBezTo>
                        <a:pt x="6591" y="3186"/>
                        <a:pt x="7034" y="3068"/>
                        <a:pt x="7448" y="2871"/>
                      </a:cubicBezTo>
                      <a:cubicBezTo>
                        <a:pt x="7694" y="2763"/>
                        <a:pt x="7911" y="2595"/>
                        <a:pt x="8157" y="2448"/>
                      </a:cubicBezTo>
                      <a:close/>
                      <a:moveTo>
                        <a:pt x="552" y="3265"/>
                      </a:moveTo>
                      <a:cubicBezTo>
                        <a:pt x="720" y="3324"/>
                        <a:pt x="877" y="3383"/>
                        <a:pt x="1045" y="3423"/>
                      </a:cubicBezTo>
                      <a:cubicBezTo>
                        <a:pt x="1301" y="3492"/>
                        <a:pt x="1557" y="3561"/>
                        <a:pt x="1823" y="3600"/>
                      </a:cubicBezTo>
                      <a:cubicBezTo>
                        <a:pt x="2138" y="3649"/>
                        <a:pt x="2453" y="3669"/>
                        <a:pt x="2768" y="3679"/>
                      </a:cubicBezTo>
                      <a:cubicBezTo>
                        <a:pt x="2829" y="3681"/>
                        <a:pt x="2889" y="3682"/>
                        <a:pt x="2950" y="3682"/>
                      </a:cubicBezTo>
                      <a:cubicBezTo>
                        <a:pt x="3207" y="3682"/>
                        <a:pt x="3469" y="3667"/>
                        <a:pt x="3724" y="3659"/>
                      </a:cubicBezTo>
                      <a:lnTo>
                        <a:pt x="4236" y="3659"/>
                      </a:lnTo>
                      <a:cubicBezTo>
                        <a:pt x="4256" y="3945"/>
                        <a:pt x="4276" y="4201"/>
                        <a:pt x="4295" y="4477"/>
                      </a:cubicBezTo>
                      <a:lnTo>
                        <a:pt x="3832" y="4477"/>
                      </a:lnTo>
                      <a:cubicBezTo>
                        <a:pt x="3709" y="4482"/>
                        <a:pt x="3584" y="4482"/>
                        <a:pt x="3457" y="4482"/>
                      </a:cubicBezTo>
                      <a:cubicBezTo>
                        <a:pt x="3330" y="4482"/>
                        <a:pt x="3202" y="4482"/>
                        <a:pt x="3074" y="4487"/>
                      </a:cubicBezTo>
                      <a:cubicBezTo>
                        <a:pt x="3039" y="4490"/>
                        <a:pt x="3005" y="4491"/>
                        <a:pt x="2970" y="4491"/>
                      </a:cubicBezTo>
                      <a:cubicBezTo>
                        <a:pt x="2788" y="4491"/>
                        <a:pt x="2606" y="4452"/>
                        <a:pt x="2424" y="4428"/>
                      </a:cubicBezTo>
                      <a:cubicBezTo>
                        <a:pt x="2310" y="4403"/>
                        <a:pt x="2190" y="4386"/>
                        <a:pt x="2069" y="4386"/>
                      </a:cubicBezTo>
                      <a:cubicBezTo>
                        <a:pt x="2043" y="4386"/>
                        <a:pt x="2016" y="4386"/>
                        <a:pt x="1990" y="4388"/>
                      </a:cubicBezTo>
                      <a:cubicBezTo>
                        <a:pt x="2020" y="4398"/>
                        <a:pt x="2040" y="4428"/>
                        <a:pt x="2069" y="4428"/>
                      </a:cubicBezTo>
                      <a:cubicBezTo>
                        <a:pt x="2315" y="4457"/>
                        <a:pt x="2571" y="4467"/>
                        <a:pt x="2818" y="4516"/>
                      </a:cubicBezTo>
                      <a:cubicBezTo>
                        <a:pt x="2996" y="4547"/>
                        <a:pt x="3175" y="4552"/>
                        <a:pt x="3354" y="4552"/>
                      </a:cubicBezTo>
                      <a:cubicBezTo>
                        <a:pt x="3453" y="4552"/>
                        <a:pt x="3552" y="4550"/>
                        <a:pt x="3652" y="4550"/>
                      </a:cubicBezTo>
                      <a:cubicBezTo>
                        <a:pt x="3777" y="4550"/>
                        <a:pt x="3903" y="4553"/>
                        <a:pt x="4029" y="4565"/>
                      </a:cubicBezTo>
                      <a:cubicBezTo>
                        <a:pt x="4118" y="4565"/>
                        <a:pt x="4207" y="4585"/>
                        <a:pt x="4305" y="4605"/>
                      </a:cubicBezTo>
                      <a:cubicBezTo>
                        <a:pt x="4325" y="4743"/>
                        <a:pt x="4354" y="4881"/>
                        <a:pt x="4384" y="5048"/>
                      </a:cubicBezTo>
                      <a:cubicBezTo>
                        <a:pt x="4315" y="5058"/>
                        <a:pt x="4256" y="5068"/>
                        <a:pt x="4197" y="5068"/>
                      </a:cubicBezTo>
                      <a:cubicBezTo>
                        <a:pt x="3832" y="5078"/>
                        <a:pt x="3478" y="5097"/>
                        <a:pt x="3123" y="5107"/>
                      </a:cubicBezTo>
                      <a:cubicBezTo>
                        <a:pt x="3057" y="5107"/>
                        <a:pt x="2990" y="5108"/>
                        <a:pt x="2924" y="5108"/>
                      </a:cubicBezTo>
                      <a:cubicBezTo>
                        <a:pt x="2724" y="5108"/>
                        <a:pt x="2525" y="5102"/>
                        <a:pt x="2325" y="5058"/>
                      </a:cubicBezTo>
                      <a:cubicBezTo>
                        <a:pt x="2049" y="4989"/>
                        <a:pt x="1754" y="4959"/>
                        <a:pt x="1468" y="4920"/>
                      </a:cubicBezTo>
                      <a:cubicBezTo>
                        <a:pt x="1173" y="4871"/>
                        <a:pt x="907" y="4753"/>
                        <a:pt x="660" y="4595"/>
                      </a:cubicBezTo>
                      <a:cubicBezTo>
                        <a:pt x="601" y="4556"/>
                        <a:pt x="542" y="4496"/>
                        <a:pt x="513" y="4437"/>
                      </a:cubicBezTo>
                      <a:cubicBezTo>
                        <a:pt x="385" y="4181"/>
                        <a:pt x="325" y="3915"/>
                        <a:pt x="335" y="3630"/>
                      </a:cubicBezTo>
                      <a:cubicBezTo>
                        <a:pt x="335" y="3472"/>
                        <a:pt x="414" y="3354"/>
                        <a:pt x="552" y="3265"/>
                      </a:cubicBezTo>
                      <a:close/>
                      <a:moveTo>
                        <a:pt x="4521" y="101"/>
                      </a:moveTo>
                      <a:cubicBezTo>
                        <a:pt x="4583" y="101"/>
                        <a:pt x="4645" y="108"/>
                        <a:pt x="4709" y="123"/>
                      </a:cubicBezTo>
                      <a:cubicBezTo>
                        <a:pt x="4936" y="182"/>
                        <a:pt x="5014" y="261"/>
                        <a:pt x="5024" y="497"/>
                      </a:cubicBezTo>
                      <a:cubicBezTo>
                        <a:pt x="5024" y="605"/>
                        <a:pt x="5024" y="605"/>
                        <a:pt x="5133" y="743"/>
                      </a:cubicBezTo>
                      <a:cubicBezTo>
                        <a:pt x="5123" y="625"/>
                        <a:pt x="5123" y="536"/>
                        <a:pt x="5113" y="418"/>
                      </a:cubicBezTo>
                      <a:cubicBezTo>
                        <a:pt x="5221" y="418"/>
                        <a:pt x="5320" y="408"/>
                        <a:pt x="5408" y="408"/>
                      </a:cubicBezTo>
                      <a:cubicBezTo>
                        <a:pt x="5822" y="418"/>
                        <a:pt x="6226" y="428"/>
                        <a:pt x="6640" y="438"/>
                      </a:cubicBezTo>
                      <a:cubicBezTo>
                        <a:pt x="6857" y="448"/>
                        <a:pt x="7034" y="556"/>
                        <a:pt x="7191" y="694"/>
                      </a:cubicBezTo>
                      <a:cubicBezTo>
                        <a:pt x="7132" y="842"/>
                        <a:pt x="7004" y="871"/>
                        <a:pt x="6876" y="911"/>
                      </a:cubicBezTo>
                      <a:cubicBezTo>
                        <a:pt x="6738" y="950"/>
                        <a:pt x="6728" y="950"/>
                        <a:pt x="6719" y="1137"/>
                      </a:cubicBezTo>
                      <a:cubicBezTo>
                        <a:pt x="6876" y="1216"/>
                        <a:pt x="7113" y="1098"/>
                        <a:pt x="7221" y="1334"/>
                      </a:cubicBezTo>
                      <a:cubicBezTo>
                        <a:pt x="7182" y="1443"/>
                        <a:pt x="7073" y="1453"/>
                        <a:pt x="6965" y="1472"/>
                      </a:cubicBezTo>
                      <a:cubicBezTo>
                        <a:pt x="6837" y="1492"/>
                        <a:pt x="6709" y="1502"/>
                        <a:pt x="6591" y="1561"/>
                      </a:cubicBezTo>
                      <a:cubicBezTo>
                        <a:pt x="6433" y="1640"/>
                        <a:pt x="6325" y="1748"/>
                        <a:pt x="6246" y="1886"/>
                      </a:cubicBezTo>
                      <a:cubicBezTo>
                        <a:pt x="6197" y="1965"/>
                        <a:pt x="6137" y="2034"/>
                        <a:pt x="6049" y="2063"/>
                      </a:cubicBezTo>
                      <a:cubicBezTo>
                        <a:pt x="5822" y="2142"/>
                        <a:pt x="5694" y="2319"/>
                        <a:pt x="5615" y="2536"/>
                      </a:cubicBezTo>
                      <a:cubicBezTo>
                        <a:pt x="5605" y="2576"/>
                        <a:pt x="5586" y="2615"/>
                        <a:pt x="5576" y="2645"/>
                      </a:cubicBezTo>
                      <a:cubicBezTo>
                        <a:pt x="5546" y="2802"/>
                        <a:pt x="5448" y="2861"/>
                        <a:pt x="5300" y="2871"/>
                      </a:cubicBezTo>
                      <a:cubicBezTo>
                        <a:pt x="5211" y="2871"/>
                        <a:pt x="5123" y="2881"/>
                        <a:pt x="5044" y="2950"/>
                      </a:cubicBezTo>
                      <a:cubicBezTo>
                        <a:pt x="5020" y="2970"/>
                        <a:pt x="4995" y="2977"/>
                        <a:pt x="4968" y="2977"/>
                      </a:cubicBezTo>
                      <a:cubicBezTo>
                        <a:pt x="4929" y="2977"/>
                        <a:pt x="4888" y="2962"/>
                        <a:pt x="4847" y="2950"/>
                      </a:cubicBezTo>
                      <a:cubicBezTo>
                        <a:pt x="4806" y="2938"/>
                        <a:pt x="4773" y="2932"/>
                        <a:pt x="4745" y="2932"/>
                      </a:cubicBezTo>
                      <a:cubicBezTo>
                        <a:pt x="4678" y="2932"/>
                        <a:pt x="4639" y="2968"/>
                        <a:pt x="4591" y="3058"/>
                      </a:cubicBezTo>
                      <a:cubicBezTo>
                        <a:pt x="4522" y="3186"/>
                        <a:pt x="4512" y="3334"/>
                        <a:pt x="4532" y="3472"/>
                      </a:cubicBezTo>
                      <a:cubicBezTo>
                        <a:pt x="4601" y="3945"/>
                        <a:pt x="4670" y="4418"/>
                        <a:pt x="4739" y="4891"/>
                      </a:cubicBezTo>
                      <a:cubicBezTo>
                        <a:pt x="4748" y="4900"/>
                        <a:pt x="4748" y="4910"/>
                        <a:pt x="4748" y="4910"/>
                      </a:cubicBezTo>
                      <a:cubicBezTo>
                        <a:pt x="4758" y="5048"/>
                        <a:pt x="4709" y="5156"/>
                        <a:pt x="4620" y="5166"/>
                      </a:cubicBezTo>
                      <a:cubicBezTo>
                        <a:pt x="4617" y="5167"/>
                        <a:pt x="4613" y="5167"/>
                        <a:pt x="4610" y="5167"/>
                      </a:cubicBezTo>
                      <a:cubicBezTo>
                        <a:pt x="4544" y="5167"/>
                        <a:pt x="4471" y="5081"/>
                        <a:pt x="4443" y="4959"/>
                      </a:cubicBezTo>
                      <a:cubicBezTo>
                        <a:pt x="4414" y="4772"/>
                        <a:pt x="4394" y="4585"/>
                        <a:pt x="4374" y="4398"/>
                      </a:cubicBezTo>
                      <a:cubicBezTo>
                        <a:pt x="4354" y="4191"/>
                        <a:pt x="4335" y="3984"/>
                        <a:pt x="4325" y="3777"/>
                      </a:cubicBezTo>
                      <a:cubicBezTo>
                        <a:pt x="4325" y="3718"/>
                        <a:pt x="4354" y="3659"/>
                        <a:pt x="4374" y="3610"/>
                      </a:cubicBezTo>
                      <a:cubicBezTo>
                        <a:pt x="4354" y="3531"/>
                        <a:pt x="4325" y="3462"/>
                        <a:pt x="4315" y="3383"/>
                      </a:cubicBezTo>
                      <a:cubicBezTo>
                        <a:pt x="4285" y="3048"/>
                        <a:pt x="4217" y="2733"/>
                        <a:pt x="4049" y="2438"/>
                      </a:cubicBezTo>
                      <a:cubicBezTo>
                        <a:pt x="3980" y="2310"/>
                        <a:pt x="3891" y="2201"/>
                        <a:pt x="3724" y="2201"/>
                      </a:cubicBezTo>
                      <a:cubicBezTo>
                        <a:pt x="3813" y="2290"/>
                        <a:pt x="3901" y="2369"/>
                        <a:pt x="3970" y="2457"/>
                      </a:cubicBezTo>
                      <a:cubicBezTo>
                        <a:pt x="4029" y="2536"/>
                        <a:pt x="4059" y="2625"/>
                        <a:pt x="4108" y="2743"/>
                      </a:cubicBezTo>
                      <a:cubicBezTo>
                        <a:pt x="3951" y="2763"/>
                        <a:pt x="3822" y="2782"/>
                        <a:pt x="3685" y="2792"/>
                      </a:cubicBezTo>
                      <a:cubicBezTo>
                        <a:pt x="3281" y="2812"/>
                        <a:pt x="2867" y="2822"/>
                        <a:pt x="2463" y="2832"/>
                      </a:cubicBezTo>
                      <a:cubicBezTo>
                        <a:pt x="2256" y="2832"/>
                        <a:pt x="2059" y="2812"/>
                        <a:pt x="1862" y="2802"/>
                      </a:cubicBezTo>
                      <a:cubicBezTo>
                        <a:pt x="1862" y="2802"/>
                        <a:pt x="1862" y="2802"/>
                        <a:pt x="1862" y="2802"/>
                      </a:cubicBezTo>
                      <a:lnTo>
                        <a:pt x="1862" y="2802"/>
                      </a:lnTo>
                      <a:cubicBezTo>
                        <a:pt x="1961" y="2852"/>
                        <a:pt x="2076" y="2853"/>
                        <a:pt x="2177" y="2861"/>
                      </a:cubicBezTo>
                      <a:cubicBezTo>
                        <a:pt x="2404" y="2886"/>
                        <a:pt x="2625" y="2903"/>
                        <a:pt x="2849" y="2903"/>
                      </a:cubicBezTo>
                      <a:cubicBezTo>
                        <a:pt x="2898" y="2903"/>
                        <a:pt x="2946" y="2902"/>
                        <a:pt x="2995" y="2901"/>
                      </a:cubicBezTo>
                      <a:cubicBezTo>
                        <a:pt x="3310" y="2901"/>
                        <a:pt x="3635" y="2871"/>
                        <a:pt x="3951" y="2851"/>
                      </a:cubicBezTo>
                      <a:cubicBezTo>
                        <a:pt x="4010" y="2851"/>
                        <a:pt x="4069" y="2851"/>
                        <a:pt x="4148" y="2842"/>
                      </a:cubicBezTo>
                      <a:cubicBezTo>
                        <a:pt x="4207" y="3068"/>
                        <a:pt x="4246" y="3295"/>
                        <a:pt x="4226" y="3541"/>
                      </a:cubicBezTo>
                      <a:cubicBezTo>
                        <a:pt x="4049" y="3551"/>
                        <a:pt x="3882" y="3571"/>
                        <a:pt x="3714" y="3571"/>
                      </a:cubicBezTo>
                      <a:cubicBezTo>
                        <a:pt x="3397" y="3577"/>
                        <a:pt x="3080" y="3586"/>
                        <a:pt x="2765" y="3586"/>
                      </a:cubicBezTo>
                      <a:cubicBezTo>
                        <a:pt x="2561" y="3586"/>
                        <a:pt x="2359" y="3582"/>
                        <a:pt x="2158" y="3571"/>
                      </a:cubicBezTo>
                      <a:cubicBezTo>
                        <a:pt x="1764" y="3541"/>
                        <a:pt x="1370" y="3482"/>
                        <a:pt x="995" y="3324"/>
                      </a:cubicBezTo>
                      <a:cubicBezTo>
                        <a:pt x="877" y="3275"/>
                        <a:pt x="739" y="3236"/>
                        <a:pt x="611" y="3196"/>
                      </a:cubicBezTo>
                      <a:cubicBezTo>
                        <a:pt x="355" y="3108"/>
                        <a:pt x="247" y="2891"/>
                        <a:pt x="178" y="2664"/>
                      </a:cubicBezTo>
                      <a:cubicBezTo>
                        <a:pt x="138" y="2566"/>
                        <a:pt x="138" y="2457"/>
                        <a:pt x="138" y="2359"/>
                      </a:cubicBezTo>
                      <a:cubicBezTo>
                        <a:pt x="138" y="2083"/>
                        <a:pt x="257" y="1866"/>
                        <a:pt x="493" y="1728"/>
                      </a:cubicBezTo>
                      <a:cubicBezTo>
                        <a:pt x="562" y="1689"/>
                        <a:pt x="631" y="1640"/>
                        <a:pt x="700" y="1600"/>
                      </a:cubicBezTo>
                      <a:cubicBezTo>
                        <a:pt x="768" y="1687"/>
                        <a:pt x="847" y="1719"/>
                        <a:pt x="936" y="1719"/>
                      </a:cubicBezTo>
                      <a:cubicBezTo>
                        <a:pt x="989" y="1719"/>
                        <a:pt x="1045" y="1707"/>
                        <a:pt x="1104" y="1689"/>
                      </a:cubicBezTo>
                      <a:cubicBezTo>
                        <a:pt x="1128" y="1679"/>
                        <a:pt x="1155" y="1674"/>
                        <a:pt x="1181" y="1674"/>
                      </a:cubicBezTo>
                      <a:cubicBezTo>
                        <a:pt x="1207" y="1674"/>
                        <a:pt x="1232" y="1679"/>
                        <a:pt x="1251" y="1689"/>
                      </a:cubicBezTo>
                      <a:cubicBezTo>
                        <a:pt x="1429" y="1758"/>
                        <a:pt x="1596" y="1837"/>
                        <a:pt x="1774" y="1896"/>
                      </a:cubicBezTo>
                      <a:cubicBezTo>
                        <a:pt x="1783" y="1902"/>
                        <a:pt x="1794" y="1905"/>
                        <a:pt x="1806" y="1905"/>
                      </a:cubicBezTo>
                      <a:cubicBezTo>
                        <a:pt x="1829" y="1905"/>
                        <a:pt x="1856" y="1896"/>
                        <a:pt x="1882" y="1896"/>
                      </a:cubicBezTo>
                      <a:lnTo>
                        <a:pt x="2355" y="1896"/>
                      </a:lnTo>
                      <a:cubicBezTo>
                        <a:pt x="2443" y="1896"/>
                        <a:pt x="2522" y="1925"/>
                        <a:pt x="2552" y="2024"/>
                      </a:cubicBezTo>
                      <a:cubicBezTo>
                        <a:pt x="2591" y="2182"/>
                        <a:pt x="2719" y="2241"/>
                        <a:pt x="2857" y="2251"/>
                      </a:cubicBezTo>
                      <a:cubicBezTo>
                        <a:pt x="2946" y="2255"/>
                        <a:pt x="3032" y="2263"/>
                        <a:pt x="3118" y="2263"/>
                      </a:cubicBezTo>
                      <a:cubicBezTo>
                        <a:pt x="3204" y="2263"/>
                        <a:pt x="3291" y="2255"/>
                        <a:pt x="3379" y="2231"/>
                      </a:cubicBezTo>
                      <a:cubicBezTo>
                        <a:pt x="3444" y="2213"/>
                        <a:pt x="3516" y="2210"/>
                        <a:pt x="3589" y="2210"/>
                      </a:cubicBezTo>
                      <a:cubicBezTo>
                        <a:pt x="3638" y="2210"/>
                        <a:pt x="3687" y="2211"/>
                        <a:pt x="3734" y="2211"/>
                      </a:cubicBezTo>
                      <a:cubicBezTo>
                        <a:pt x="3657" y="2164"/>
                        <a:pt x="3581" y="2142"/>
                        <a:pt x="3502" y="2142"/>
                      </a:cubicBezTo>
                      <a:cubicBezTo>
                        <a:pt x="3449" y="2142"/>
                        <a:pt x="3395" y="2152"/>
                        <a:pt x="3340" y="2172"/>
                      </a:cubicBezTo>
                      <a:cubicBezTo>
                        <a:pt x="3262" y="2193"/>
                        <a:pt x="3181" y="2205"/>
                        <a:pt x="3099" y="2205"/>
                      </a:cubicBezTo>
                      <a:cubicBezTo>
                        <a:pt x="3026" y="2205"/>
                        <a:pt x="2951" y="2195"/>
                        <a:pt x="2877" y="2172"/>
                      </a:cubicBezTo>
                      <a:cubicBezTo>
                        <a:pt x="2759" y="2132"/>
                        <a:pt x="2660" y="2103"/>
                        <a:pt x="2611" y="1955"/>
                      </a:cubicBezTo>
                      <a:cubicBezTo>
                        <a:pt x="2591" y="1906"/>
                        <a:pt x="2502" y="1856"/>
                        <a:pt x="2443" y="1847"/>
                      </a:cubicBezTo>
                      <a:cubicBezTo>
                        <a:pt x="2314" y="1822"/>
                        <a:pt x="2177" y="1805"/>
                        <a:pt x="2045" y="1805"/>
                      </a:cubicBezTo>
                      <a:cubicBezTo>
                        <a:pt x="2017" y="1805"/>
                        <a:pt x="1989" y="1805"/>
                        <a:pt x="1961" y="1807"/>
                      </a:cubicBezTo>
                      <a:cubicBezTo>
                        <a:pt x="1949" y="1808"/>
                        <a:pt x="1937" y="1808"/>
                        <a:pt x="1926" y="1808"/>
                      </a:cubicBezTo>
                      <a:cubicBezTo>
                        <a:pt x="1735" y="1808"/>
                        <a:pt x="1577" y="1734"/>
                        <a:pt x="1419" y="1659"/>
                      </a:cubicBezTo>
                      <a:cubicBezTo>
                        <a:pt x="1338" y="1616"/>
                        <a:pt x="1262" y="1588"/>
                        <a:pt x="1184" y="1588"/>
                      </a:cubicBezTo>
                      <a:cubicBezTo>
                        <a:pt x="1138" y="1588"/>
                        <a:pt x="1092" y="1598"/>
                        <a:pt x="1045" y="1620"/>
                      </a:cubicBezTo>
                      <a:cubicBezTo>
                        <a:pt x="1011" y="1631"/>
                        <a:pt x="981" y="1637"/>
                        <a:pt x="952" y="1637"/>
                      </a:cubicBezTo>
                      <a:cubicBezTo>
                        <a:pt x="904" y="1637"/>
                        <a:pt x="861" y="1621"/>
                        <a:pt x="818" y="1591"/>
                      </a:cubicBezTo>
                      <a:cubicBezTo>
                        <a:pt x="818" y="1472"/>
                        <a:pt x="867" y="1394"/>
                        <a:pt x="966" y="1354"/>
                      </a:cubicBezTo>
                      <a:cubicBezTo>
                        <a:pt x="1094" y="1295"/>
                        <a:pt x="1212" y="1236"/>
                        <a:pt x="1340" y="1187"/>
                      </a:cubicBezTo>
                      <a:cubicBezTo>
                        <a:pt x="1793" y="1039"/>
                        <a:pt x="2237" y="891"/>
                        <a:pt x="2690" y="734"/>
                      </a:cubicBezTo>
                      <a:cubicBezTo>
                        <a:pt x="2719" y="734"/>
                        <a:pt x="2739" y="724"/>
                        <a:pt x="2768" y="724"/>
                      </a:cubicBezTo>
                      <a:cubicBezTo>
                        <a:pt x="2778" y="704"/>
                        <a:pt x="2788" y="694"/>
                        <a:pt x="2788" y="674"/>
                      </a:cubicBezTo>
                      <a:cubicBezTo>
                        <a:pt x="2818" y="389"/>
                        <a:pt x="2867" y="330"/>
                        <a:pt x="3153" y="300"/>
                      </a:cubicBezTo>
                      <a:cubicBezTo>
                        <a:pt x="3409" y="261"/>
                        <a:pt x="3665" y="251"/>
                        <a:pt x="3931" y="211"/>
                      </a:cubicBezTo>
                      <a:cubicBezTo>
                        <a:pt x="4029" y="202"/>
                        <a:pt x="4128" y="172"/>
                        <a:pt x="4226" y="142"/>
                      </a:cubicBezTo>
                      <a:cubicBezTo>
                        <a:pt x="4324" y="118"/>
                        <a:pt x="4421" y="101"/>
                        <a:pt x="4521" y="101"/>
                      </a:cubicBezTo>
                      <a:close/>
                      <a:moveTo>
                        <a:pt x="8318" y="3744"/>
                      </a:moveTo>
                      <a:cubicBezTo>
                        <a:pt x="8356" y="3802"/>
                        <a:pt x="8385" y="3878"/>
                        <a:pt x="8433" y="3935"/>
                      </a:cubicBezTo>
                      <a:cubicBezTo>
                        <a:pt x="8571" y="4112"/>
                        <a:pt x="8708" y="4290"/>
                        <a:pt x="8679" y="4546"/>
                      </a:cubicBezTo>
                      <a:cubicBezTo>
                        <a:pt x="8669" y="4723"/>
                        <a:pt x="8580" y="4861"/>
                        <a:pt x="8482" y="4999"/>
                      </a:cubicBezTo>
                      <a:cubicBezTo>
                        <a:pt x="8265" y="5304"/>
                        <a:pt x="7970" y="5541"/>
                        <a:pt x="7635" y="5688"/>
                      </a:cubicBezTo>
                      <a:cubicBezTo>
                        <a:pt x="7300" y="5846"/>
                        <a:pt x="6965" y="5974"/>
                        <a:pt x="6600" y="6023"/>
                      </a:cubicBezTo>
                      <a:cubicBezTo>
                        <a:pt x="6423" y="6053"/>
                        <a:pt x="6246" y="6102"/>
                        <a:pt x="6068" y="6151"/>
                      </a:cubicBezTo>
                      <a:cubicBezTo>
                        <a:pt x="5793" y="6250"/>
                        <a:pt x="5497" y="6289"/>
                        <a:pt x="5211" y="6319"/>
                      </a:cubicBezTo>
                      <a:cubicBezTo>
                        <a:pt x="4758" y="6348"/>
                        <a:pt x="4295" y="6378"/>
                        <a:pt x="3842" y="6408"/>
                      </a:cubicBezTo>
                      <a:cubicBezTo>
                        <a:pt x="3708" y="6420"/>
                        <a:pt x="3571" y="6427"/>
                        <a:pt x="3435" y="6427"/>
                      </a:cubicBezTo>
                      <a:cubicBezTo>
                        <a:pt x="3241" y="6427"/>
                        <a:pt x="3048" y="6413"/>
                        <a:pt x="2857" y="6378"/>
                      </a:cubicBezTo>
                      <a:cubicBezTo>
                        <a:pt x="2669" y="6345"/>
                        <a:pt x="2482" y="6326"/>
                        <a:pt x="2294" y="6326"/>
                      </a:cubicBezTo>
                      <a:cubicBezTo>
                        <a:pt x="2255" y="6326"/>
                        <a:pt x="2216" y="6327"/>
                        <a:pt x="2177" y="6329"/>
                      </a:cubicBezTo>
                      <a:cubicBezTo>
                        <a:pt x="2141" y="6331"/>
                        <a:pt x="2105" y="6333"/>
                        <a:pt x="2069" y="6333"/>
                      </a:cubicBezTo>
                      <a:cubicBezTo>
                        <a:pt x="1718" y="6333"/>
                        <a:pt x="1397" y="6207"/>
                        <a:pt x="1084" y="6073"/>
                      </a:cubicBezTo>
                      <a:cubicBezTo>
                        <a:pt x="946" y="6023"/>
                        <a:pt x="818" y="5915"/>
                        <a:pt x="838" y="5718"/>
                      </a:cubicBezTo>
                      <a:cubicBezTo>
                        <a:pt x="838" y="5688"/>
                        <a:pt x="818" y="5649"/>
                        <a:pt x="798" y="5619"/>
                      </a:cubicBezTo>
                      <a:cubicBezTo>
                        <a:pt x="651" y="5432"/>
                        <a:pt x="680" y="5235"/>
                        <a:pt x="769" y="5038"/>
                      </a:cubicBezTo>
                      <a:cubicBezTo>
                        <a:pt x="798" y="4979"/>
                        <a:pt x="818" y="4910"/>
                        <a:pt x="848" y="4841"/>
                      </a:cubicBezTo>
                      <a:cubicBezTo>
                        <a:pt x="867" y="4841"/>
                        <a:pt x="889" y="4839"/>
                        <a:pt x="910" y="4839"/>
                      </a:cubicBezTo>
                      <a:cubicBezTo>
                        <a:pt x="931" y="4839"/>
                        <a:pt x="951" y="4841"/>
                        <a:pt x="966" y="4851"/>
                      </a:cubicBezTo>
                      <a:cubicBezTo>
                        <a:pt x="1281" y="4989"/>
                        <a:pt x="1616" y="5028"/>
                        <a:pt x="1951" y="5088"/>
                      </a:cubicBezTo>
                      <a:cubicBezTo>
                        <a:pt x="2108" y="5117"/>
                        <a:pt x="2266" y="5156"/>
                        <a:pt x="2434" y="5166"/>
                      </a:cubicBezTo>
                      <a:cubicBezTo>
                        <a:pt x="2690" y="5176"/>
                        <a:pt x="2956" y="5186"/>
                        <a:pt x="3212" y="5186"/>
                      </a:cubicBezTo>
                      <a:cubicBezTo>
                        <a:pt x="3576" y="5176"/>
                        <a:pt x="3951" y="5156"/>
                        <a:pt x="4315" y="5156"/>
                      </a:cubicBezTo>
                      <a:cubicBezTo>
                        <a:pt x="4374" y="5156"/>
                        <a:pt x="4423" y="5186"/>
                        <a:pt x="4473" y="5216"/>
                      </a:cubicBezTo>
                      <a:cubicBezTo>
                        <a:pt x="4525" y="5244"/>
                        <a:pt x="4573" y="5261"/>
                        <a:pt x="4615" y="5261"/>
                      </a:cubicBezTo>
                      <a:cubicBezTo>
                        <a:pt x="4660" y="5261"/>
                        <a:pt x="4698" y="5242"/>
                        <a:pt x="4729" y="5196"/>
                      </a:cubicBezTo>
                      <a:cubicBezTo>
                        <a:pt x="4802" y="5093"/>
                        <a:pt x="4881" y="5056"/>
                        <a:pt x="4978" y="5056"/>
                      </a:cubicBezTo>
                      <a:cubicBezTo>
                        <a:pt x="5011" y="5056"/>
                        <a:pt x="5046" y="5060"/>
                        <a:pt x="5083" y="5068"/>
                      </a:cubicBezTo>
                      <a:cubicBezTo>
                        <a:pt x="5094" y="5069"/>
                        <a:pt x="5105" y="5070"/>
                        <a:pt x="5116" y="5070"/>
                      </a:cubicBezTo>
                      <a:cubicBezTo>
                        <a:pt x="5184" y="5070"/>
                        <a:pt x="5252" y="5045"/>
                        <a:pt x="5320" y="5028"/>
                      </a:cubicBezTo>
                      <a:cubicBezTo>
                        <a:pt x="5862" y="4950"/>
                        <a:pt x="6394" y="4851"/>
                        <a:pt x="6925" y="4703"/>
                      </a:cubicBezTo>
                      <a:cubicBezTo>
                        <a:pt x="7379" y="4565"/>
                        <a:pt x="7792" y="4359"/>
                        <a:pt x="8108" y="3984"/>
                      </a:cubicBezTo>
                      <a:cubicBezTo>
                        <a:pt x="8175" y="3907"/>
                        <a:pt x="8242" y="3821"/>
                        <a:pt x="8318" y="3744"/>
                      </a:cubicBezTo>
                      <a:close/>
                      <a:moveTo>
                        <a:pt x="4538" y="1"/>
                      </a:moveTo>
                      <a:cubicBezTo>
                        <a:pt x="4480" y="1"/>
                        <a:pt x="4419" y="8"/>
                        <a:pt x="4354" y="24"/>
                      </a:cubicBezTo>
                      <a:cubicBezTo>
                        <a:pt x="4207" y="64"/>
                        <a:pt x="4059" y="103"/>
                        <a:pt x="3901" y="123"/>
                      </a:cubicBezTo>
                      <a:cubicBezTo>
                        <a:pt x="3586" y="172"/>
                        <a:pt x="3261" y="211"/>
                        <a:pt x="2936" y="261"/>
                      </a:cubicBezTo>
                      <a:cubicBezTo>
                        <a:pt x="2778" y="280"/>
                        <a:pt x="2719" y="379"/>
                        <a:pt x="2729" y="546"/>
                      </a:cubicBezTo>
                      <a:cubicBezTo>
                        <a:pt x="2729" y="576"/>
                        <a:pt x="2729" y="596"/>
                        <a:pt x="2729" y="645"/>
                      </a:cubicBezTo>
                      <a:cubicBezTo>
                        <a:pt x="2552" y="704"/>
                        <a:pt x="2374" y="773"/>
                        <a:pt x="2197" y="832"/>
                      </a:cubicBezTo>
                      <a:cubicBezTo>
                        <a:pt x="1833" y="960"/>
                        <a:pt x="1468" y="1068"/>
                        <a:pt x="1104" y="1187"/>
                      </a:cubicBezTo>
                      <a:cubicBezTo>
                        <a:pt x="956" y="1236"/>
                        <a:pt x="828" y="1325"/>
                        <a:pt x="720" y="1443"/>
                      </a:cubicBezTo>
                      <a:cubicBezTo>
                        <a:pt x="660" y="1512"/>
                        <a:pt x="591" y="1561"/>
                        <a:pt x="522" y="1620"/>
                      </a:cubicBezTo>
                      <a:cubicBezTo>
                        <a:pt x="414" y="1709"/>
                        <a:pt x="286" y="1788"/>
                        <a:pt x="197" y="1896"/>
                      </a:cubicBezTo>
                      <a:cubicBezTo>
                        <a:pt x="0" y="2132"/>
                        <a:pt x="10" y="2645"/>
                        <a:pt x="197" y="2930"/>
                      </a:cubicBezTo>
                      <a:cubicBezTo>
                        <a:pt x="266" y="3029"/>
                        <a:pt x="345" y="3117"/>
                        <a:pt x="414" y="3206"/>
                      </a:cubicBezTo>
                      <a:cubicBezTo>
                        <a:pt x="355" y="3344"/>
                        <a:pt x="276" y="3462"/>
                        <a:pt x="257" y="3590"/>
                      </a:cubicBezTo>
                      <a:cubicBezTo>
                        <a:pt x="237" y="3827"/>
                        <a:pt x="247" y="4063"/>
                        <a:pt x="375" y="4270"/>
                      </a:cubicBezTo>
                      <a:cubicBezTo>
                        <a:pt x="404" y="4329"/>
                        <a:pt x="444" y="4388"/>
                        <a:pt x="444" y="4447"/>
                      </a:cubicBezTo>
                      <a:cubicBezTo>
                        <a:pt x="454" y="4575"/>
                        <a:pt x="522" y="4634"/>
                        <a:pt x="621" y="4674"/>
                      </a:cubicBezTo>
                      <a:cubicBezTo>
                        <a:pt x="680" y="4693"/>
                        <a:pt x="720" y="4733"/>
                        <a:pt x="798" y="4772"/>
                      </a:cubicBezTo>
                      <a:cubicBezTo>
                        <a:pt x="562" y="5028"/>
                        <a:pt x="572" y="5324"/>
                        <a:pt x="651" y="5610"/>
                      </a:cubicBezTo>
                      <a:cubicBezTo>
                        <a:pt x="729" y="5866"/>
                        <a:pt x="838" y="6092"/>
                        <a:pt x="1133" y="6201"/>
                      </a:cubicBezTo>
                      <a:cubicBezTo>
                        <a:pt x="1586" y="6348"/>
                        <a:pt x="2040" y="6368"/>
                        <a:pt x="2502" y="6408"/>
                      </a:cubicBezTo>
                      <a:cubicBezTo>
                        <a:pt x="2581" y="6417"/>
                        <a:pt x="2660" y="6437"/>
                        <a:pt x="2749" y="6437"/>
                      </a:cubicBezTo>
                      <a:cubicBezTo>
                        <a:pt x="2965" y="6467"/>
                        <a:pt x="3192" y="6496"/>
                        <a:pt x="3409" y="6496"/>
                      </a:cubicBezTo>
                      <a:cubicBezTo>
                        <a:pt x="3852" y="6486"/>
                        <a:pt x="4295" y="6457"/>
                        <a:pt x="4739" y="6427"/>
                      </a:cubicBezTo>
                      <a:cubicBezTo>
                        <a:pt x="5074" y="6408"/>
                        <a:pt x="5408" y="6398"/>
                        <a:pt x="5743" y="6299"/>
                      </a:cubicBezTo>
                      <a:cubicBezTo>
                        <a:pt x="5990" y="6230"/>
                        <a:pt x="6246" y="6171"/>
                        <a:pt x="6502" y="6122"/>
                      </a:cubicBezTo>
                      <a:cubicBezTo>
                        <a:pt x="7034" y="6033"/>
                        <a:pt x="7536" y="5846"/>
                        <a:pt x="7999" y="5560"/>
                      </a:cubicBezTo>
                      <a:cubicBezTo>
                        <a:pt x="8295" y="5363"/>
                        <a:pt x="8511" y="5127"/>
                        <a:pt x="8679" y="4822"/>
                      </a:cubicBezTo>
                      <a:cubicBezTo>
                        <a:pt x="8777" y="4654"/>
                        <a:pt x="8846" y="4467"/>
                        <a:pt x="8748" y="4270"/>
                      </a:cubicBezTo>
                      <a:cubicBezTo>
                        <a:pt x="8650" y="4055"/>
                        <a:pt x="8543" y="3850"/>
                        <a:pt x="8321" y="3741"/>
                      </a:cubicBezTo>
                      <a:lnTo>
                        <a:pt x="8321" y="3741"/>
                      </a:lnTo>
                      <a:cubicBezTo>
                        <a:pt x="8322" y="3740"/>
                        <a:pt x="8323" y="3739"/>
                        <a:pt x="8324" y="3738"/>
                      </a:cubicBezTo>
                      <a:cubicBezTo>
                        <a:pt x="8354" y="3659"/>
                        <a:pt x="8364" y="3561"/>
                        <a:pt x="8413" y="3492"/>
                      </a:cubicBezTo>
                      <a:cubicBezTo>
                        <a:pt x="8541" y="3255"/>
                        <a:pt x="8521" y="3009"/>
                        <a:pt x="8502" y="2763"/>
                      </a:cubicBezTo>
                      <a:cubicBezTo>
                        <a:pt x="8482" y="2605"/>
                        <a:pt x="8354" y="2516"/>
                        <a:pt x="8245" y="2408"/>
                      </a:cubicBezTo>
                      <a:cubicBezTo>
                        <a:pt x="8245" y="2398"/>
                        <a:pt x="8245" y="2379"/>
                        <a:pt x="8245" y="2379"/>
                      </a:cubicBezTo>
                      <a:cubicBezTo>
                        <a:pt x="8314" y="2300"/>
                        <a:pt x="8393" y="2231"/>
                        <a:pt x="8442" y="2142"/>
                      </a:cubicBezTo>
                      <a:cubicBezTo>
                        <a:pt x="8639" y="1817"/>
                        <a:pt x="8511" y="1285"/>
                        <a:pt x="8186" y="1068"/>
                      </a:cubicBezTo>
                      <a:cubicBezTo>
                        <a:pt x="8029" y="960"/>
                        <a:pt x="7851" y="852"/>
                        <a:pt x="7684" y="743"/>
                      </a:cubicBezTo>
                      <a:cubicBezTo>
                        <a:pt x="7674" y="743"/>
                        <a:pt x="7664" y="734"/>
                        <a:pt x="7654" y="734"/>
                      </a:cubicBezTo>
                      <a:cubicBezTo>
                        <a:pt x="7457" y="674"/>
                        <a:pt x="7270" y="615"/>
                        <a:pt x="7103" y="497"/>
                      </a:cubicBezTo>
                      <a:cubicBezTo>
                        <a:pt x="7034" y="448"/>
                        <a:pt x="6945" y="428"/>
                        <a:pt x="6866" y="399"/>
                      </a:cubicBezTo>
                      <a:cubicBezTo>
                        <a:pt x="6710" y="352"/>
                        <a:pt x="6551" y="341"/>
                        <a:pt x="6390" y="341"/>
                      </a:cubicBezTo>
                      <a:cubicBezTo>
                        <a:pt x="6248" y="341"/>
                        <a:pt x="6104" y="349"/>
                        <a:pt x="5960" y="349"/>
                      </a:cubicBezTo>
                      <a:cubicBezTo>
                        <a:pt x="5914" y="347"/>
                        <a:pt x="5868" y="346"/>
                        <a:pt x="5822" y="346"/>
                      </a:cubicBezTo>
                      <a:cubicBezTo>
                        <a:pt x="5695" y="346"/>
                        <a:pt x="5566" y="352"/>
                        <a:pt x="5439" y="352"/>
                      </a:cubicBezTo>
                      <a:cubicBezTo>
                        <a:pt x="5392" y="352"/>
                        <a:pt x="5346" y="351"/>
                        <a:pt x="5300" y="349"/>
                      </a:cubicBezTo>
                      <a:cubicBezTo>
                        <a:pt x="5241" y="349"/>
                        <a:pt x="5172" y="320"/>
                        <a:pt x="5133" y="280"/>
                      </a:cubicBezTo>
                      <a:cubicBezTo>
                        <a:pt x="4960" y="116"/>
                        <a:pt x="4769" y="1"/>
                        <a:pt x="453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0" name="Google Shape;1010;p38"/>
                <p:cNvSpPr/>
                <p:nvPr/>
              </p:nvSpPr>
              <p:spPr>
                <a:xfrm>
                  <a:off x="6707225" y="3492626"/>
                  <a:ext cx="23264" cy="71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2" h="183" extrusionOk="0">
                      <a:moveTo>
                        <a:pt x="79" y="0"/>
                      </a:moveTo>
                      <a:cubicBezTo>
                        <a:pt x="53" y="0"/>
                        <a:pt x="27" y="5"/>
                        <a:pt x="0" y="5"/>
                      </a:cubicBezTo>
                      <a:cubicBezTo>
                        <a:pt x="162" y="64"/>
                        <a:pt x="301" y="182"/>
                        <a:pt x="494" y="182"/>
                      </a:cubicBezTo>
                      <a:cubicBezTo>
                        <a:pt x="525" y="182"/>
                        <a:pt x="557" y="179"/>
                        <a:pt x="591" y="172"/>
                      </a:cubicBezTo>
                      <a:cubicBezTo>
                        <a:pt x="404" y="103"/>
                        <a:pt x="266" y="54"/>
                        <a:pt x="119" y="5"/>
                      </a:cubicBezTo>
                      <a:cubicBezTo>
                        <a:pt x="105" y="2"/>
                        <a:pt x="92" y="0"/>
                        <a:pt x="7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1" name="Google Shape;1011;p38"/>
                <p:cNvSpPr/>
                <p:nvPr/>
              </p:nvSpPr>
              <p:spPr>
                <a:xfrm>
                  <a:off x="6733949" y="3492783"/>
                  <a:ext cx="20160" cy="66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3" h="169" extrusionOk="0">
                      <a:moveTo>
                        <a:pt x="502" y="1"/>
                      </a:moveTo>
                      <a:cubicBezTo>
                        <a:pt x="335" y="30"/>
                        <a:pt x="168" y="70"/>
                        <a:pt x="0" y="109"/>
                      </a:cubicBezTo>
                      <a:cubicBezTo>
                        <a:pt x="0" y="129"/>
                        <a:pt x="10" y="149"/>
                        <a:pt x="10" y="168"/>
                      </a:cubicBezTo>
                      <a:cubicBezTo>
                        <a:pt x="177" y="129"/>
                        <a:pt x="345" y="80"/>
                        <a:pt x="512" y="40"/>
                      </a:cubicBezTo>
                      <a:cubicBezTo>
                        <a:pt x="502" y="21"/>
                        <a:pt x="502" y="11"/>
                        <a:pt x="50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2" name="Google Shape;1012;p38"/>
                <p:cNvSpPr/>
                <p:nvPr/>
              </p:nvSpPr>
              <p:spPr>
                <a:xfrm>
                  <a:off x="6728132" y="3504809"/>
                  <a:ext cx="5855" cy="11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" h="296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30" y="109"/>
                        <a:pt x="50" y="197"/>
                        <a:pt x="79" y="296"/>
                      </a:cubicBezTo>
                      <a:cubicBezTo>
                        <a:pt x="148" y="207"/>
                        <a:pt x="128" y="128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3" name="Google Shape;1013;p38"/>
                <p:cNvSpPr/>
                <p:nvPr/>
              </p:nvSpPr>
              <p:spPr>
                <a:xfrm>
                  <a:off x="6678575" y="3691011"/>
                  <a:ext cx="159902" cy="1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9" h="316" extrusionOk="0">
                      <a:moveTo>
                        <a:pt x="4059" y="0"/>
                      </a:moveTo>
                      <a:cubicBezTo>
                        <a:pt x="3970" y="10"/>
                        <a:pt x="3882" y="10"/>
                        <a:pt x="3793" y="30"/>
                      </a:cubicBezTo>
                      <a:cubicBezTo>
                        <a:pt x="3586" y="79"/>
                        <a:pt x="3389" y="148"/>
                        <a:pt x="3182" y="168"/>
                      </a:cubicBezTo>
                      <a:cubicBezTo>
                        <a:pt x="2690" y="206"/>
                        <a:pt x="2191" y="275"/>
                        <a:pt x="1692" y="275"/>
                      </a:cubicBezTo>
                      <a:cubicBezTo>
                        <a:pt x="1552" y="275"/>
                        <a:pt x="1411" y="269"/>
                        <a:pt x="1271" y="257"/>
                      </a:cubicBezTo>
                      <a:cubicBezTo>
                        <a:pt x="1084" y="242"/>
                        <a:pt x="894" y="239"/>
                        <a:pt x="705" y="239"/>
                      </a:cubicBezTo>
                      <a:cubicBezTo>
                        <a:pt x="610" y="239"/>
                        <a:pt x="515" y="240"/>
                        <a:pt x="421" y="240"/>
                      </a:cubicBezTo>
                      <a:cubicBezTo>
                        <a:pt x="326" y="240"/>
                        <a:pt x="232" y="239"/>
                        <a:pt x="138" y="237"/>
                      </a:cubicBezTo>
                      <a:cubicBezTo>
                        <a:pt x="89" y="237"/>
                        <a:pt x="50" y="247"/>
                        <a:pt x="0" y="257"/>
                      </a:cubicBezTo>
                      <a:cubicBezTo>
                        <a:pt x="316" y="286"/>
                        <a:pt x="631" y="316"/>
                        <a:pt x="936" y="316"/>
                      </a:cubicBezTo>
                      <a:cubicBezTo>
                        <a:pt x="1488" y="316"/>
                        <a:pt x="2030" y="316"/>
                        <a:pt x="2581" y="296"/>
                      </a:cubicBezTo>
                      <a:cubicBezTo>
                        <a:pt x="2847" y="286"/>
                        <a:pt x="3113" y="247"/>
                        <a:pt x="3369" y="207"/>
                      </a:cubicBezTo>
                      <a:cubicBezTo>
                        <a:pt x="3606" y="158"/>
                        <a:pt x="3832" y="99"/>
                        <a:pt x="4069" y="40"/>
                      </a:cubicBezTo>
                      <a:lnTo>
                        <a:pt x="405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4" name="Google Shape;1014;p38"/>
                <p:cNvSpPr/>
                <p:nvPr/>
              </p:nvSpPr>
              <p:spPr>
                <a:xfrm>
                  <a:off x="6614713" y="3684802"/>
                  <a:ext cx="20160" cy="132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3" h="336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8" y="178"/>
                        <a:pt x="355" y="326"/>
                        <a:pt x="512" y="336"/>
                      </a:cubicBezTo>
                      <a:cubicBezTo>
                        <a:pt x="345" y="227"/>
                        <a:pt x="197" y="129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5" name="Google Shape;1015;p38"/>
                <p:cNvSpPr/>
                <p:nvPr/>
              </p:nvSpPr>
              <p:spPr>
                <a:xfrm>
                  <a:off x="6872912" y="3668178"/>
                  <a:ext cx="17448" cy="89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" h="227" extrusionOk="0">
                      <a:moveTo>
                        <a:pt x="434" y="0"/>
                      </a:moveTo>
                      <a:cubicBezTo>
                        <a:pt x="286" y="59"/>
                        <a:pt x="138" y="118"/>
                        <a:pt x="0" y="187"/>
                      </a:cubicBezTo>
                      <a:cubicBezTo>
                        <a:pt x="0" y="197"/>
                        <a:pt x="10" y="217"/>
                        <a:pt x="10" y="227"/>
                      </a:cubicBezTo>
                      <a:cubicBezTo>
                        <a:pt x="168" y="197"/>
                        <a:pt x="316" y="138"/>
                        <a:pt x="444" y="40"/>
                      </a:cubicBezTo>
                      <a:cubicBezTo>
                        <a:pt x="444" y="20"/>
                        <a:pt x="434" y="10"/>
                        <a:pt x="43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6" name="Google Shape;1016;p38"/>
                <p:cNvSpPr/>
                <p:nvPr/>
              </p:nvSpPr>
              <p:spPr>
                <a:xfrm>
                  <a:off x="6633263" y="3582229"/>
                  <a:ext cx="20553" cy="2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" h="75" extrusionOk="0">
                      <a:moveTo>
                        <a:pt x="11" y="0"/>
                      </a:moveTo>
                      <a:cubicBezTo>
                        <a:pt x="1" y="10"/>
                        <a:pt x="1" y="20"/>
                        <a:pt x="1" y="40"/>
                      </a:cubicBezTo>
                      <a:cubicBezTo>
                        <a:pt x="47" y="40"/>
                        <a:pt x="93" y="31"/>
                        <a:pt x="136" y="31"/>
                      </a:cubicBezTo>
                      <a:cubicBezTo>
                        <a:pt x="157" y="31"/>
                        <a:pt x="178" y="33"/>
                        <a:pt x="198" y="40"/>
                      </a:cubicBezTo>
                      <a:cubicBezTo>
                        <a:pt x="252" y="64"/>
                        <a:pt x="306" y="74"/>
                        <a:pt x="360" y="74"/>
                      </a:cubicBezTo>
                      <a:cubicBezTo>
                        <a:pt x="415" y="74"/>
                        <a:pt x="469" y="64"/>
                        <a:pt x="523" y="50"/>
                      </a:cubicBez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7" name="Google Shape;1017;p38"/>
                <p:cNvSpPr/>
                <p:nvPr/>
              </p:nvSpPr>
              <p:spPr>
                <a:xfrm>
                  <a:off x="6595731" y="3569850"/>
                  <a:ext cx="5855" cy="4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" h="119" extrusionOk="0">
                      <a:moveTo>
                        <a:pt x="30" y="0"/>
                      </a:moveTo>
                      <a:cubicBezTo>
                        <a:pt x="20" y="20"/>
                        <a:pt x="10" y="30"/>
                        <a:pt x="0" y="40"/>
                      </a:cubicBezTo>
                      <a:cubicBezTo>
                        <a:pt x="50" y="69"/>
                        <a:pt x="89" y="89"/>
                        <a:pt x="138" y="118"/>
                      </a:cubicBezTo>
                      <a:cubicBezTo>
                        <a:pt x="148" y="108"/>
                        <a:pt x="148" y="99"/>
                        <a:pt x="148" y="89"/>
                      </a:cubicBezTo>
                      <a:cubicBezTo>
                        <a:pt x="109" y="59"/>
                        <a:pt x="69" y="30"/>
                        <a:pt x="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8" name="Google Shape;1018;p38"/>
                <p:cNvSpPr/>
                <p:nvPr/>
              </p:nvSpPr>
              <p:spPr>
                <a:xfrm>
                  <a:off x="6600762" y="3624044"/>
                  <a:ext cx="16308" cy="132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" h="336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09" y="227"/>
                        <a:pt x="257" y="335"/>
                        <a:pt x="414" y="335"/>
                      </a:cubicBezTo>
                      <a:cubicBezTo>
                        <a:pt x="286" y="227"/>
                        <a:pt x="138" y="109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9" name="Google Shape;1019;p38"/>
                <p:cNvSpPr/>
                <p:nvPr/>
              </p:nvSpPr>
              <p:spPr>
                <a:xfrm>
                  <a:off x="6831490" y="3584155"/>
                  <a:ext cx="6602" cy="3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" h="100" extrusionOk="0">
                      <a:moveTo>
                        <a:pt x="92" y="0"/>
                      </a:moveTo>
                      <a:cubicBezTo>
                        <a:pt x="64" y="0"/>
                        <a:pt x="33" y="27"/>
                        <a:pt x="0" y="79"/>
                      </a:cubicBezTo>
                      <a:cubicBezTo>
                        <a:pt x="50" y="89"/>
                        <a:pt x="109" y="89"/>
                        <a:pt x="168" y="99"/>
                      </a:cubicBezTo>
                      <a:cubicBezTo>
                        <a:pt x="147" y="32"/>
                        <a:pt x="121" y="0"/>
                        <a:pt x="9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20" name="Google Shape;1020;p38"/>
            <p:cNvGrpSpPr/>
            <p:nvPr/>
          </p:nvGrpSpPr>
          <p:grpSpPr>
            <a:xfrm>
              <a:off x="3108321" y="2267144"/>
              <a:ext cx="424069" cy="460746"/>
              <a:chOff x="2931926" y="1677295"/>
              <a:chExt cx="628902" cy="683295"/>
            </a:xfrm>
          </p:grpSpPr>
          <p:sp>
            <p:nvSpPr>
              <p:cNvPr id="1021" name="Google Shape;1021;p38"/>
              <p:cNvSpPr/>
              <p:nvPr/>
            </p:nvSpPr>
            <p:spPr>
              <a:xfrm>
                <a:off x="3255279" y="1892411"/>
                <a:ext cx="241835" cy="221399"/>
              </a:xfrm>
              <a:custGeom>
                <a:avLst/>
                <a:gdLst/>
                <a:ahLst/>
                <a:cxnLst/>
                <a:rect l="l" t="t" r="r" b="b"/>
                <a:pathLst>
                  <a:path w="4138" h="3788" extrusionOk="0">
                    <a:moveTo>
                      <a:pt x="2277" y="0"/>
                    </a:moveTo>
                    <a:cubicBezTo>
                      <a:pt x="1308" y="0"/>
                      <a:pt x="454" y="648"/>
                      <a:pt x="187" y="1609"/>
                    </a:cubicBezTo>
                    <a:cubicBezTo>
                      <a:pt x="0" y="2269"/>
                      <a:pt x="197" y="2820"/>
                      <a:pt x="690" y="3254"/>
                    </a:cubicBezTo>
                    <a:cubicBezTo>
                      <a:pt x="1106" y="3606"/>
                      <a:pt x="1556" y="3788"/>
                      <a:pt x="2038" y="3788"/>
                    </a:cubicBezTo>
                    <a:cubicBezTo>
                      <a:pt x="2298" y="3788"/>
                      <a:pt x="2568" y="3735"/>
                      <a:pt x="2847" y="3628"/>
                    </a:cubicBezTo>
                    <a:cubicBezTo>
                      <a:pt x="3438" y="3402"/>
                      <a:pt x="4138" y="2732"/>
                      <a:pt x="4069" y="1845"/>
                    </a:cubicBezTo>
                    <a:cubicBezTo>
                      <a:pt x="4069" y="890"/>
                      <a:pt x="3468" y="141"/>
                      <a:pt x="2591" y="23"/>
                    </a:cubicBezTo>
                    <a:cubicBezTo>
                      <a:pt x="2485" y="8"/>
                      <a:pt x="2380" y="0"/>
                      <a:pt x="22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38"/>
              <p:cNvSpPr/>
              <p:nvPr/>
            </p:nvSpPr>
            <p:spPr>
              <a:xfrm rot="-2291122">
                <a:off x="3093730" y="1704355"/>
                <a:ext cx="305293" cy="629176"/>
              </a:xfrm>
              <a:custGeom>
                <a:avLst/>
                <a:gdLst/>
                <a:ahLst/>
                <a:cxnLst/>
                <a:rect l="l" t="t" r="r" b="b"/>
                <a:pathLst>
                  <a:path w="4789" h="9869" extrusionOk="0">
                    <a:moveTo>
                      <a:pt x="1537" y="244"/>
                    </a:moveTo>
                    <a:cubicBezTo>
                      <a:pt x="1606" y="323"/>
                      <a:pt x="1675" y="382"/>
                      <a:pt x="1715" y="451"/>
                    </a:cubicBezTo>
                    <a:cubicBezTo>
                      <a:pt x="1843" y="687"/>
                      <a:pt x="1971" y="934"/>
                      <a:pt x="2089" y="1180"/>
                    </a:cubicBezTo>
                    <a:cubicBezTo>
                      <a:pt x="2191" y="1396"/>
                      <a:pt x="2278" y="1495"/>
                      <a:pt x="2407" y="1495"/>
                    </a:cubicBezTo>
                    <a:cubicBezTo>
                      <a:pt x="2489" y="1495"/>
                      <a:pt x="2589" y="1454"/>
                      <a:pt x="2720" y="1377"/>
                    </a:cubicBezTo>
                    <a:cubicBezTo>
                      <a:pt x="2848" y="1308"/>
                      <a:pt x="2966" y="1229"/>
                      <a:pt x="3104" y="1180"/>
                    </a:cubicBezTo>
                    <a:cubicBezTo>
                      <a:pt x="3170" y="1153"/>
                      <a:pt x="3225" y="1139"/>
                      <a:pt x="3268" y="1139"/>
                    </a:cubicBezTo>
                    <a:cubicBezTo>
                      <a:pt x="3366" y="1139"/>
                      <a:pt x="3406" y="1210"/>
                      <a:pt x="3399" y="1367"/>
                    </a:cubicBezTo>
                    <a:cubicBezTo>
                      <a:pt x="3389" y="1850"/>
                      <a:pt x="3350" y="2323"/>
                      <a:pt x="3311" y="2805"/>
                    </a:cubicBezTo>
                    <a:cubicBezTo>
                      <a:pt x="3301" y="2973"/>
                      <a:pt x="3252" y="3140"/>
                      <a:pt x="3242" y="3308"/>
                    </a:cubicBezTo>
                    <a:cubicBezTo>
                      <a:pt x="3219" y="3546"/>
                      <a:pt x="3310" y="3672"/>
                      <a:pt x="3488" y="3672"/>
                    </a:cubicBezTo>
                    <a:cubicBezTo>
                      <a:pt x="3545" y="3672"/>
                      <a:pt x="3611" y="3659"/>
                      <a:pt x="3685" y="3633"/>
                    </a:cubicBezTo>
                    <a:cubicBezTo>
                      <a:pt x="3793" y="3593"/>
                      <a:pt x="3892" y="3534"/>
                      <a:pt x="4010" y="3495"/>
                    </a:cubicBezTo>
                    <a:cubicBezTo>
                      <a:pt x="4119" y="3453"/>
                      <a:pt x="4211" y="3432"/>
                      <a:pt x="4286" y="3432"/>
                    </a:cubicBezTo>
                    <a:cubicBezTo>
                      <a:pt x="4489" y="3432"/>
                      <a:pt x="4565" y="3587"/>
                      <a:pt x="4493" y="3889"/>
                    </a:cubicBezTo>
                    <a:cubicBezTo>
                      <a:pt x="4375" y="4362"/>
                      <a:pt x="4256" y="4835"/>
                      <a:pt x="4079" y="5288"/>
                    </a:cubicBezTo>
                    <a:cubicBezTo>
                      <a:pt x="3852" y="5869"/>
                      <a:pt x="3577" y="6430"/>
                      <a:pt x="3301" y="7031"/>
                    </a:cubicBezTo>
                    <a:cubicBezTo>
                      <a:pt x="3202" y="6805"/>
                      <a:pt x="3183" y="6371"/>
                      <a:pt x="3252" y="6194"/>
                    </a:cubicBezTo>
                    <a:cubicBezTo>
                      <a:pt x="3409" y="5770"/>
                      <a:pt x="3567" y="5347"/>
                      <a:pt x="3724" y="4923"/>
                    </a:cubicBezTo>
                    <a:cubicBezTo>
                      <a:pt x="3744" y="4844"/>
                      <a:pt x="3744" y="4697"/>
                      <a:pt x="3695" y="4677"/>
                    </a:cubicBezTo>
                    <a:cubicBezTo>
                      <a:pt x="3667" y="4660"/>
                      <a:pt x="3643" y="4653"/>
                      <a:pt x="3622" y="4653"/>
                    </a:cubicBezTo>
                    <a:cubicBezTo>
                      <a:pt x="3546" y="4653"/>
                      <a:pt x="3509" y="4748"/>
                      <a:pt x="3478" y="4825"/>
                    </a:cubicBezTo>
                    <a:cubicBezTo>
                      <a:pt x="3360" y="5120"/>
                      <a:pt x="3242" y="5416"/>
                      <a:pt x="3114" y="5751"/>
                    </a:cubicBezTo>
                    <a:cubicBezTo>
                      <a:pt x="3055" y="5426"/>
                      <a:pt x="2995" y="5150"/>
                      <a:pt x="2956" y="4864"/>
                    </a:cubicBezTo>
                    <a:cubicBezTo>
                      <a:pt x="2946" y="4785"/>
                      <a:pt x="2986" y="4687"/>
                      <a:pt x="3015" y="4608"/>
                    </a:cubicBezTo>
                    <a:cubicBezTo>
                      <a:pt x="3084" y="4431"/>
                      <a:pt x="3173" y="4273"/>
                      <a:pt x="3222" y="4096"/>
                    </a:cubicBezTo>
                    <a:cubicBezTo>
                      <a:pt x="3242" y="4037"/>
                      <a:pt x="3202" y="3958"/>
                      <a:pt x="3192" y="3889"/>
                    </a:cubicBezTo>
                    <a:cubicBezTo>
                      <a:pt x="3123" y="3928"/>
                      <a:pt x="3035" y="3938"/>
                      <a:pt x="2995" y="3997"/>
                    </a:cubicBezTo>
                    <a:cubicBezTo>
                      <a:pt x="2936" y="4076"/>
                      <a:pt x="2907" y="4175"/>
                      <a:pt x="2857" y="4283"/>
                    </a:cubicBezTo>
                    <a:cubicBezTo>
                      <a:pt x="2651" y="3840"/>
                      <a:pt x="2808" y="3426"/>
                      <a:pt x="2877" y="3012"/>
                    </a:cubicBezTo>
                    <a:cubicBezTo>
                      <a:pt x="2917" y="2796"/>
                      <a:pt x="2995" y="2589"/>
                      <a:pt x="3035" y="2382"/>
                    </a:cubicBezTo>
                    <a:cubicBezTo>
                      <a:pt x="3055" y="2323"/>
                      <a:pt x="3005" y="2244"/>
                      <a:pt x="2986" y="2175"/>
                    </a:cubicBezTo>
                    <a:cubicBezTo>
                      <a:pt x="2917" y="2214"/>
                      <a:pt x="2818" y="2244"/>
                      <a:pt x="2798" y="2293"/>
                    </a:cubicBezTo>
                    <a:cubicBezTo>
                      <a:pt x="2720" y="2500"/>
                      <a:pt x="2680" y="2727"/>
                      <a:pt x="2621" y="2943"/>
                    </a:cubicBezTo>
                    <a:cubicBezTo>
                      <a:pt x="2611" y="2993"/>
                      <a:pt x="2592" y="3042"/>
                      <a:pt x="2582" y="3091"/>
                    </a:cubicBezTo>
                    <a:cubicBezTo>
                      <a:pt x="2463" y="2756"/>
                      <a:pt x="2355" y="2431"/>
                      <a:pt x="2227" y="2116"/>
                    </a:cubicBezTo>
                    <a:cubicBezTo>
                      <a:pt x="2186" y="2018"/>
                      <a:pt x="2139" y="1867"/>
                      <a:pt x="2024" y="1867"/>
                    </a:cubicBezTo>
                    <a:cubicBezTo>
                      <a:pt x="2000" y="1867"/>
                      <a:pt x="1972" y="1874"/>
                      <a:pt x="1941" y="1889"/>
                    </a:cubicBezTo>
                    <a:cubicBezTo>
                      <a:pt x="1764" y="1988"/>
                      <a:pt x="1951" y="2106"/>
                      <a:pt x="1991" y="2224"/>
                    </a:cubicBezTo>
                    <a:cubicBezTo>
                      <a:pt x="2138" y="2677"/>
                      <a:pt x="2286" y="3140"/>
                      <a:pt x="2434" y="3593"/>
                    </a:cubicBezTo>
                    <a:cubicBezTo>
                      <a:pt x="2414" y="3613"/>
                      <a:pt x="2395" y="3623"/>
                      <a:pt x="2385" y="3633"/>
                    </a:cubicBezTo>
                    <a:cubicBezTo>
                      <a:pt x="2168" y="3544"/>
                      <a:pt x="1961" y="3456"/>
                      <a:pt x="1744" y="3367"/>
                    </a:cubicBezTo>
                    <a:cubicBezTo>
                      <a:pt x="1695" y="3347"/>
                      <a:pt x="1646" y="3308"/>
                      <a:pt x="1606" y="3308"/>
                    </a:cubicBezTo>
                    <a:cubicBezTo>
                      <a:pt x="1537" y="3308"/>
                      <a:pt x="1478" y="3337"/>
                      <a:pt x="1409" y="3357"/>
                    </a:cubicBezTo>
                    <a:cubicBezTo>
                      <a:pt x="1439" y="3416"/>
                      <a:pt x="1459" y="3515"/>
                      <a:pt x="1508" y="3534"/>
                    </a:cubicBezTo>
                    <a:cubicBezTo>
                      <a:pt x="1744" y="3653"/>
                      <a:pt x="1981" y="3761"/>
                      <a:pt x="2227" y="3859"/>
                    </a:cubicBezTo>
                    <a:cubicBezTo>
                      <a:pt x="2424" y="3928"/>
                      <a:pt x="2542" y="4047"/>
                      <a:pt x="2552" y="4273"/>
                    </a:cubicBezTo>
                    <a:cubicBezTo>
                      <a:pt x="2562" y="4401"/>
                      <a:pt x="2601" y="4539"/>
                      <a:pt x="2641" y="4697"/>
                    </a:cubicBezTo>
                    <a:cubicBezTo>
                      <a:pt x="2444" y="4598"/>
                      <a:pt x="2276" y="4500"/>
                      <a:pt x="2109" y="4421"/>
                    </a:cubicBezTo>
                    <a:cubicBezTo>
                      <a:pt x="2093" y="4413"/>
                      <a:pt x="2075" y="4410"/>
                      <a:pt x="2057" y="4410"/>
                    </a:cubicBezTo>
                    <a:cubicBezTo>
                      <a:pt x="2007" y="4410"/>
                      <a:pt x="1952" y="4431"/>
                      <a:pt x="1902" y="4431"/>
                    </a:cubicBezTo>
                    <a:cubicBezTo>
                      <a:pt x="1932" y="4500"/>
                      <a:pt x="1941" y="4608"/>
                      <a:pt x="1991" y="4638"/>
                    </a:cubicBezTo>
                    <a:cubicBezTo>
                      <a:pt x="2188" y="4776"/>
                      <a:pt x="2414" y="4884"/>
                      <a:pt x="2611" y="5012"/>
                    </a:cubicBezTo>
                    <a:cubicBezTo>
                      <a:pt x="2670" y="5041"/>
                      <a:pt x="2720" y="5110"/>
                      <a:pt x="2729" y="5170"/>
                    </a:cubicBezTo>
                    <a:cubicBezTo>
                      <a:pt x="2789" y="5465"/>
                      <a:pt x="2828" y="5770"/>
                      <a:pt x="2877" y="6076"/>
                    </a:cubicBezTo>
                    <a:lnTo>
                      <a:pt x="2877" y="6125"/>
                    </a:lnTo>
                    <a:cubicBezTo>
                      <a:pt x="2867" y="6115"/>
                      <a:pt x="2867" y="6105"/>
                      <a:pt x="2857" y="6096"/>
                    </a:cubicBezTo>
                    <a:cubicBezTo>
                      <a:pt x="2582" y="5889"/>
                      <a:pt x="2306" y="5682"/>
                      <a:pt x="2030" y="5475"/>
                    </a:cubicBezTo>
                    <a:cubicBezTo>
                      <a:pt x="1988" y="5447"/>
                      <a:pt x="1905" y="5424"/>
                      <a:pt x="1847" y="5424"/>
                    </a:cubicBezTo>
                    <a:cubicBezTo>
                      <a:pt x="1824" y="5424"/>
                      <a:pt x="1805" y="5427"/>
                      <a:pt x="1794" y="5436"/>
                    </a:cubicBezTo>
                    <a:cubicBezTo>
                      <a:pt x="1695" y="5534"/>
                      <a:pt x="1794" y="5613"/>
                      <a:pt x="1863" y="5672"/>
                    </a:cubicBezTo>
                    <a:cubicBezTo>
                      <a:pt x="2168" y="5918"/>
                      <a:pt x="2463" y="6155"/>
                      <a:pt x="2759" y="6381"/>
                    </a:cubicBezTo>
                    <a:cubicBezTo>
                      <a:pt x="2877" y="6470"/>
                      <a:pt x="2956" y="6559"/>
                      <a:pt x="2956" y="6716"/>
                    </a:cubicBezTo>
                    <a:cubicBezTo>
                      <a:pt x="2966" y="6943"/>
                      <a:pt x="2986" y="7169"/>
                      <a:pt x="3005" y="7406"/>
                    </a:cubicBezTo>
                    <a:cubicBezTo>
                      <a:pt x="2966" y="7396"/>
                      <a:pt x="2936" y="7396"/>
                      <a:pt x="2917" y="7386"/>
                    </a:cubicBezTo>
                    <a:cubicBezTo>
                      <a:pt x="2129" y="6874"/>
                      <a:pt x="1331" y="6391"/>
                      <a:pt x="730" y="5642"/>
                    </a:cubicBezTo>
                    <a:cubicBezTo>
                      <a:pt x="651" y="5544"/>
                      <a:pt x="592" y="5436"/>
                      <a:pt x="523" y="5327"/>
                    </a:cubicBezTo>
                    <a:cubicBezTo>
                      <a:pt x="454" y="5209"/>
                      <a:pt x="503" y="5140"/>
                      <a:pt x="631" y="5120"/>
                    </a:cubicBezTo>
                    <a:cubicBezTo>
                      <a:pt x="809" y="5101"/>
                      <a:pt x="986" y="5110"/>
                      <a:pt x="1153" y="5071"/>
                    </a:cubicBezTo>
                    <a:cubicBezTo>
                      <a:pt x="1272" y="5051"/>
                      <a:pt x="1429" y="5002"/>
                      <a:pt x="1478" y="4923"/>
                    </a:cubicBezTo>
                    <a:cubicBezTo>
                      <a:pt x="1508" y="4864"/>
                      <a:pt x="1429" y="4687"/>
                      <a:pt x="1350" y="4608"/>
                    </a:cubicBezTo>
                    <a:cubicBezTo>
                      <a:pt x="1134" y="4381"/>
                      <a:pt x="877" y="4175"/>
                      <a:pt x="661" y="3938"/>
                    </a:cubicBezTo>
                    <a:cubicBezTo>
                      <a:pt x="533" y="3810"/>
                      <a:pt x="424" y="3653"/>
                      <a:pt x="365" y="3485"/>
                    </a:cubicBezTo>
                    <a:cubicBezTo>
                      <a:pt x="277" y="3268"/>
                      <a:pt x="365" y="3130"/>
                      <a:pt x="602" y="3091"/>
                    </a:cubicBezTo>
                    <a:cubicBezTo>
                      <a:pt x="749" y="3071"/>
                      <a:pt x="897" y="3071"/>
                      <a:pt x="1055" y="3062"/>
                    </a:cubicBezTo>
                    <a:cubicBezTo>
                      <a:pt x="1380" y="3042"/>
                      <a:pt x="1469" y="2933"/>
                      <a:pt x="1439" y="2599"/>
                    </a:cubicBezTo>
                    <a:cubicBezTo>
                      <a:pt x="1390" y="2067"/>
                      <a:pt x="1350" y="1535"/>
                      <a:pt x="1331" y="1013"/>
                    </a:cubicBezTo>
                    <a:cubicBezTo>
                      <a:pt x="1321" y="825"/>
                      <a:pt x="1370" y="648"/>
                      <a:pt x="1409" y="471"/>
                    </a:cubicBezTo>
                    <a:cubicBezTo>
                      <a:pt x="1419" y="402"/>
                      <a:pt x="1478" y="333"/>
                      <a:pt x="1537" y="244"/>
                    </a:cubicBezTo>
                    <a:close/>
                    <a:moveTo>
                      <a:pt x="1538" y="0"/>
                    </a:moveTo>
                    <a:cubicBezTo>
                      <a:pt x="1398" y="0"/>
                      <a:pt x="1265" y="98"/>
                      <a:pt x="1183" y="284"/>
                    </a:cubicBezTo>
                    <a:cubicBezTo>
                      <a:pt x="1134" y="402"/>
                      <a:pt x="1084" y="540"/>
                      <a:pt x="1084" y="668"/>
                    </a:cubicBezTo>
                    <a:cubicBezTo>
                      <a:pt x="1084" y="1111"/>
                      <a:pt x="1094" y="1564"/>
                      <a:pt x="1104" y="2017"/>
                    </a:cubicBezTo>
                    <a:cubicBezTo>
                      <a:pt x="1114" y="2264"/>
                      <a:pt x="1153" y="2520"/>
                      <a:pt x="1173" y="2776"/>
                    </a:cubicBezTo>
                    <a:cubicBezTo>
                      <a:pt x="956" y="2786"/>
                      <a:pt x="779" y="2805"/>
                      <a:pt x="592" y="2815"/>
                    </a:cubicBezTo>
                    <a:cubicBezTo>
                      <a:pt x="198" y="2855"/>
                      <a:pt x="1" y="3130"/>
                      <a:pt x="89" y="3515"/>
                    </a:cubicBezTo>
                    <a:cubicBezTo>
                      <a:pt x="149" y="3820"/>
                      <a:pt x="355" y="4037"/>
                      <a:pt x="562" y="4244"/>
                    </a:cubicBezTo>
                    <a:cubicBezTo>
                      <a:pt x="759" y="4421"/>
                      <a:pt x="946" y="4598"/>
                      <a:pt x="1173" y="4805"/>
                    </a:cubicBezTo>
                    <a:cubicBezTo>
                      <a:pt x="927" y="4825"/>
                      <a:pt x="740" y="4835"/>
                      <a:pt x="552" y="4864"/>
                    </a:cubicBezTo>
                    <a:cubicBezTo>
                      <a:pt x="247" y="4933"/>
                      <a:pt x="139" y="5130"/>
                      <a:pt x="267" y="5426"/>
                    </a:cubicBezTo>
                    <a:cubicBezTo>
                      <a:pt x="316" y="5524"/>
                      <a:pt x="375" y="5623"/>
                      <a:pt x="444" y="5711"/>
                    </a:cubicBezTo>
                    <a:cubicBezTo>
                      <a:pt x="1094" y="6568"/>
                      <a:pt x="1991" y="7110"/>
                      <a:pt x="2887" y="7662"/>
                    </a:cubicBezTo>
                    <a:cubicBezTo>
                      <a:pt x="2976" y="7721"/>
                      <a:pt x="3025" y="7760"/>
                      <a:pt x="3015" y="7869"/>
                    </a:cubicBezTo>
                    <a:cubicBezTo>
                      <a:pt x="2946" y="8460"/>
                      <a:pt x="2887" y="9041"/>
                      <a:pt x="2838" y="9632"/>
                    </a:cubicBezTo>
                    <a:cubicBezTo>
                      <a:pt x="2828" y="9701"/>
                      <a:pt x="2897" y="9790"/>
                      <a:pt x="2936" y="9868"/>
                    </a:cubicBezTo>
                    <a:cubicBezTo>
                      <a:pt x="2986" y="9809"/>
                      <a:pt x="3074" y="9750"/>
                      <a:pt x="3084" y="9681"/>
                    </a:cubicBezTo>
                    <a:cubicBezTo>
                      <a:pt x="3153" y="9041"/>
                      <a:pt x="3202" y="8410"/>
                      <a:pt x="3271" y="7770"/>
                    </a:cubicBezTo>
                    <a:cubicBezTo>
                      <a:pt x="3281" y="7642"/>
                      <a:pt x="3320" y="7514"/>
                      <a:pt x="3370" y="7396"/>
                    </a:cubicBezTo>
                    <a:cubicBezTo>
                      <a:pt x="3724" y="6618"/>
                      <a:pt x="4118" y="5859"/>
                      <a:pt x="4443" y="5061"/>
                    </a:cubicBezTo>
                    <a:cubicBezTo>
                      <a:pt x="4640" y="4618"/>
                      <a:pt x="4788" y="4145"/>
                      <a:pt x="4759" y="3633"/>
                    </a:cubicBezTo>
                    <a:cubicBezTo>
                      <a:pt x="4759" y="3436"/>
                      <a:pt x="4680" y="3259"/>
                      <a:pt x="4493" y="3199"/>
                    </a:cubicBezTo>
                    <a:cubicBezTo>
                      <a:pt x="4428" y="3182"/>
                      <a:pt x="4357" y="3174"/>
                      <a:pt x="4285" y="3174"/>
                    </a:cubicBezTo>
                    <a:cubicBezTo>
                      <a:pt x="4193" y="3174"/>
                      <a:pt x="4099" y="3187"/>
                      <a:pt x="4010" y="3209"/>
                    </a:cubicBezTo>
                    <a:cubicBezTo>
                      <a:pt x="3843" y="3239"/>
                      <a:pt x="3685" y="3327"/>
                      <a:pt x="3498" y="3406"/>
                    </a:cubicBezTo>
                    <a:cubicBezTo>
                      <a:pt x="3508" y="3318"/>
                      <a:pt x="3517" y="3259"/>
                      <a:pt x="3517" y="3199"/>
                    </a:cubicBezTo>
                    <a:cubicBezTo>
                      <a:pt x="3577" y="2608"/>
                      <a:pt x="3655" y="2017"/>
                      <a:pt x="3675" y="1426"/>
                    </a:cubicBezTo>
                    <a:cubicBezTo>
                      <a:pt x="3689" y="1061"/>
                      <a:pt x="3538" y="871"/>
                      <a:pt x="3281" y="871"/>
                    </a:cubicBezTo>
                    <a:cubicBezTo>
                      <a:pt x="3179" y="871"/>
                      <a:pt x="3059" y="901"/>
                      <a:pt x="2926" y="963"/>
                    </a:cubicBezTo>
                    <a:cubicBezTo>
                      <a:pt x="2798" y="1013"/>
                      <a:pt x="2680" y="1091"/>
                      <a:pt x="2562" y="1160"/>
                    </a:cubicBezTo>
                    <a:cubicBezTo>
                      <a:pt x="2523" y="1180"/>
                      <a:pt x="2473" y="1200"/>
                      <a:pt x="2414" y="1219"/>
                    </a:cubicBezTo>
                    <a:cubicBezTo>
                      <a:pt x="2355" y="1101"/>
                      <a:pt x="2306" y="993"/>
                      <a:pt x="2257" y="894"/>
                    </a:cubicBezTo>
                    <a:cubicBezTo>
                      <a:pt x="2129" y="658"/>
                      <a:pt x="2010" y="412"/>
                      <a:pt x="1863" y="195"/>
                    </a:cubicBezTo>
                    <a:cubicBezTo>
                      <a:pt x="1766" y="63"/>
                      <a:pt x="1650" y="0"/>
                      <a:pt x="15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3" name="Google Shape;1023;p38"/>
            <p:cNvGrpSpPr/>
            <p:nvPr/>
          </p:nvGrpSpPr>
          <p:grpSpPr>
            <a:xfrm>
              <a:off x="2684762" y="2851200"/>
              <a:ext cx="1271211" cy="1736673"/>
              <a:chOff x="2779525" y="2807900"/>
              <a:chExt cx="1271211" cy="1736673"/>
            </a:xfrm>
          </p:grpSpPr>
          <p:sp>
            <p:nvSpPr>
              <p:cNvPr id="1024" name="Google Shape;1024;p38"/>
              <p:cNvSpPr/>
              <p:nvPr/>
            </p:nvSpPr>
            <p:spPr>
              <a:xfrm>
                <a:off x="2962324" y="3692179"/>
                <a:ext cx="845112" cy="852393"/>
              </a:xfrm>
              <a:custGeom>
                <a:avLst/>
                <a:gdLst/>
                <a:ahLst/>
                <a:cxnLst/>
                <a:rect l="l" t="t" r="r" b="b"/>
                <a:pathLst>
                  <a:path w="15812" h="15946" extrusionOk="0">
                    <a:moveTo>
                      <a:pt x="9110" y="1"/>
                    </a:moveTo>
                    <a:cubicBezTo>
                      <a:pt x="9054" y="1"/>
                      <a:pt x="9000" y="14"/>
                      <a:pt x="8945" y="58"/>
                    </a:cubicBezTo>
                    <a:cubicBezTo>
                      <a:pt x="8926" y="77"/>
                      <a:pt x="8896" y="77"/>
                      <a:pt x="8866" y="77"/>
                    </a:cubicBezTo>
                    <a:cubicBezTo>
                      <a:pt x="8730" y="93"/>
                      <a:pt x="8593" y="109"/>
                      <a:pt x="8456" y="109"/>
                    </a:cubicBezTo>
                    <a:cubicBezTo>
                      <a:pt x="8426" y="109"/>
                      <a:pt x="8395" y="109"/>
                      <a:pt x="8364" y="107"/>
                    </a:cubicBezTo>
                    <a:cubicBezTo>
                      <a:pt x="8290" y="102"/>
                      <a:pt x="8217" y="100"/>
                      <a:pt x="8143" y="100"/>
                    </a:cubicBezTo>
                    <a:cubicBezTo>
                      <a:pt x="7796" y="100"/>
                      <a:pt x="7453" y="148"/>
                      <a:pt x="7103" y="156"/>
                    </a:cubicBezTo>
                    <a:cubicBezTo>
                      <a:pt x="7074" y="166"/>
                      <a:pt x="7044" y="166"/>
                      <a:pt x="7015" y="176"/>
                    </a:cubicBezTo>
                    <a:cubicBezTo>
                      <a:pt x="6926" y="196"/>
                      <a:pt x="6847" y="215"/>
                      <a:pt x="6788" y="294"/>
                    </a:cubicBezTo>
                    <a:cubicBezTo>
                      <a:pt x="6770" y="336"/>
                      <a:pt x="6738" y="352"/>
                      <a:pt x="6698" y="352"/>
                    </a:cubicBezTo>
                    <a:cubicBezTo>
                      <a:pt x="6671" y="352"/>
                      <a:pt x="6642" y="345"/>
                      <a:pt x="6611" y="333"/>
                    </a:cubicBezTo>
                    <a:cubicBezTo>
                      <a:pt x="6578" y="317"/>
                      <a:pt x="6533" y="301"/>
                      <a:pt x="6491" y="301"/>
                    </a:cubicBezTo>
                    <a:cubicBezTo>
                      <a:pt x="6481" y="301"/>
                      <a:pt x="6472" y="302"/>
                      <a:pt x="6463" y="304"/>
                    </a:cubicBezTo>
                    <a:cubicBezTo>
                      <a:pt x="6217" y="363"/>
                      <a:pt x="5970" y="432"/>
                      <a:pt x="5724" y="501"/>
                    </a:cubicBezTo>
                    <a:cubicBezTo>
                      <a:pt x="5695" y="501"/>
                      <a:pt x="5665" y="521"/>
                      <a:pt x="5645" y="540"/>
                    </a:cubicBezTo>
                    <a:cubicBezTo>
                      <a:pt x="5478" y="629"/>
                      <a:pt x="5310" y="727"/>
                      <a:pt x="5143" y="826"/>
                    </a:cubicBezTo>
                    <a:cubicBezTo>
                      <a:pt x="5074" y="865"/>
                      <a:pt x="5015" y="915"/>
                      <a:pt x="4916" y="915"/>
                    </a:cubicBezTo>
                    <a:cubicBezTo>
                      <a:pt x="4877" y="895"/>
                      <a:pt x="4837" y="885"/>
                      <a:pt x="4798" y="865"/>
                    </a:cubicBezTo>
                    <a:cubicBezTo>
                      <a:pt x="4768" y="848"/>
                      <a:pt x="4740" y="840"/>
                      <a:pt x="4712" y="840"/>
                    </a:cubicBezTo>
                    <a:cubicBezTo>
                      <a:pt x="4677" y="840"/>
                      <a:pt x="4644" y="853"/>
                      <a:pt x="4611" y="875"/>
                    </a:cubicBezTo>
                    <a:cubicBezTo>
                      <a:pt x="4581" y="905"/>
                      <a:pt x="4542" y="934"/>
                      <a:pt x="4512" y="964"/>
                    </a:cubicBezTo>
                    <a:cubicBezTo>
                      <a:pt x="4404" y="1062"/>
                      <a:pt x="4296" y="1161"/>
                      <a:pt x="4187" y="1250"/>
                    </a:cubicBezTo>
                    <a:cubicBezTo>
                      <a:pt x="4138" y="1299"/>
                      <a:pt x="4079" y="1328"/>
                      <a:pt x="4010" y="1338"/>
                    </a:cubicBezTo>
                    <a:cubicBezTo>
                      <a:pt x="3912" y="1348"/>
                      <a:pt x="3803" y="1387"/>
                      <a:pt x="3715" y="1437"/>
                    </a:cubicBezTo>
                    <a:cubicBezTo>
                      <a:pt x="3586" y="1525"/>
                      <a:pt x="3458" y="1624"/>
                      <a:pt x="3340" y="1732"/>
                    </a:cubicBezTo>
                    <a:cubicBezTo>
                      <a:pt x="3212" y="1850"/>
                      <a:pt x="3084" y="1939"/>
                      <a:pt x="2907" y="1998"/>
                    </a:cubicBezTo>
                    <a:cubicBezTo>
                      <a:pt x="2828" y="2018"/>
                      <a:pt x="2759" y="2057"/>
                      <a:pt x="2710" y="2126"/>
                    </a:cubicBezTo>
                    <a:cubicBezTo>
                      <a:pt x="2532" y="2392"/>
                      <a:pt x="2217" y="2540"/>
                      <a:pt x="2030" y="2796"/>
                    </a:cubicBezTo>
                    <a:cubicBezTo>
                      <a:pt x="2020" y="2806"/>
                      <a:pt x="2000" y="2816"/>
                      <a:pt x="1981" y="2826"/>
                    </a:cubicBezTo>
                    <a:cubicBezTo>
                      <a:pt x="1892" y="2845"/>
                      <a:pt x="1863" y="2914"/>
                      <a:pt x="1823" y="2973"/>
                    </a:cubicBezTo>
                    <a:cubicBezTo>
                      <a:pt x="1695" y="3200"/>
                      <a:pt x="1528" y="3387"/>
                      <a:pt x="1301" y="3545"/>
                    </a:cubicBezTo>
                    <a:cubicBezTo>
                      <a:pt x="1262" y="3574"/>
                      <a:pt x="1222" y="3624"/>
                      <a:pt x="1203" y="3673"/>
                    </a:cubicBezTo>
                    <a:cubicBezTo>
                      <a:pt x="1114" y="3830"/>
                      <a:pt x="1025" y="3988"/>
                      <a:pt x="956" y="4146"/>
                    </a:cubicBezTo>
                    <a:cubicBezTo>
                      <a:pt x="878" y="4362"/>
                      <a:pt x="789" y="4589"/>
                      <a:pt x="868" y="4835"/>
                    </a:cubicBezTo>
                    <a:cubicBezTo>
                      <a:pt x="828" y="4875"/>
                      <a:pt x="779" y="4924"/>
                      <a:pt x="749" y="4973"/>
                    </a:cubicBezTo>
                    <a:cubicBezTo>
                      <a:pt x="621" y="5170"/>
                      <a:pt x="464" y="5338"/>
                      <a:pt x="533" y="5584"/>
                    </a:cubicBezTo>
                    <a:cubicBezTo>
                      <a:pt x="355" y="5682"/>
                      <a:pt x="355" y="5682"/>
                      <a:pt x="326" y="5860"/>
                    </a:cubicBezTo>
                    <a:cubicBezTo>
                      <a:pt x="316" y="5919"/>
                      <a:pt x="316" y="5978"/>
                      <a:pt x="306" y="6027"/>
                    </a:cubicBezTo>
                    <a:cubicBezTo>
                      <a:pt x="277" y="6224"/>
                      <a:pt x="237" y="6411"/>
                      <a:pt x="158" y="6598"/>
                    </a:cubicBezTo>
                    <a:cubicBezTo>
                      <a:pt x="89" y="6756"/>
                      <a:pt x="50" y="6924"/>
                      <a:pt x="11" y="7081"/>
                    </a:cubicBezTo>
                    <a:cubicBezTo>
                      <a:pt x="1" y="7121"/>
                      <a:pt x="1" y="7160"/>
                      <a:pt x="1" y="7190"/>
                    </a:cubicBezTo>
                    <a:cubicBezTo>
                      <a:pt x="30" y="7495"/>
                      <a:pt x="50" y="7800"/>
                      <a:pt x="30" y="8115"/>
                    </a:cubicBezTo>
                    <a:cubicBezTo>
                      <a:pt x="20" y="8303"/>
                      <a:pt x="40" y="8490"/>
                      <a:pt x="50" y="8677"/>
                    </a:cubicBezTo>
                    <a:cubicBezTo>
                      <a:pt x="50" y="8756"/>
                      <a:pt x="60" y="8835"/>
                      <a:pt x="80" y="8913"/>
                    </a:cubicBezTo>
                    <a:cubicBezTo>
                      <a:pt x="99" y="9032"/>
                      <a:pt x="109" y="9160"/>
                      <a:pt x="188" y="9268"/>
                    </a:cubicBezTo>
                    <a:cubicBezTo>
                      <a:pt x="267" y="9386"/>
                      <a:pt x="218" y="9534"/>
                      <a:pt x="296" y="9652"/>
                    </a:cubicBezTo>
                    <a:cubicBezTo>
                      <a:pt x="326" y="9701"/>
                      <a:pt x="326" y="9761"/>
                      <a:pt x="316" y="9820"/>
                    </a:cubicBezTo>
                    <a:cubicBezTo>
                      <a:pt x="316" y="9879"/>
                      <a:pt x="326" y="9938"/>
                      <a:pt x="346" y="10007"/>
                    </a:cubicBezTo>
                    <a:cubicBezTo>
                      <a:pt x="355" y="10076"/>
                      <a:pt x="395" y="10155"/>
                      <a:pt x="405" y="10224"/>
                    </a:cubicBezTo>
                    <a:cubicBezTo>
                      <a:pt x="415" y="10263"/>
                      <a:pt x="434" y="10322"/>
                      <a:pt x="415" y="10342"/>
                    </a:cubicBezTo>
                    <a:cubicBezTo>
                      <a:pt x="326" y="10460"/>
                      <a:pt x="385" y="10558"/>
                      <a:pt x="444" y="10657"/>
                    </a:cubicBezTo>
                    <a:cubicBezTo>
                      <a:pt x="523" y="10805"/>
                      <a:pt x="602" y="10943"/>
                      <a:pt x="651" y="11100"/>
                    </a:cubicBezTo>
                    <a:cubicBezTo>
                      <a:pt x="710" y="11278"/>
                      <a:pt x="769" y="11445"/>
                      <a:pt x="838" y="11613"/>
                    </a:cubicBezTo>
                    <a:cubicBezTo>
                      <a:pt x="868" y="11691"/>
                      <a:pt x="907" y="11760"/>
                      <a:pt x="966" y="11810"/>
                    </a:cubicBezTo>
                    <a:cubicBezTo>
                      <a:pt x="1015" y="11869"/>
                      <a:pt x="1065" y="11918"/>
                      <a:pt x="1114" y="11967"/>
                    </a:cubicBezTo>
                    <a:cubicBezTo>
                      <a:pt x="1222" y="12075"/>
                      <a:pt x="1321" y="12184"/>
                      <a:pt x="1400" y="12312"/>
                    </a:cubicBezTo>
                    <a:cubicBezTo>
                      <a:pt x="1508" y="12479"/>
                      <a:pt x="1646" y="12627"/>
                      <a:pt x="1764" y="12775"/>
                    </a:cubicBezTo>
                    <a:cubicBezTo>
                      <a:pt x="1813" y="12824"/>
                      <a:pt x="1863" y="12883"/>
                      <a:pt x="1902" y="12932"/>
                    </a:cubicBezTo>
                    <a:cubicBezTo>
                      <a:pt x="2099" y="13149"/>
                      <a:pt x="2276" y="13366"/>
                      <a:pt x="2473" y="13563"/>
                    </a:cubicBezTo>
                    <a:cubicBezTo>
                      <a:pt x="2670" y="13750"/>
                      <a:pt x="2887" y="13937"/>
                      <a:pt x="3153" y="14046"/>
                    </a:cubicBezTo>
                    <a:cubicBezTo>
                      <a:pt x="3192" y="14055"/>
                      <a:pt x="3212" y="14105"/>
                      <a:pt x="3242" y="14134"/>
                    </a:cubicBezTo>
                    <a:cubicBezTo>
                      <a:pt x="3350" y="14243"/>
                      <a:pt x="3439" y="14361"/>
                      <a:pt x="3547" y="14469"/>
                    </a:cubicBezTo>
                    <a:cubicBezTo>
                      <a:pt x="3602" y="14524"/>
                      <a:pt x="3665" y="14579"/>
                      <a:pt x="3760" y="14579"/>
                    </a:cubicBezTo>
                    <a:cubicBezTo>
                      <a:pt x="3768" y="14579"/>
                      <a:pt x="3775" y="14578"/>
                      <a:pt x="3783" y="14578"/>
                    </a:cubicBezTo>
                    <a:cubicBezTo>
                      <a:pt x="3833" y="14578"/>
                      <a:pt x="3882" y="14607"/>
                      <a:pt x="3921" y="14627"/>
                    </a:cubicBezTo>
                    <a:cubicBezTo>
                      <a:pt x="4010" y="14680"/>
                      <a:pt x="4106" y="14717"/>
                      <a:pt x="4217" y="14717"/>
                    </a:cubicBezTo>
                    <a:cubicBezTo>
                      <a:pt x="4230" y="14717"/>
                      <a:pt x="4243" y="14716"/>
                      <a:pt x="4256" y="14715"/>
                    </a:cubicBezTo>
                    <a:cubicBezTo>
                      <a:pt x="4276" y="14745"/>
                      <a:pt x="4306" y="14784"/>
                      <a:pt x="4335" y="14814"/>
                    </a:cubicBezTo>
                    <a:cubicBezTo>
                      <a:pt x="4434" y="14893"/>
                      <a:pt x="4532" y="14972"/>
                      <a:pt x="4631" y="15041"/>
                    </a:cubicBezTo>
                    <a:cubicBezTo>
                      <a:pt x="4681" y="15076"/>
                      <a:pt x="4731" y="15102"/>
                      <a:pt x="4792" y="15102"/>
                    </a:cubicBezTo>
                    <a:cubicBezTo>
                      <a:pt x="4815" y="15102"/>
                      <a:pt x="4840" y="15098"/>
                      <a:pt x="4867" y="15090"/>
                    </a:cubicBezTo>
                    <a:cubicBezTo>
                      <a:pt x="4884" y="15081"/>
                      <a:pt x="4901" y="15078"/>
                      <a:pt x="4917" y="15078"/>
                    </a:cubicBezTo>
                    <a:cubicBezTo>
                      <a:pt x="4956" y="15078"/>
                      <a:pt x="4993" y="15098"/>
                      <a:pt x="5035" y="15119"/>
                    </a:cubicBezTo>
                    <a:cubicBezTo>
                      <a:pt x="5192" y="15208"/>
                      <a:pt x="5360" y="15297"/>
                      <a:pt x="5527" y="15375"/>
                    </a:cubicBezTo>
                    <a:cubicBezTo>
                      <a:pt x="5557" y="15395"/>
                      <a:pt x="5596" y="15415"/>
                      <a:pt x="5606" y="15444"/>
                    </a:cubicBezTo>
                    <a:cubicBezTo>
                      <a:pt x="5655" y="15543"/>
                      <a:pt x="5744" y="15563"/>
                      <a:pt x="5852" y="15572"/>
                    </a:cubicBezTo>
                    <a:cubicBezTo>
                      <a:pt x="6098" y="15592"/>
                      <a:pt x="6335" y="15651"/>
                      <a:pt x="6571" y="15740"/>
                    </a:cubicBezTo>
                    <a:cubicBezTo>
                      <a:pt x="6650" y="15769"/>
                      <a:pt x="6729" y="15769"/>
                      <a:pt x="6808" y="15789"/>
                    </a:cubicBezTo>
                    <a:cubicBezTo>
                      <a:pt x="6847" y="15799"/>
                      <a:pt x="6886" y="15799"/>
                      <a:pt x="6926" y="15799"/>
                    </a:cubicBezTo>
                    <a:cubicBezTo>
                      <a:pt x="7243" y="15870"/>
                      <a:pt x="7560" y="15940"/>
                      <a:pt x="7892" y="15940"/>
                    </a:cubicBezTo>
                    <a:cubicBezTo>
                      <a:pt x="7931" y="15940"/>
                      <a:pt x="7970" y="15939"/>
                      <a:pt x="8009" y="15937"/>
                    </a:cubicBezTo>
                    <a:cubicBezTo>
                      <a:pt x="8069" y="15937"/>
                      <a:pt x="8128" y="15946"/>
                      <a:pt x="8184" y="15946"/>
                    </a:cubicBezTo>
                    <a:cubicBezTo>
                      <a:pt x="8212" y="15946"/>
                      <a:pt x="8239" y="15944"/>
                      <a:pt x="8266" y="15937"/>
                    </a:cubicBezTo>
                    <a:cubicBezTo>
                      <a:pt x="8423" y="15907"/>
                      <a:pt x="8581" y="15858"/>
                      <a:pt x="8738" y="15819"/>
                    </a:cubicBezTo>
                    <a:cubicBezTo>
                      <a:pt x="8817" y="15799"/>
                      <a:pt x="8896" y="15769"/>
                      <a:pt x="8985" y="15760"/>
                    </a:cubicBezTo>
                    <a:cubicBezTo>
                      <a:pt x="9201" y="15760"/>
                      <a:pt x="9428" y="15760"/>
                      <a:pt x="9655" y="15750"/>
                    </a:cubicBezTo>
                    <a:cubicBezTo>
                      <a:pt x="9733" y="15750"/>
                      <a:pt x="9802" y="15750"/>
                      <a:pt x="9871" y="15799"/>
                    </a:cubicBezTo>
                    <a:cubicBezTo>
                      <a:pt x="9905" y="15827"/>
                      <a:pt x="9938" y="15839"/>
                      <a:pt x="9973" y="15839"/>
                    </a:cubicBezTo>
                    <a:cubicBezTo>
                      <a:pt x="10000" y="15839"/>
                      <a:pt x="10028" y="15832"/>
                      <a:pt x="10058" y="15819"/>
                    </a:cubicBezTo>
                    <a:cubicBezTo>
                      <a:pt x="10088" y="15809"/>
                      <a:pt x="10117" y="15789"/>
                      <a:pt x="10137" y="15779"/>
                    </a:cubicBezTo>
                    <a:cubicBezTo>
                      <a:pt x="10403" y="15661"/>
                      <a:pt x="10669" y="15543"/>
                      <a:pt x="10965" y="15504"/>
                    </a:cubicBezTo>
                    <a:cubicBezTo>
                      <a:pt x="11024" y="15504"/>
                      <a:pt x="11103" y="15484"/>
                      <a:pt x="11122" y="15444"/>
                    </a:cubicBezTo>
                    <a:cubicBezTo>
                      <a:pt x="11201" y="15336"/>
                      <a:pt x="11319" y="15307"/>
                      <a:pt x="11437" y="15287"/>
                    </a:cubicBezTo>
                    <a:cubicBezTo>
                      <a:pt x="11575" y="15257"/>
                      <a:pt x="11703" y="15188"/>
                      <a:pt x="11822" y="15119"/>
                    </a:cubicBezTo>
                    <a:cubicBezTo>
                      <a:pt x="11871" y="15090"/>
                      <a:pt x="11910" y="15060"/>
                      <a:pt x="11950" y="15031"/>
                    </a:cubicBezTo>
                    <a:cubicBezTo>
                      <a:pt x="12029" y="14991"/>
                      <a:pt x="12078" y="14942"/>
                      <a:pt x="12107" y="14863"/>
                    </a:cubicBezTo>
                    <a:cubicBezTo>
                      <a:pt x="12117" y="14814"/>
                      <a:pt x="12147" y="14775"/>
                      <a:pt x="12186" y="14735"/>
                    </a:cubicBezTo>
                    <a:cubicBezTo>
                      <a:pt x="12373" y="14558"/>
                      <a:pt x="12551" y="14361"/>
                      <a:pt x="12797" y="14252"/>
                    </a:cubicBezTo>
                    <a:cubicBezTo>
                      <a:pt x="12846" y="14233"/>
                      <a:pt x="12876" y="14193"/>
                      <a:pt x="12905" y="14154"/>
                    </a:cubicBezTo>
                    <a:cubicBezTo>
                      <a:pt x="13023" y="14016"/>
                      <a:pt x="13132" y="13868"/>
                      <a:pt x="13240" y="13730"/>
                    </a:cubicBezTo>
                    <a:cubicBezTo>
                      <a:pt x="13299" y="13661"/>
                      <a:pt x="13329" y="13573"/>
                      <a:pt x="13378" y="13514"/>
                    </a:cubicBezTo>
                    <a:cubicBezTo>
                      <a:pt x="13437" y="13445"/>
                      <a:pt x="13526" y="13395"/>
                      <a:pt x="13595" y="13327"/>
                    </a:cubicBezTo>
                    <a:cubicBezTo>
                      <a:pt x="13802" y="13090"/>
                      <a:pt x="14028" y="12864"/>
                      <a:pt x="14186" y="12588"/>
                    </a:cubicBezTo>
                    <a:cubicBezTo>
                      <a:pt x="14235" y="12519"/>
                      <a:pt x="14284" y="12440"/>
                      <a:pt x="14324" y="12371"/>
                    </a:cubicBezTo>
                    <a:cubicBezTo>
                      <a:pt x="14363" y="12312"/>
                      <a:pt x="14403" y="12253"/>
                      <a:pt x="14481" y="12223"/>
                    </a:cubicBezTo>
                    <a:cubicBezTo>
                      <a:pt x="14550" y="12204"/>
                      <a:pt x="14580" y="12144"/>
                      <a:pt x="14619" y="12095"/>
                    </a:cubicBezTo>
                    <a:cubicBezTo>
                      <a:pt x="14659" y="12016"/>
                      <a:pt x="14708" y="11947"/>
                      <a:pt x="14757" y="11878"/>
                    </a:cubicBezTo>
                    <a:cubicBezTo>
                      <a:pt x="15013" y="11514"/>
                      <a:pt x="15191" y="11120"/>
                      <a:pt x="15309" y="10706"/>
                    </a:cubicBezTo>
                    <a:cubicBezTo>
                      <a:pt x="15348" y="10568"/>
                      <a:pt x="15378" y="10411"/>
                      <a:pt x="15447" y="10283"/>
                    </a:cubicBezTo>
                    <a:cubicBezTo>
                      <a:pt x="15604" y="9997"/>
                      <a:pt x="15673" y="9692"/>
                      <a:pt x="15713" y="9376"/>
                    </a:cubicBezTo>
                    <a:cubicBezTo>
                      <a:pt x="15723" y="9317"/>
                      <a:pt x="15732" y="9248"/>
                      <a:pt x="15713" y="9189"/>
                    </a:cubicBezTo>
                    <a:cubicBezTo>
                      <a:pt x="15673" y="9101"/>
                      <a:pt x="15693" y="9032"/>
                      <a:pt x="15713" y="8943"/>
                    </a:cubicBezTo>
                    <a:cubicBezTo>
                      <a:pt x="15742" y="8854"/>
                      <a:pt x="15762" y="8756"/>
                      <a:pt x="15732" y="8647"/>
                    </a:cubicBezTo>
                    <a:cubicBezTo>
                      <a:pt x="15654" y="8588"/>
                      <a:pt x="15575" y="8519"/>
                      <a:pt x="15476" y="8450"/>
                    </a:cubicBezTo>
                    <a:cubicBezTo>
                      <a:pt x="15457" y="8362"/>
                      <a:pt x="15466" y="8263"/>
                      <a:pt x="15486" y="8165"/>
                    </a:cubicBezTo>
                    <a:cubicBezTo>
                      <a:pt x="15594" y="8096"/>
                      <a:pt x="15585" y="7968"/>
                      <a:pt x="15663" y="7879"/>
                    </a:cubicBezTo>
                    <a:cubicBezTo>
                      <a:pt x="15703" y="7830"/>
                      <a:pt x="15723" y="7761"/>
                      <a:pt x="15713" y="7702"/>
                    </a:cubicBezTo>
                    <a:cubicBezTo>
                      <a:pt x="15693" y="7465"/>
                      <a:pt x="15732" y="7239"/>
                      <a:pt x="15762" y="7012"/>
                    </a:cubicBezTo>
                    <a:cubicBezTo>
                      <a:pt x="15792" y="6796"/>
                      <a:pt x="15811" y="6579"/>
                      <a:pt x="15792" y="6362"/>
                    </a:cubicBezTo>
                    <a:cubicBezTo>
                      <a:pt x="15792" y="6273"/>
                      <a:pt x="15782" y="6175"/>
                      <a:pt x="15742" y="6096"/>
                    </a:cubicBezTo>
                    <a:cubicBezTo>
                      <a:pt x="15703" y="5998"/>
                      <a:pt x="15693" y="5909"/>
                      <a:pt x="15693" y="5810"/>
                    </a:cubicBezTo>
                    <a:cubicBezTo>
                      <a:pt x="15693" y="5604"/>
                      <a:pt x="15683" y="5584"/>
                      <a:pt x="15535" y="5446"/>
                    </a:cubicBezTo>
                    <a:cubicBezTo>
                      <a:pt x="15545" y="5377"/>
                      <a:pt x="15575" y="5318"/>
                      <a:pt x="15565" y="5259"/>
                    </a:cubicBezTo>
                    <a:cubicBezTo>
                      <a:pt x="15535" y="5052"/>
                      <a:pt x="15496" y="4845"/>
                      <a:pt x="15437" y="4638"/>
                    </a:cubicBezTo>
                    <a:cubicBezTo>
                      <a:pt x="15368" y="4372"/>
                      <a:pt x="15279" y="4096"/>
                      <a:pt x="15200" y="3830"/>
                    </a:cubicBezTo>
                    <a:cubicBezTo>
                      <a:pt x="15132" y="3574"/>
                      <a:pt x="15023" y="3338"/>
                      <a:pt x="14846" y="3141"/>
                    </a:cubicBezTo>
                    <a:cubicBezTo>
                      <a:pt x="14825" y="3134"/>
                      <a:pt x="14809" y="3127"/>
                      <a:pt x="14791" y="3127"/>
                    </a:cubicBezTo>
                    <a:cubicBezTo>
                      <a:pt x="14783" y="3127"/>
                      <a:pt x="14776" y="3128"/>
                      <a:pt x="14767" y="3131"/>
                    </a:cubicBezTo>
                    <a:cubicBezTo>
                      <a:pt x="14759" y="3132"/>
                      <a:pt x="14751" y="3132"/>
                      <a:pt x="14743" y="3132"/>
                    </a:cubicBezTo>
                    <a:cubicBezTo>
                      <a:pt x="14626" y="3132"/>
                      <a:pt x="14536" y="3066"/>
                      <a:pt x="14472" y="2983"/>
                    </a:cubicBezTo>
                    <a:cubicBezTo>
                      <a:pt x="14422" y="2914"/>
                      <a:pt x="14383" y="2855"/>
                      <a:pt x="14432" y="2786"/>
                    </a:cubicBezTo>
                    <a:cubicBezTo>
                      <a:pt x="14472" y="2717"/>
                      <a:pt x="14452" y="2648"/>
                      <a:pt x="14403" y="2589"/>
                    </a:cubicBezTo>
                    <a:cubicBezTo>
                      <a:pt x="14215" y="2422"/>
                      <a:pt x="14028" y="2264"/>
                      <a:pt x="13841" y="2097"/>
                    </a:cubicBezTo>
                    <a:cubicBezTo>
                      <a:pt x="13812" y="2067"/>
                      <a:pt x="13752" y="2047"/>
                      <a:pt x="13723" y="2008"/>
                    </a:cubicBezTo>
                    <a:cubicBezTo>
                      <a:pt x="13654" y="1860"/>
                      <a:pt x="13506" y="1772"/>
                      <a:pt x="13378" y="1683"/>
                    </a:cubicBezTo>
                    <a:cubicBezTo>
                      <a:pt x="13270" y="1594"/>
                      <a:pt x="13201" y="1506"/>
                      <a:pt x="13211" y="1378"/>
                    </a:cubicBezTo>
                    <a:cubicBezTo>
                      <a:pt x="13220" y="1279"/>
                      <a:pt x="13171" y="1210"/>
                      <a:pt x="13073" y="1190"/>
                    </a:cubicBezTo>
                    <a:cubicBezTo>
                      <a:pt x="12817" y="1112"/>
                      <a:pt x="12570" y="1003"/>
                      <a:pt x="12294" y="964"/>
                    </a:cubicBezTo>
                    <a:cubicBezTo>
                      <a:pt x="12235" y="944"/>
                      <a:pt x="12176" y="924"/>
                      <a:pt x="12127" y="865"/>
                    </a:cubicBezTo>
                    <a:cubicBezTo>
                      <a:pt x="12058" y="767"/>
                      <a:pt x="11950" y="708"/>
                      <a:pt x="11822" y="668"/>
                    </a:cubicBezTo>
                    <a:cubicBezTo>
                      <a:pt x="11664" y="629"/>
                      <a:pt x="11516" y="590"/>
                      <a:pt x="11369" y="540"/>
                    </a:cubicBezTo>
                    <a:cubicBezTo>
                      <a:pt x="11165" y="461"/>
                      <a:pt x="10945" y="421"/>
                      <a:pt x="10730" y="421"/>
                    </a:cubicBezTo>
                    <a:cubicBezTo>
                      <a:pt x="10707" y="421"/>
                      <a:pt x="10683" y="421"/>
                      <a:pt x="10659" y="422"/>
                    </a:cubicBezTo>
                    <a:cubicBezTo>
                      <a:pt x="10462" y="422"/>
                      <a:pt x="10295" y="373"/>
                      <a:pt x="10117" y="294"/>
                    </a:cubicBezTo>
                    <a:cubicBezTo>
                      <a:pt x="10058" y="264"/>
                      <a:pt x="9999" y="235"/>
                      <a:pt x="9940" y="205"/>
                    </a:cubicBezTo>
                    <a:cubicBezTo>
                      <a:pt x="9723" y="107"/>
                      <a:pt x="9487" y="58"/>
                      <a:pt x="9251" y="18"/>
                    </a:cubicBezTo>
                    <a:cubicBezTo>
                      <a:pt x="9202" y="9"/>
                      <a:pt x="9156" y="1"/>
                      <a:pt x="911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25" name="Google Shape;1025;p38"/>
              <p:cNvGrpSpPr/>
              <p:nvPr/>
            </p:nvGrpSpPr>
            <p:grpSpPr>
              <a:xfrm rot="900005">
                <a:off x="2965715" y="2897689"/>
                <a:ext cx="898830" cy="1557095"/>
                <a:chOff x="4259042" y="285599"/>
                <a:chExt cx="536027" cy="928590"/>
              </a:xfrm>
            </p:grpSpPr>
            <p:sp>
              <p:nvSpPr>
                <p:cNvPr id="1026" name="Google Shape;1026;p38"/>
                <p:cNvSpPr/>
                <p:nvPr/>
              </p:nvSpPr>
              <p:spPr>
                <a:xfrm>
                  <a:off x="4259042" y="285599"/>
                  <a:ext cx="536027" cy="928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12" h="27388" extrusionOk="0">
                      <a:moveTo>
                        <a:pt x="14232" y="206"/>
                      </a:moveTo>
                      <a:cubicBezTo>
                        <a:pt x="14236" y="206"/>
                        <a:pt x="14240" y="207"/>
                        <a:pt x="14245" y="210"/>
                      </a:cubicBezTo>
                      <a:cubicBezTo>
                        <a:pt x="14265" y="219"/>
                        <a:pt x="14265" y="249"/>
                        <a:pt x="14255" y="269"/>
                      </a:cubicBezTo>
                      <a:cubicBezTo>
                        <a:pt x="14235" y="436"/>
                        <a:pt x="14196" y="604"/>
                        <a:pt x="14156" y="771"/>
                      </a:cubicBezTo>
                      <a:cubicBezTo>
                        <a:pt x="14077" y="1057"/>
                        <a:pt x="13989" y="1333"/>
                        <a:pt x="13890" y="1608"/>
                      </a:cubicBezTo>
                      <a:cubicBezTo>
                        <a:pt x="13772" y="1973"/>
                        <a:pt x="13644" y="2337"/>
                        <a:pt x="13536" y="2712"/>
                      </a:cubicBezTo>
                      <a:cubicBezTo>
                        <a:pt x="13467" y="2988"/>
                        <a:pt x="13398" y="3263"/>
                        <a:pt x="13329" y="3549"/>
                      </a:cubicBezTo>
                      <a:cubicBezTo>
                        <a:pt x="13319" y="3569"/>
                        <a:pt x="13309" y="3588"/>
                        <a:pt x="13299" y="3618"/>
                      </a:cubicBezTo>
                      <a:cubicBezTo>
                        <a:pt x="13285" y="3622"/>
                        <a:pt x="13270" y="3624"/>
                        <a:pt x="13256" y="3624"/>
                      </a:cubicBezTo>
                      <a:cubicBezTo>
                        <a:pt x="13232" y="3624"/>
                        <a:pt x="13210" y="3617"/>
                        <a:pt x="13191" y="3598"/>
                      </a:cubicBezTo>
                      <a:cubicBezTo>
                        <a:pt x="13191" y="3549"/>
                        <a:pt x="13211" y="3510"/>
                        <a:pt x="13230" y="3470"/>
                      </a:cubicBezTo>
                      <a:cubicBezTo>
                        <a:pt x="13299" y="3273"/>
                        <a:pt x="13368" y="3086"/>
                        <a:pt x="13427" y="2899"/>
                      </a:cubicBezTo>
                      <a:cubicBezTo>
                        <a:pt x="13526" y="2633"/>
                        <a:pt x="13575" y="2357"/>
                        <a:pt x="13634" y="2091"/>
                      </a:cubicBezTo>
                      <a:cubicBezTo>
                        <a:pt x="13693" y="1835"/>
                        <a:pt x="13752" y="1589"/>
                        <a:pt x="13841" y="1342"/>
                      </a:cubicBezTo>
                      <a:cubicBezTo>
                        <a:pt x="13880" y="1214"/>
                        <a:pt x="13920" y="1076"/>
                        <a:pt x="13959" y="948"/>
                      </a:cubicBezTo>
                      <a:cubicBezTo>
                        <a:pt x="14038" y="712"/>
                        <a:pt x="14117" y="485"/>
                        <a:pt x="14196" y="249"/>
                      </a:cubicBezTo>
                      <a:cubicBezTo>
                        <a:pt x="14211" y="219"/>
                        <a:pt x="14220" y="206"/>
                        <a:pt x="14232" y="206"/>
                      </a:cubicBezTo>
                      <a:close/>
                      <a:moveTo>
                        <a:pt x="11621" y="4047"/>
                      </a:moveTo>
                      <a:cubicBezTo>
                        <a:pt x="11684" y="4047"/>
                        <a:pt x="11740" y="4088"/>
                        <a:pt x="11753" y="4160"/>
                      </a:cubicBezTo>
                      <a:cubicBezTo>
                        <a:pt x="11763" y="4199"/>
                        <a:pt x="11772" y="4248"/>
                        <a:pt x="11772" y="4268"/>
                      </a:cubicBezTo>
                      <a:cubicBezTo>
                        <a:pt x="11763" y="4386"/>
                        <a:pt x="11743" y="4475"/>
                        <a:pt x="11713" y="4564"/>
                      </a:cubicBezTo>
                      <a:cubicBezTo>
                        <a:pt x="11654" y="4711"/>
                        <a:pt x="11585" y="4839"/>
                        <a:pt x="11497" y="4968"/>
                      </a:cubicBezTo>
                      <a:cubicBezTo>
                        <a:pt x="11467" y="5007"/>
                        <a:pt x="11437" y="5046"/>
                        <a:pt x="11408" y="5076"/>
                      </a:cubicBezTo>
                      <a:cubicBezTo>
                        <a:pt x="11378" y="5101"/>
                        <a:pt x="11351" y="5113"/>
                        <a:pt x="11323" y="5113"/>
                      </a:cubicBezTo>
                      <a:cubicBezTo>
                        <a:pt x="11295" y="5113"/>
                        <a:pt x="11265" y="5101"/>
                        <a:pt x="11231" y="5076"/>
                      </a:cubicBezTo>
                      <a:cubicBezTo>
                        <a:pt x="11152" y="5027"/>
                        <a:pt x="11103" y="4948"/>
                        <a:pt x="11112" y="4849"/>
                      </a:cubicBezTo>
                      <a:cubicBezTo>
                        <a:pt x="11122" y="4800"/>
                        <a:pt x="11122" y="4751"/>
                        <a:pt x="11142" y="4711"/>
                      </a:cubicBezTo>
                      <a:cubicBezTo>
                        <a:pt x="11201" y="4534"/>
                        <a:pt x="11280" y="4367"/>
                        <a:pt x="11398" y="4229"/>
                      </a:cubicBezTo>
                      <a:cubicBezTo>
                        <a:pt x="11437" y="4170"/>
                        <a:pt x="11477" y="4130"/>
                        <a:pt x="11526" y="4081"/>
                      </a:cubicBezTo>
                      <a:cubicBezTo>
                        <a:pt x="11556" y="4058"/>
                        <a:pt x="11590" y="4047"/>
                        <a:pt x="11621" y="4047"/>
                      </a:cubicBezTo>
                      <a:close/>
                      <a:moveTo>
                        <a:pt x="12571" y="3725"/>
                      </a:moveTo>
                      <a:cubicBezTo>
                        <a:pt x="12642" y="3725"/>
                        <a:pt x="12713" y="3731"/>
                        <a:pt x="12787" y="3736"/>
                      </a:cubicBezTo>
                      <a:cubicBezTo>
                        <a:pt x="12974" y="3766"/>
                        <a:pt x="13171" y="3795"/>
                        <a:pt x="13358" y="3815"/>
                      </a:cubicBezTo>
                      <a:cubicBezTo>
                        <a:pt x="13457" y="3835"/>
                        <a:pt x="13546" y="3864"/>
                        <a:pt x="13624" y="3914"/>
                      </a:cubicBezTo>
                      <a:cubicBezTo>
                        <a:pt x="13989" y="4101"/>
                        <a:pt x="14225" y="4406"/>
                        <a:pt x="14343" y="4800"/>
                      </a:cubicBezTo>
                      <a:cubicBezTo>
                        <a:pt x="14363" y="4879"/>
                        <a:pt x="14383" y="4958"/>
                        <a:pt x="14403" y="5036"/>
                      </a:cubicBezTo>
                      <a:cubicBezTo>
                        <a:pt x="14422" y="5135"/>
                        <a:pt x="14412" y="5233"/>
                        <a:pt x="14383" y="5332"/>
                      </a:cubicBezTo>
                      <a:cubicBezTo>
                        <a:pt x="14284" y="5598"/>
                        <a:pt x="14107" y="5785"/>
                        <a:pt x="13851" y="5893"/>
                      </a:cubicBezTo>
                      <a:cubicBezTo>
                        <a:pt x="13674" y="5972"/>
                        <a:pt x="13496" y="6041"/>
                        <a:pt x="13319" y="6120"/>
                      </a:cubicBezTo>
                      <a:cubicBezTo>
                        <a:pt x="13178" y="6175"/>
                        <a:pt x="13032" y="6192"/>
                        <a:pt x="12879" y="6192"/>
                      </a:cubicBezTo>
                      <a:cubicBezTo>
                        <a:pt x="12839" y="6192"/>
                        <a:pt x="12798" y="6191"/>
                        <a:pt x="12757" y="6189"/>
                      </a:cubicBezTo>
                      <a:cubicBezTo>
                        <a:pt x="12383" y="6169"/>
                        <a:pt x="12038" y="6061"/>
                        <a:pt x="11723" y="5864"/>
                      </a:cubicBezTo>
                      <a:cubicBezTo>
                        <a:pt x="11566" y="5775"/>
                        <a:pt x="11447" y="5657"/>
                        <a:pt x="11349" y="5509"/>
                      </a:cubicBezTo>
                      <a:cubicBezTo>
                        <a:pt x="11309" y="5450"/>
                        <a:pt x="11280" y="5381"/>
                        <a:pt x="11270" y="5302"/>
                      </a:cubicBezTo>
                      <a:cubicBezTo>
                        <a:pt x="11280" y="5293"/>
                        <a:pt x="11290" y="5293"/>
                        <a:pt x="11290" y="5293"/>
                      </a:cubicBezTo>
                      <a:cubicBezTo>
                        <a:pt x="11418" y="5293"/>
                        <a:pt x="11506" y="5233"/>
                        <a:pt x="11585" y="5145"/>
                      </a:cubicBezTo>
                      <a:cubicBezTo>
                        <a:pt x="11753" y="4928"/>
                        <a:pt x="11881" y="4692"/>
                        <a:pt x="11930" y="4426"/>
                      </a:cubicBezTo>
                      <a:cubicBezTo>
                        <a:pt x="11950" y="4347"/>
                        <a:pt x="11950" y="4278"/>
                        <a:pt x="11950" y="4199"/>
                      </a:cubicBezTo>
                      <a:cubicBezTo>
                        <a:pt x="11940" y="4101"/>
                        <a:pt x="11910" y="4012"/>
                        <a:pt x="11822" y="3943"/>
                      </a:cubicBezTo>
                      <a:cubicBezTo>
                        <a:pt x="11812" y="3933"/>
                        <a:pt x="11802" y="3923"/>
                        <a:pt x="11792" y="3914"/>
                      </a:cubicBezTo>
                      <a:cubicBezTo>
                        <a:pt x="11802" y="3904"/>
                        <a:pt x="11802" y="3894"/>
                        <a:pt x="11812" y="3894"/>
                      </a:cubicBezTo>
                      <a:cubicBezTo>
                        <a:pt x="12009" y="3825"/>
                        <a:pt x="12206" y="3756"/>
                        <a:pt x="12413" y="3736"/>
                      </a:cubicBezTo>
                      <a:cubicBezTo>
                        <a:pt x="12467" y="3728"/>
                        <a:pt x="12519" y="3725"/>
                        <a:pt x="12571" y="3725"/>
                      </a:cubicBezTo>
                      <a:close/>
                      <a:moveTo>
                        <a:pt x="11526" y="5982"/>
                      </a:moveTo>
                      <a:cubicBezTo>
                        <a:pt x="11644" y="6041"/>
                        <a:pt x="11772" y="6110"/>
                        <a:pt x="11891" y="6169"/>
                      </a:cubicBezTo>
                      <a:cubicBezTo>
                        <a:pt x="12028" y="6238"/>
                        <a:pt x="12157" y="6288"/>
                        <a:pt x="12304" y="6317"/>
                      </a:cubicBezTo>
                      <a:cubicBezTo>
                        <a:pt x="12442" y="6347"/>
                        <a:pt x="12580" y="6366"/>
                        <a:pt x="12718" y="6386"/>
                      </a:cubicBezTo>
                      <a:cubicBezTo>
                        <a:pt x="12755" y="6389"/>
                        <a:pt x="12792" y="6390"/>
                        <a:pt x="12829" y="6390"/>
                      </a:cubicBezTo>
                      <a:cubicBezTo>
                        <a:pt x="12931" y="6390"/>
                        <a:pt x="13033" y="6381"/>
                        <a:pt x="13142" y="6366"/>
                      </a:cubicBezTo>
                      <a:cubicBezTo>
                        <a:pt x="13270" y="6494"/>
                        <a:pt x="13388" y="6613"/>
                        <a:pt x="13516" y="6731"/>
                      </a:cubicBezTo>
                      <a:cubicBezTo>
                        <a:pt x="13644" y="6849"/>
                        <a:pt x="13782" y="6957"/>
                        <a:pt x="13920" y="7085"/>
                      </a:cubicBezTo>
                      <a:lnTo>
                        <a:pt x="13880" y="7085"/>
                      </a:lnTo>
                      <a:cubicBezTo>
                        <a:pt x="13703" y="7046"/>
                        <a:pt x="13536" y="7016"/>
                        <a:pt x="13358" y="7007"/>
                      </a:cubicBezTo>
                      <a:cubicBezTo>
                        <a:pt x="13309" y="6997"/>
                        <a:pt x="13270" y="6977"/>
                        <a:pt x="13220" y="6977"/>
                      </a:cubicBezTo>
                      <a:cubicBezTo>
                        <a:pt x="13112" y="6957"/>
                        <a:pt x="13004" y="6938"/>
                        <a:pt x="12895" y="6918"/>
                      </a:cubicBezTo>
                      <a:cubicBezTo>
                        <a:pt x="12797" y="6908"/>
                        <a:pt x="12698" y="6879"/>
                        <a:pt x="12610" y="6839"/>
                      </a:cubicBezTo>
                      <a:cubicBezTo>
                        <a:pt x="12521" y="6790"/>
                        <a:pt x="12442" y="6751"/>
                        <a:pt x="12354" y="6691"/>
                      </a:cubicBezTo>
                      <a:cubicBezTo>
                        <a:pt x="12206" y="6583"/>
                        <a:pt x="12058" y="6475"/>
                        <a:pt x="11930" y="6356"/>
                      </a:cubicBezTo>
                      <a:cubicBezTo>
                        <a:pt x="11831" y="6268"/>
                        <a:pt x="11733" y="6189"/>
                        <a:pt x="11634" y="6110"/>
                      </a:cubicBezTo>
                      <a:cubicBezTo>
                        <a:pt x="11595" y="6071"/>
                        <a:pt x="11556" y="6031"/>
                        <a:pt x="11516" y="5992"/>
                      </a:cubicBezTo>
                      <a:cubicBezTo>
                        <a:pt x="11516" y="5992"/>
                        <a:pt x="11526" y="5982"/>
                        <a:pt x="11526" y="5982"/>
                      </a:cubicBezTo>
                      <a:close/>
                      <a:moveTo>
                        <a:pt x="4857" y="2249"/>
                      </a:moveTo>
                      <a:cubicBezTo>
                        <a:pt x="4966" y="2712"/>
                        <a:pt x="5094" y="3145"/>
                        <a:pt x="5212" y="3598"/>
                      </a:cubicBezTo>
                      <a:cubicBezTo>
                        <a:pt x="5281" y="3904"/>
                        <a:pt x="5369" y="4199"/>
                        <a:pt x="5438" y="4514"/>
                      </a:cubicBezTo>
                      <a:cubicBezTo>
                        <a:pt x="5488" y="4761"/>
                        <a:pt x="5537" y="5017"/>
                        <a:pt x="5596" y="5273"/>
                      </a:cubicBezTo>
                      <a:cubicBezTo>
                        <a:pt x="5675" y="5608"/>
                        <a:pt x="5754" y="5933"/>
                        <a:pt x="5832" y="6268"/>
                      </a:cubicBezTo>
                      <a:cubicBezTo>
                        <a:pt x="5852" y="6347"/>
                        <a:pt x="5872" y="6425"/>
                        <a:pt x="5891" y="6514"/>
                      </a:cubicBezTo>
                      <a:cubicBezTo>
                        <a:pt x="5891" y="6534"/>
                        <a:pt x="5891" y="6553"/>
                        <a:pt x="5882" y="6573"/>
                      </a:cubicBezTo>
                      <a:cubicBezTo>
                        <a:pt x="5832" y="6662"/>
                        <a:pt x="5783" y="6741"/>
                        <a:pt x="5734" y="6829"/>
                      </a:cubicBezTo>
                      <a:cubicBezTo>
                        <a:pt x="5714" y="6810"/>
                        <a:pt x="5704" y="6790"/>
                        <a:pt x="5704" y="6780"/>
                      </a:cubicBezTo>
                      <a:cubicBezTo>
                        <a:pt x="5675" y="6701"/>
                        <a:pt x="5645" y="6622"/>
                        <a:pt x="5626" y="6544"/>
                      </a:cubicBezTo>
                      <a:cubicBezTo>
                        <a:pt x="5527" y="6228"/>
                        <a:pt x="5429" y="5913"/>
                        <a:pt x="5350" y="5588"/>
                      </a:cubicBezTo>
                      <a:cubicBezTo>
                        <a:pt x="5310" y="5421"/>
                        <a:pt x="5271" y="5253"/>
                        <a:pt x="5212" y="5086"/>
                      </a:cubicBezTo>
                      <a:cubicBezTo>
                        <a:pt x="5192" y="5056"/>
                        <a:pt x="5182" y="5017"/>
                        <a:pt x="5163" y="4987"/>
                      </a:cubicBezTo>
                      <a:cubicBezTo>
                        <a:pt x="5153" y="4968"/>
                        <a:pt x="5143" y="4948"/>
                        <a:pt x="5123" y="4938"/>
                      </a:cubicBezTo>
                      <a:cubicBezTo>
                        <a:pt x="5112" y="4926"/>
                        <a:pt x="5097" y="4922"/>
                        <a:pt x="5080" y="4922"/>
                      </a:cubicBezTo>
                      <a:cubicBezTo>
                        <a:pt x="5069" y="4922"/>
                        <a:pt x="5057" y="4924"/>
                        <a:pt x="5044" y="4928"/>
                      </a:cubicBezTo>
                      <a:cubicBezTo>
                        <a:pt x="5015" y="4938"/>
                        <a:pt x="5005" y="4977"/>
                        <a:pt x="5005" y="5007"/>
                      </a:cubicBezTo>
                      <a:cubicBezTo>
                        <a:pt x="5015" y="5017"/>
                        <a:pt x="5015" y="5027"/>
                        <a:pt x="5015" y="5036"/>
                      </a:cubicBezTo>
                      <a:cubicBezTo>
                        <a:pt x="5103" y="5224"/>
                        <a:pt x="5143" y="5421"/>
                        <a:pt x="5192" y="5608"/>
                      </a:cubicBezTo>
                      <a:cubicBezTo>
                        <a:pt x="5300" y="6061"/>
                        <a:pt x="5419" y="6504"/>
                        <a:pt x="5566" y="6938"/>
                      </a:cubicBezTo>
                      <a:cubicBezTo>
                        <a:pt x="5576" y="6977"/>
                        <a:pt x="5596" y="7016"/>
                        <a:pt x="5606" y="7056"/>
                      </a:cubicBezTo>
                      <a:cubicBezTo>
                        <a:pt x="5616" y="7095"/>
                        <a:pt x="5616" y="7135"/>
                        <a:pt x="5586" y="7164"/>
                      </a:cubicBezTo>
                      <a:cubicBezTo>
                        <a:pt x="5557" y="7213"/>
                        <a:pt x="5527" y="7263"/>
                        <a:pt x="5478" y="7292"/>
                      </a:cubicBezTo>
                      <a:cubicBezTo>
                        <a:pt x="5468" y="7263"/>
                        <a:pt x="5458" y="7243"/>
                        <a:pt x="5448" y="7223"/>
                      </a:cubicBezTo>
                      <a:cubicBezTo>
                        <a:pt x="5360" y="6977"/>
                        <a:pt x="5281" y="6721"/>
                        <a:pt x="5202" y="6475"/>
                      </a:cubicBezTo>
                      <a:cubicBezTo>
                        <a:pt x="5182" y="6435"/>
                        <a:pt x="5172" y="6406"/>
                        <a:pt x="5163" y="6366"/>
                      </a:cubicBezTo>
                      <a:cubicBezTo>
                        <a:pt x="5084" y="6012"/>
                        <a:pt x="4956" y="5667"/>
                        <a:pt x="4847" y="5332"/>
                      </a:cubicBezTo>
                      <a:cubicBezTo>
                        <a:pt x="4808" y="5204"/>
                        <a:pt x="4769" y="5076"/>
                        <a:pt x="4739" y="4958"/>
                      </a:cubicBezTo>
                      <a:cubicBezTo>
                        <a:pt x="4640" y="4583"/>
                        <a:pt x="4532" y="4209"/>
                        <a:pt x="4394" y="3845"/>
                      </a:cubicBezTo>
                      <a:cubicBezTo>
                        <a:pt x="4345" y="3697"/>
                        <a:pt x="4306" y="3549"/>
                        <a:pt x="4266" y="3391"/>
                      </a:cubicBezTo>
                      <a:cubicBezTo>
                        <a:pt x="4246" y="3263"/>
                        <a:pt x="4207" y="3125"/>
                        <a:pt x="4177" y="2997"/>
                      </a:cubicBezTo>
                      <a:cubicBezTo>
                        <a:pt x="4168" y="2958"/>
                        <a:pt x="4158" y="2909"/>
                        <a:pt x="4148" y="2869"/>
                      </a:cubicBezTo>
                      <a:cubicBezTo>
                        <a:pt x="4168" y="2859"/>
                        <a:pt x="4177" y="2840"/>
                        <a:pt x="4197" y="2840"/>
                      </a:cubicBezTo>
                      <a:cubicBezTo>
                        <a:pt x="4246" y="2830"/>
                        <a:pt x="4286" y="2820"/>
                        <a:pt x="4335" y="2810"/>
                      </a:cubicBezTo>
                      <a:cubicBezTo>
                        <a:pt x="4404" y="2781"/>
                        <a:pt x="4483" y="2761"/>
                        <a:pt x="4562" y="2731"/>
                      </a:cubicBezTo>
                      <a:cubicBezTo>
                        <a:pt x="4690" y="2682"/>
                        <a:pt x="4769" y="2594"/>
                        <a:pt x="4798" y="2456"/>
                      </a:cubicBezTo>
                      <a:cubicBezTo>
                        <a:pt x="4808" y="2406"/>
                        <a:pt x="4818" y="2357"/>
                        <a:pt x="4837" y="2308"/>
                      </a:cubicBezTo>
                      <a:cubicBezTo>
                        <a:pt x="4837" y="2288"/>
                        <a:pt x="4847" y="2268"/>
                        <a:pt x="4857" y="2249"/>
                      </a:cubicBezTo>
                      <a:close/>
                      <a:moveTo>
                        <a:pt x="3971" y="2899"/>
                      </a:moveTo>
                      <a:cubicBezTo>
                        <a:pt x="3980" y="2919"/>
                        <a:pt x="3990" y="2919"/>
                        <a:pt x="3990" y="2928"/>
                      </a:cubicBezTo>
                      <a:cubicBezTo>
                        <a:pt x="4040" y="3106"/>
                        <a:pt x="4079" y="3273"/>
                        <a:pt x="4109" y="3451"/>
                      </a:cubicBezTo>
                      <a:cubicBezTo>
                        <a:pt x="4138" y="3588"/>
                        <a:pt x="4168" y="3726"/>
                        <a:pt x="4217" y="3864"/>
                      </a:cubicBezTo>
                      <a:cubicBezTo>
                        <a:pt x="4355" y="4248"/>
                        <a:pt x="4463" y="4642"/>
                        <a:pt x="4571" y="5036"/>
                      </a:cubicBezTo>
                      <a:cubicBezTo>
                        <a:pt x="4621" y="5243"/>
                        <a:pt x="4690" y="5440"/>
                        <a:pt x="4749" y="5647"/>
                      </a:cubicBezTo>
                      <a:cubicBezTo>
                        <a:pt x="4828" y="5884"/>
                        <a:pt x="4916" y="6130"/>
                        <a:pt x="4975" y="6376"/>
                      </a:cubicBezTo>
                      <a:cubicBezTo>
                        <a:pt x="4995" y="6475"/>
                        <a:pt x="5034" y="6563"/>
                        <a:pt x="5064" y="6662"/>
                      </a:cubicBezTo>
                      <a:cubicBezTo>
                        <a:pt x="5133" y="6888"/>
                        <a:pt x="5202" y="7125"/>
                        <a:pt x="5281" y="7351"/>
                      </a:cubicBezTo>
                      <a:cubicBezTo>
                        <a:pt x="5281" y="7371"/>
                        <a:pt x="5291" y="7391"/>
                        <a:pt x="5291" y="7411"/>
                      </a:cubicBezTo>
                      <a:cubicBezTo>
                        <a:pt x="5261" y="7440"/>
                        <a:pt x="5231" y="7450"/>
                        <a:pt x="5182" y="7460"/>
                      </a:cubicBezTo>
                      <a:cubicBezTo>
                        <a:pt x="5172" y="7430"/>
                        <a:pt x="5163" y="7401"/>
                        <a:pt x="5163" y="7381"/>
                      </a:cubicBezTo>
                      <a:cubicBezTo>
                        <a:pt x="5103" y="7154"/>
                        <a:pt x="5034" y="6928"/>
                        <a:pt x="4985" y="6711"/>
                      </a:cubicBezTo>
                      <a:cubicBezTo>
                        <a:pt x="4906" y="6376"/>
                        <a:pt x="4818" y="6051"/>
                        <a:pt x="4719" y="5726"/>
                      </a:cubicBezTo>
                      <a:cubicBezTo>
                        <a:pt x="4571" y="5233"/>
                        <a:pt x="4434" y="4741"/>
                        <a:pt x="4306" y="4248"/>
                      </a:cubicBezTo>
                      <a:cubicBezTo>
                        <a:pt x="4197" y="3835"/>
                        <a:pt x="4049" y="3431"/>
                        <a:pt x="3921" y="3017"/>
                      </a:cubicBezTo>
                      <a:cubicBezTo>
                        <a:pt x="3911" y="2988"/>
                        <a:pt x="3902" y="2958"/>
                        <a:pt x="3882" y="2919"/>
                      </a:cubicBezTo>
                      <a:cubicBezTo>
                        <a:pt x="3921" y="2909"/>
                        <a:pt x="3951" y="2909"/>
                        <a:pt x="3971" y="2899"/>
                      </a:cubicBezTo>
                      <a:close/>
                      <a:moveTo>
                        <a:pt x="3695" y="2938"/>
                      </a:moveTo>
                      <a:cubicBezTo>
                        <a:pt x="3734" y="2958"/>
                        <a:pt x="3734" y="2997"/>
                        <a:pt x="3744" y="3017"/>
                      </a:cubicBezTo>
                      <a:cubicBezTo>
                        <a:pt x="3902" y="3500"/>
                        <a:pt x="4059" y="3973"/>
                        <a:pt x="4177" y="4465"/>
                      </a:cubicBezTo>
                      <a:cubicBezTo>
                        <a:pt x="4306" y="5007"/>
                        <a:pt x="4463" y="5539"/>
                        <a:pt x="4611" y="6081"/>
                      </a:cubicBezTo>
                      <a:cubicBezTo>
                        <a:pt x="4680" y="6327"/>
                        <a:pt x="4739" y="6573"/>
                        <a:pt x="4808" y="6819"/>
                      </a:cubicBezTo>
                      <a:cubicBezTo>
                        <a:pt x="4867" y="7056"/>
                        <a:pt x="4926" y="7282"/>
                        <a:pt x="4985" y="7509"/>
                      </a:cubicBezTo>
                      <a:cubicBezTo>
                        <a:pt x="4985" y="7529"/>
                        <a:pt x="4995" y="7548"/>
                        <a:pt x="4995" y="7568"/>
                      </a:cubicBezTo>
                      <a:cubicBezTo>
                        <a:pt x="4985" y="7588"/>
                        <a:pt x="4985" y="7598"/>
                        <a:pt x="4975" y="7608"/>
                      </a:cubicBezTo>
                      <a:cubicBezTo>
                        <a:pt x="4916" y="7686"/>
                        <a:pt x="4897" y="7765"/>
                        <a:pt x="4906" y="7854"/>
                      </a:cubicBezTo>
                      <a:cubicBezTo>
                        <a:pt x="4916" y="8011"/>
                        <a:pt x="4926" y="8169"/>
                        <a:pt x="4936" y="8317"/>
                      </a:cubicBezTo>
                      <a:cubicBezTo>
                        <a:pt x="4946" y="8445"/>
                        <a:pt x="4946" y="8563"/>
                        <a:pt x="4897" y="8681"/>
                      </a:cubicBezTo>
                      <a:cubicBezTo>
                        <a:pt x="4897" y="8701"/>
                        <a:pt x="4887" y="8711"/>
                        <a:pt x="4877" y="8740"/>
                      </a:cubicBezTo>
                      <a:cubicBezTo>
                        <a:pt x="4847" y="8701"/>
                        <a:pt x="4847" y="8671"/>
                        <a:pt x="4837" y="8652"/>
                      </a:cubicBezTo>
                      <a:cubicBezTo>
                        <a:pt x="4709" y="8179"/>
                        <a:pt x="4571" y="7706"/>
                        <a:pt x="4443" y="7233"/>
                      </a:cubicBezTo>
                      <a:cubicBezTo>
                        <a:pt x="4256" y="6553"/>
                        <a:pt x="4079" y="5884"/>
                        <a:pt x="3892" y="5204"/>
                      </a:cubicBezTo>
                      <a:cubicBezTo>
                        <a:pt x="3724" y="4593"/>
                        <a:pt x="3567" y="3982"/>
                        <a:pt x="3399" y="3372"/>
                      </a:cubicBezTo>
                      <a:cubicBezTo>
                        <a:pt x="3380" y="3273"/>
                        <a:pt x="3340" y="3175"/>
                        <a:pt x="3320" y="3076"/>
                      </a:cubicBezTo>
                      <a:cubicBezTo>
                        <a:pt x="3311" y="3047"/>
                        <a:pt x="3301" y="3017"/>
                        <a:pt x="3291" y="2978"/>
                      </a:cubicBezTo>
                      <a:cubicBezTo>
                        <a:pt x="3316" y="2968"/>
                        <a:pt x="3338" y="2965"/>
                        <a:pt x="3360" y="2965"/>
                      </a:cubicBezTo>
                      <a:cubicBezTo>
                        <a:pt x="3382" y="2965"/>
                        <a:pt x="3404" y="2968"/>
                        <a:pt x="3429" y="2968"/>
                      </a:cubicBezTo>
                      <a:cubicBezTo>
                        <a:pt x="3468" y="2968"/>
                        <a:pt x="3517" y="2968"/>
                        <a:pt x="3567" y="2958"/>
                      </a:cubicBezTo>
                      <a:cubicBezTo>
                        <a:pt x="3606" y="2958"/>
                        <a:pt x="3655" y="2948"/>
                        <a:pt x="3695" y="2938"/>
                      </a:cubicBezTo>
                      <a:close/>
                      <a:moveTo>
                        <a:pt x="11191" y="5854"/>
                      </a:moveTo>
                      <a:cubicBezTo>
                        <a:pt x="11211" y="5864"/>
                        <a:pt x="11221" y="5874"/>
                        <a:pt x="11231" y="5893"/>
                      </a:cubicBezTo>
                      <a:cubicBezTo>
                        <a:pt x="11329" y="6061"/>
                        <a:pt x="11467" y="6189"/>
                        <a:pt x="11615" y="6317"/>
                      </a:cubicBezTo>
                      <a:cubicBezTo>
                        <a:pt x="11694" y="6376"/>
                        <a:pt x="11763" y="6445"/>
                        <a:pt x="11841" y="6514"/>
                      </a:cubicBezTo>
                      <a:cubicBezTo>
                        <a:pt x="11950" y="6603"/>
                        <a:pt x="12058" y="6701"/>
                        <a:pt x="12166" y="6790"/>
                      </a:cubicBezTo>
                      <a:cubicBezTo>
                        <a:pt x="12265" y="6849"/>
                        <a:pt x="12363" y="6898"/>
                        <a:pt x="12462" y="6957"/>
                      </a:cubicBezTo>
                      <a:cubicBezTo>
                        <a:pt x="12491" y="6977"/>
                        <a:pt x="12531" y="6997"/>
                        <a:pt x="12560" y="7016"/>
                      </a:cubicBezTo>
                      <a:cubicBezTo>
                        <a:pt x="12560" y="7036"/>
                        <a:pt x="12570" y="7056"/>
                        <a:pt x="12560" y="7056"/>
                      </a:cubicBezTo>
                      <a:cubicBezTo>
                        <a:pt x="12383" y="7420"/>
                        <a:pt x="12206" y="7775"/>
                        <a:pt x="12019" y="8130"/>
                      </a:cubicBezTo>
                      <a:cubicBezTo>
                        <a:pt x="11881" y="8366"/>
                        <a:pt x="11753" y="8612"/>
                        <a:pt x="11585" y="8849"/>
                      </a:cubicBezTo>
                      <a:cubicBezTo>
                        <a:pt x="11418" y="8750"/>
                        <a:pt x="11250" y="8662"/>
                        <a:pt x="11112" y="8533"/>
                      </a:cubicBezTo>
                      <a:cubicBezTo>
                        <a:pt x="11034" y="8455"/>
                        <a:pt x="10945" y="8376"/>
                        <a:pt x="10856" y="8297"/>
                      </a:cubicBezTo>
                      <a:cubicBezTo>
                        <a:pt x="10649" y="8130"/>
                        <a:pt x="10472" y="7933"/>
                        <a:pt x="10314" y="7716"/>
                      </a:cubicBezTo>
                      <a:cubicBezTo>
                        <a:pt x="10295" y="7686"/>
                        <a:pt x="10285" y="7657"/>
                        <a:pt x="10265" y="7637"/>
                      </a:cubicBezTo>
                      <a:cubicBezTo>
                        <a:pt x="10206" y="7558"/>
                        <a:pt x="10206" y="7479"/>
                        <a:pt x="10246" y="7401"/>
                      </a:cubicBezTo>
                      <a:cubicBezTo>
                        <a:pt x="10275" y="7351"/>
                        <a:pt x="10295" y="7302"/>
                        <a:pt x="10324" y="7263"/>
                      </a:cubicBezTo>
                      <a:cubicBezTo>
                        <a:pt x="10580" y="6898"/>
                        <a:pt x="10807" y="6514"/>
                        <a:pt x="11024" y="6130"/>
                      </a:cubicBezTo>
                      <a:cubicBezTo>
                        <a:pt x="11073" y="6041"/>
                        <a:pt x="11132" y="5953"/>
                        <a:pt x="11191" y="5854"/>
                      </a:cubicBezTo>
                      <a:close/>
                      <a:moveTo>
                        <a:pt x="12718" y="7105"/>
                      </a:moveTo>
                      <a:cubicBezTo>
                        <a:pt x="12787" y="7115"/>
                        <a:pt x="12856" y="7125"/>
                        <a:pt x="12915" y="7135"/>
                      </a:cubicBezTo>
                      <a:cubicBezTo>
                        <a:pt x="13083" y="7154"/>
                        <a:pt x="13240" y="7174"/>
                        <a:pt x="13408" y="7194"/>
                      </a:cubicBezTo>
                      <a:cubicBezTo>
                        <a:pt x="13585" y="7213"/>
                        <a:pt x="13762" y="7243"/>
                        <a:pt x="13940" y="7292"/>
                      </a:cubicBezTo>
                      <a:cubicBezTo>
                        <a:pt x="14068" y="7312"/>
                        <a:pt x="14176" y="7361"/>
                        <a:pt x="14294" y="7411"/>
                      </a:cubicBezTo>
                      <a:cubicBezTo>
                        <a:pt x="14284" y="7430"/>
                        <a:pt x="14284" y="7450"/>
                        <a:pt x="14274" y="7470"/>
                      </a:cubicBezTo>
                      <a:cubicBezTo>
                        <a:pt x="14107" y="7824"/>
                        <a:pt x="13940" y="8189"/>
                        <a:pt x="13762" y="8543"/>
                      </a:cubicBezTo>
                      <a:cubicBezTo>
                        <a:pt x="13664" y="8740"/>
                        <a:pt x="13546" y="8918"/>
                        <a:pt x="13437" y="9105"/>
                      </a:cubicBezTo>
                      <a:cubicBezTo>
                        <a:pt x="13398" y="9164"/>
                        <a:pt x="13348" y="9223"/>
                        <a:pt x="13309" y="9272"/>
                      </a:cubicBezTo>
                      <a:cubicBezTo>
                        <a:pt x="13296" y="9272"/>
                        <a:pt x="13278" y="9277"/>
                        <a:pt x="13262" y="9277"/>
                      </a:cubicBezTo>
                      <a:cubicBezTo>
                        <a:pt x="13254" y="9277"/>
                        <a:pt x="13247" y="9276"/>
                        <a:pt x="13240" y="9272"/>
                      </a:cubicBezTo>
                      <a:cubicBezTo>
                        <a:pt x="13122" y="9243"/>
                        <a:pt x="13004" y="9213"/>
                        <a:pt x="12886" y="9184"/>
                      </a:cubicBezTo>
                      <a:cubicBezTo>
                        <a:pt x="12688" y="9134"/>
                        <a:pt x="12491" y="9095"/>
                        <a:pt x="12285" y="9065"/>
                      </a:cubicBezTo>
                      <a:cubicBezTo>
                        <a:pt x="12137" y="9046"/>
                        <a:pt x="11989" y="9026"/>
                        <a:pt x="11841" y="8987"/>
                      </a:cubicBezTo>
                      <a:cubicBezTo>
                        <a:pt x="11812" y="8977"/>
                        <a:pt x="11782" y="8967"/>
                        <a:pt x="11743" y="8947"/>
                      </a:cubicBezTo>
                      <a:cubicBezTo>
                        <a:pt x="11753" y="8928"/>
                        <a:pt x="11753" y="8908"/>
                        <a:pt x="11763" y="8898"/>
                      </a:cubicBezTo>
                      <a:cubicBezTo>
                        <a:pt x="12028" y="8465"/>
                        <a:pt x="12275" y="8021"/>
                        <a:pt x="12501" y="7558"/>
                      </a:cubicBezTo>
                      <a:cubicBezTo>
                        <a:pt x="12570" y="7411"/>
                        <a:pt x="12639" y="7263"/>
                        <a:pt x="12718" y="7105"/>
                      </a:cubicBezTo>
                      <a:close/>
                      <a:moveTo>
                        <a:pt x="9398" y="10228"/>
                      </a:moveTo>
                      <a:cubicBezTo>
                        <a:pt x="9477" y="10257"/>
                        <a:pt x="9566" y="10277"/>
                        <a:pt x="9645" y="10307"/>
                      </a:cubicBezTo>
                      <a:cubicBezTo>
                        <a:pt x="9664" y="10316"/>
                        <a:pt x="9694" y="10346"/>
                        <a:pt x="9714" y="10366"/>
                      </a:cubicBezTo>
                      <a:cubicBezTo>
                        <a:pt x="9792" y="10464"/>
                        <a:pt x="9901" y="10523"/>
                        <a:pt x="10019" y="10553"/>
                      </a:cubicBezTo>
                      <a:cubicBezTo>
                        <a:pt x="10098" y="10573"/>
                        <a:pt x="10177" y="10582"/>
                        <a:pt x="10246" y="10602"/>
                      </a:cubicBezTo>
                      <a:cubicBezTo>
                        <a:pt x="10305" y="10622"/>
                        <a:pt x="10354" y="10651"/>
                        <a:pt x="10403" y="10720"/>
                      </a:cubicBezTo>
                      <a:cubicBezTo>
                        <a:pt x="10364" y="10730"/>
                        <a:pt x="10344" y="10730"/>
                        <a:pt x="10324" y="10730"/>
                      </a:cubicBezTo>
                      <a:cubicBezTo>
                        <a:pt x="10029" y="10720"/>
                        <a:pt x="9733" y="10720"/>
                        <a:pt x="9438" y="10720"/>
                      </a:cubicBezTo>
                      <a:cubicBezTo>
                        <a:pt x="9379" y="10710"/>
                        <a:pt x="9329" y="10681"/>
                        <a:pt x="9270" y="10642"/>
                      </a:cubicBezTo>
                      <a:cubicBezTo>
                        <a:pt x="9329" y="10513"/>
                        <a:pt x="9329" y="10366"/>
                        <a:pt x="9398" y="10228"/>
                      </a:cubicBezTo>
                      <a:close/>
                      <a:moveTo>
                        <a:pt x="8675" y="9712"/>
                      </a:moveTo>
                      <a:cubicBezTo>
                        <a:pt x="8690" y="9712"/>
                        <a:pt x="8698" y="9719"/>
                        <a:pt x="8709" y="9735"/>
                      </a:cubicBezTo>
                      <a:cubicBezTo>
                        <a:pt x="8719" y="9755"/>
                        <a:pt x="8729" y="9765"/>
                        <a:pt x="8738" y="9785"/>
                      </a:cubicBezTo>
                      <a:cubicBezTo>
                        <a:pt x="8778" y="9883"/>
                        <a:pt x="8857" y="9942"/>
                        <a:pt x="8965" y="9972"/>
                      </a:cubicBezTo>
                      <a:cubicBezTo>
                        <a:pt x="9014" y="9991"/>
                        <a:pt x="9073" y="10011"/>
                        <a:pt x="9132" y="10021"/>
                      </a:cubicBezTo>
                      <a:cubicBezTo>
                        <a:pt x="9182" y="10031"/>
                        <a:pt x="9221" y="10060"/>
                        <a:pt x="9241" y="10110"/>
                      </a:cubicBezTo>
                      <a:cubicBezTo>
                        <a:pt x="9191" y="10218"/>
                        <a:pt x="9152" y="10346"/>
                        <a:pt x="9132" y="10474"/>
                      </a:cubicBezTo>
                      <a:cubicBezTo>
                        <a:pt x="9123" y="10533"/>
                        <a:pt x="9093" y="10573"/>
                        <a:pt x="9034" y="10592"/>
                      </a:cubicBezTo>
                      <a:cubicBezTo>
                        <a:pt x="8994" y="10602"/>
                        <a:pt x="8965" y="10622"/>
                        <a:pt x="8935" y="10632"/>
                      </a:cubicBezTo>
                      <a:cubicBezTo>
                        <a:pt x="8807" y="10661"/>
                        <a:pt x="8689" y="10701"/>
                        <a:pt x="8581" y="10760"/>
                      </a:cubicBezTo>
                      <a:cubicBezTo>
                        <a:pt x="8561" y="10770"/>
                        <a:pt x="8541" y="10770"/>
                        <a:pt x="8522" y="10779"/>
                      </a:cubicBezTo>
                      <a:cubicBezTo>
                        <a:pt x="8531" y="10425"/>
                        <a:pt x="8581" y="10070"/>
                        <a:pt x="8620" y="9725"/>
                      </a:cubicBezTo>
                      <a:cubicBezTo>
                        <a:pt x="8647" y="9717"/>
                        <a:pt x="8663" y="9712"/>
                        <a:pt x="8675" y="9712"/>
                      </a:cubicBezTo>
                      <a:close/>
                      <a:moveTo>
                        <a:pt x="3406" y="8816"/>
                      </a:moveTo>
                      <a:cubicBezTo>
                        <a:pt x="3528" y="8816"/>
                        <a:pt x="3654" y="8831"/>
                        <a:pt x="3774" y="8839"/>
                      </a:cubicBezTo>
                      <a:cubicBezTo>
                        <a:pt x="3783" y="8859"/>
                        <a:pt x="3793" y="8878"/>
                        <a:pt x="3793" y="8898"/>
                      </a:cubicBezTo>
                      <a:cubicBezTo>
                        <a:pt x="3803" y="9006"/>
                        <a:pt x="3813" y="9115"/>
                        <a:pt x="3823" y="9223"/>
                      </a:cubicBezTo>
                      <a:cubicBezTo>
                        <a:pt x="3823" y="9272"/>
                        <a:pt x="3823" y="9322"/>
                        <a:pt x="3823" y="9371"/>
                      </a:cubicBezTo>
                      <a:cubicBezTo>
                        <a:pt x="3823" y="9459"/>
                        <a:pt x="3813" y="9538"/>
                        <a:pt x="3803" y="9627"/>
                      </a:cubicBezTo>
                      <a:cubicBezTo>
                        <a:pt x="3783" y="9834"/>
                        <a:pt x="3793" y="10050"/>
                        <a:pt x="3843" y="10257"/>
                      </a:cubicBezTo>
                      <a:cubicBezTo>
                        <a:pt x="3882" y="10415"/>
                        <a:pt x="3882" y="10582"/>
                        <a:pt x="3852" y="10760"/>
                      </a:cubicBezTo>
                      <a:cubicBezTo>
                        <a:pt x="3843" y="10848"/>
                        <a:pt x="3843" y="10937"/>
                        <a:pt x="3833" y="11026"/>
                      </a:cubicBezTo>
                      <a:cubicBezTo>
                        <a:pt x="3833" y="11055"/>
                        <a:pt x="3843" y="11075"/>
                        <a:pt x="3852" y="11105"/>
                      </a:cubicBezTo>
                      <a:cubicBezTo>
                        <a:pt x="3852" y="11134"/>
                        <a:pt x="3862" y="11164"/>
                        <a:pt x="3872" y="11203"/>
                      </a:cubicBezTo>
                      <a:lnTo>
                        <a:pt x="3813" y="11203"/>
                      </a:lnTo>
                      <a:cubicBezTo>
                        <a:pt x="3764" y="11193"/>
                        <a:pt x="3724" y="11193"/>
                        <a:pt x="3675" y="11183"/>
                      </a:cubicBezTo>
                      <a:lnTo>
                        <a:pt x="3606" y="11183"/>
                      </a:lnTo>
                      <a:cubicBezTo>
                        <a:pt x="3350" y="11144"/>
                        <a:pt x="3104" y="11144"/>
                        <a:pt x="2848" y="11114"/>
                      </a:cubicBezTo>
                      <a:cubicBezTo>
                        <a:pt x="2493" y="11075"/>
                        <a:pt x="2129" y="11045"/>
                        <a:pt x="1774" y="11006"/>
                      </a:cubicBezTo>
                      <a:cubicBezTo>
                        <a:pt x="1616" y="10996"/>
                        <a:pt x="1469" y="10976"/>
                        <a:pt x="1321" y="10957"/>
                      </a:cubicBezTo>
                      <a:cubicBezTo>
                        <a:pt x="1281" y="10957"/>
                        <a:pt x="1252" y="10957"/>
                        <a:pt x="1212" y="10937"/>
                      </a:cubicBezTo>
                      <a:cubicBezTo>
                        <a:pt x="1222" y="10927"/>
                        <a:pt x="1222" y="10917"/>
                        <a:pt x="1222" y="10908"/>
                      </a:cubicBezTo>
                      <a:cubicBezTo>
                        <a:pt x="1380" y="10740"/>
                        <a:pt x="1449" y="10543"/>
                        <a:pt x="1498" y="10326"/>
                      </a:cubicBezTo>
                      <a:cubicBezTo>
                        <a:pt x="1508" y="10287"/>
                        <a:pt x="1518" y="10257"/>
                        <a:pt x="1528" y="10218"/>
                      </a:cubicBezTo>
                      <a:cubicBezTo>
                        <a:pt x="1577" y="10001"/>
                        <a:pt x="1695" y="9814"/>
                        <a:pt x="1882" y="9676"/>
                      </a:cubicBezTo>
                      <a:cubicBezTo>
                        <a:pt x="1961" y="9607"/>
                        <a:pt x="2050" y="9558"/>
                        <a:pt x="2138" y="9499"/>
                      </a:cubicBezTo>
                      <a:cubicBezTo>
                        <a:pt x="2188" y="9509"/>
                        <a:pt x="2207" y="9528"/>
                        <a:pt x="2237" y="9558"/>
                      </a:cubicBezTo>
                      <a:cubicBezTo>
                        <a:pt x="2335" y="9647"/>
                        <a:pt x="2424" y="9735"/>
                        <a:pt x="2523" y="9824"/>
                      </a:cubicBezTo>
                      <a:cubicBezTo>
                        <a:pt x="2838" y="10139"/>
                        <a:pt x="3173" y="10425"/>
                        <a:pt x="3468" y="10750"/>
                      </a:cubicBezTo>
                      <a:cubicBezTo>
                        <a:pt x="3498" y="10779"/>
                        <a:pt x="3517" y="10809"/>
                        <a:pt x="3547" y="10839"/>
                      </a:cubicBezTo>
                      <a:cubicBezTo>
                        <a:pt x="3572" y="10853"/>
                        <a:pt x="3596" y="10861"/>
                        <a:pt x="3618" y="10861"/>
                      </a:cubicBezTo>
                      <a:cubicBezTo>
                        <a:pt x="3641" y="10861"/>
                        <a:pt x="3660" y="10853"/>
                        <a:pt x="3675" y="10839"/>
                      </a:cubicBezTo>
                      <a:cubicBezTo>
                        <a:pt x="3705" y="10809"/>
                        <a:pt x="3714" y="10760"/>
                        <a:pt x="3685" y="10710"/>
                      </a:cubicBezTo>
                      <a:cubicBezTo>
                        <a:pt x="3665" y="10691"/>
                        <a:pt x="3646" y="10671"/>
                        <a:pt x="3626" y="10642"/>
                      </a:cubicBezTo>
                      <a:cubicBezTo>
                        <a:pt x="3527" y="10513"/>
                        <a:pt x="3409" y="10395"/>
                        <a:pt x="3281" y="10287"/>
                      </a:cubicBezTo>
                      <a:cubicBezTo>
                        <a:pt x="3025" y="10050"/>
                        <a:pt x="2759" y="9814"/>
                        <a:pt x="2503" y="9588"/>
                      </a:cubicBezTo>
                      <a:cubicBezTo>
                        <a:pt x="2434" y="9528"/>
                        <a:pt x="2375" y="9469"/>
                        <a:pt x="2316" y="9400"/>
                      </a:cubicBezTo>
                      <a:cubicBezTo>
                        <a:pt x="2335" y="9381"/>
                        <a:pt x="2355" y="9361"/>
                        <a:pt x="2365" y="9351"/>
                      </a:cubicBezTo>
                      <a:cubicBezTo>
                        <a:pt x="2493" y="9253"/>
                        <a:pt x="2621" y="9154"/>
                        <a:pt x="2749" y="9056"/>
                      </a:cubicBezTo>
                      <a:cubicBezTo>
                        <a:pt x="2779" y="9036"/>
                        <a:pt x="2818" y="9006"/>
                        <a:pt x="2848" y="8987"/>
                      </a:cubicBezTo>
                      <a:cubicBezTo>
                        <a:pt x="2986" y="8868"/>
                        <a:pt x="3143" y="8819"/>
                        <a:pt x="3320" y="8819"/>
                      </a:cubicBezTo>
                      <a:cubicBezTo>
                        <a:pt x="3349" y="8817"/>
                        <a:pt x="3377" y="8816"/>
                        <a:pt x="3406" y="8816"/>
                      </a:cubicBezTo>
                      <a:close/>
                      <a:moveTo>
                        <a:pt x="6450" y="5399"/>
                      </a:moveTo>
                      <a:cubicBezTo>
                        <a:pt x="6463" y="5399"/>
                        <a:pt x="6477" y="5400"/>
                        <a:pt x="6492" y="5401"/>
                      </a:cubicBezTo>
                      <a:cubicBezTo>
                        <a:pt x="6581" y="5401"/>
                        <a:pt x="6699" y="5440"/>
                        <a:pt x="6788" y="5480"/>
                      </a:cubicBezTo>
                      <a:cubicBezTo>
                        <a:pt x="6778" y="5490"/>
                        <a:pt x="6778" y="5509"/>
                        <a:pt x="6768" y="5509"/>
                      </a:cubicBezTo>
                      <a:cubicBezTo>
                        <a:pt x="6739" y="5549"/>
                        <a:pt x="6699" y="5578"/>
                        <a:pt x="6670" y="5608"/>
                      </a:cubicBezTo>
                      <a:cubicBezTo>
                        <a:pt x="6522" y="5736"/>
                        <a:pt x="6433" y="5893"/>
                        <a:pt x="6404" y="6081"/>
                      </a:cubicBezTo>
                      <a:cubicBezTo>
                        <a:pt x="6374" y="6317"/>
                        <a:pt x="6335" y="6553"/>
                        <a:pt x="6295" y="6780"/>
                      </a:cubicBezTo>
                      <a:cubicBezTo>
                        <a:pt x="6276" y="6928"/>
                        <a:pt x="6266" y="7076"/>
                        <a:pt x="6256" y="7223"/>
                      </a:cubicBezTo>
                      <a:cubicBezTo>
                        <a:pt x="6246" y="7401"/>
                        <a:pt x="6207" y="7578"/>
                        <a:pt x="6177" y="7755"/>
                      </a:cubicBezTo>
                      <a:cubicBezTo>
                        <a:pt x="6157" y="7873"/>
                        <a:pt x="6138" y="7992"/>
                        <a:pt x="6128" y="8110"/>
                      </a:cubicBezTo>
                      <a:cubicBezTo>
                        <a:pt x="6108" y="8228"/>
                        <a:pt x="6118" y="8356"/>
                        <a:pt x="6157" y="8484"/>
                      </a:cubicBezTo>
                      <a:cubicBezTo>
                        <a:pt x="6167" y="8533"/>
                        <a:pt x="6177" y="8593"/>
                        <a:pt x="6197" y="8642"/>
                      </a:cubicBezTo>
                      <a:cubicBezTo>
                        <a:pt x="6246" y="8859"/>
                        <a:pt x="6246" y="9085"/>
                        <a:pt x="6217" y="9302"/>
                      </a:cubicBezTo>
                      <a:cubicBezTo>
                        <a:pt x="6197" y="9450"/>
                        <a:pt x="6177" y="9597"/>
                        <a:pt x="6167" y="9745"/>
                      </a:cubicBezTo>
                      <a:cubicBezTo>
                        <a:pt x="6148" y="9952"/>
                        <a:pt x="6187" y="10149"/>
                        <a:pt x="6256" y="10346"/>
                      </a:cubicBezTo>
                      <a:cubicBezTo>
                        <a:pt x="6295" y="10435"/>
                        <a:pt x="6335" y="10533"/>
                        <a:pt x="6364" y="10622"/>
                      </a:cubicBezTo>
                      <a:cubicBezTo>
                        <a:pt x="6394" y="10701"/>
                        <a:pt x="6414" y="10770"/>
                        <a:pt x="6443" y="10848"/>
                      </a:cubicBezTo>
                      <a:cubicBezTo>
                        <a:pt x="6473" y="10967"/>
                        <a:pt x="6483" y="11095"/>
                        <a:pt x="6453" y="11223"/>
                      </a:cubicBezTo>
                      <a:cubicBezTo>
                        <a:pt x="6433" y="11361"/>
                        <a:pt x="6404" y="11489"/>
                        <a:pt x="6404" y="11627"/>
                      </a:cubicBezTo>
                      <a:cubicBezTo>
                        <a:pt x="6404" y="11636"/>
                        <a:pt x="6394" y="11636"/>
                        <a:pt x="6384" y="11656"/>
                      </a:cubicBezTo>
                      <a:cubicBezTo>
                        <a:pt x="5970" y="11597"/>
                        <a:pt x="5566" y="11469"/>
                        <a:pt x="5153" y="11351"/>
                      </a:cubicBezTo>
                      <a:cubicBezTo>
                        <a:pt x="5153" y="11331"/>
                        <a:pt x="5153" y="11321"/>
                        <a:pt x="5153" y="11302"/>
                      </a:cubicBezTo>
                      <a:cubicBezTo>
                        <a:pt x="5222" y="11065"/>
                        <a:pt x="5202" y="10839"/>
                        <a:pt x="5172" y="10602"/>
                      </a:cubicBezTo>
                      <a:cubicBezTo>
                        <a:pt x="5133" y="10366"/>
                        <a:pt x="5084" y="10129"/>
                        <a:pt x="5034" y="9893"/>
                      </a:cubicBezTo>
                      <a:cubicBezTo>
                        <a:pt x="4995" y="9735"/>
                        <a:pt x="4966" y="9578"/>
                        <a:pt x="4946" y="9410"/>
                      </a:cubicBezTo>
                      <a:cubicBezTo>
                        <a:pt x="4946" y="9361"/>
                        <a:pt x="4936" y="9312"/>
                        <a:pt x="4936" y="9253"/>
                      </a:cubicBezTo>
                      <a:cubicBezTo>
                        <a:pt x="4936" y="9134"/>
                        <a:pt x="4956" y="9026"/>
                        <a:pt x="5005" y="8918"/>
                      </a:cubicBezTo>
                      <a:cubicBezTo>
                        <a:pt x="5044" y="8849"/>
                        <a:pt x="5074" y="8770"/>
                        <a:pt x="5103" y="8691"/>
                      </a:cubicBezTo>
                      <a:cubicBezTo>
                        <a:pt x="5133" y="8593"/>
                        <a:pt x="5143" y="8494"/>
                        <a:pt x="5133" y="8386"/>
                      </a:cubicBezTo>
                      <a:cubicBezTo>
                        <a:pt x="5123" y="8258"/>
                        <a:pt x="5113" y="8139"/>
                        <a:pt x="5113" y="8021"/>
                      </a:cubicBezTo>
                      <a:cubicBezTo>
                        <a:pt x="5103" y="7952"/>
                        <a:pt x="5113" y="7893"/>
                        <a:pt x="5103" y="7834"/>
                      </a:cubicBezTo>
                      <a:cubicBezTo>
                        <a:pt x="5103" y="7765"/>
                        <a:pt x="5133" y="7716"/>
                        <a:pt x="5202" y="7686"/>
                      </a:cubicBezTo>
                      <a:cubicBezTo>
                        <a:pt x="5231" y="7676"/>
                        <a:pt x="5261" y="7657"/>
                        <a:pt x="5291" y="7647"/>
                      </a:cubicBezTo>
                      <a:cubicBezTo>
                        <a:pt x="5340" y="7617"/>
                        <a:pt x="5389" y="7598"/>
                        <a:pt x="5438" y="7578"/>
                      </a:cubicBezTo>
                      <a:cubicBezTo>
                        <a:pt x="5557" y="7519"/>
                        <a:pt x="5655" y="7430"/>
                        <a:pt x="5734" y="7322"/>
                      </a:cubicBezTo>
                      <a:cubicBezTo>
                        <a:pt x="5734" y="7322"/>
                        <a:pt x="5734" y="7312"/>
                        <a:pt x="5744" y="7312"/>
                      </a:cubicBezTo>
                      <a:cubicBezTo>
                        <a:pt x="5793" y="7263"/>
                        <a:pt x="5823" y="7204"/>
                        <a:pt x="5842" y="7125"/>
                      </a:cubicBezTo>
                      <a:cubicBezTo>
                        <a:pt x="5852" y="7056"/>
                        <a:pt x="5891" y="6987"/>
                        <a:pt x="5921" y="6918"/>
                      </a:cubicBezTo>
                      <a:cubicBezTo>
                        <a:pt x="5980" y="6819"/>
                        <a:pt x="6039" y="6741"/>
                        <a:pt x="6089" y="6652"/>
                      </a:cubicBezTo>
                      <a:cubicBezTo>
                        <a:pt x="6108" y="6622"/>
                        <a:pt x="6128" y="6603"/>
                        <a:pt x="6128" y="6573"/>
                      </a:cubicBezTo>
                      <a:cubicBezTo>
                        <a:pt x="6148" y="6485"/>
                        <a:pt x="6167" y="6386"/>
                        <a:pt x="6167" y="6297"/>
                      </a:cubicBezTo>
                      <a:cubicBezTo>
                        <a:pt x="6167" y="6130"/>
                        <a:pt x="6207" y="5962"/>
                        <a:pt x="6276" y="5815"/>
                      </a:cubicBezTo>
                      <a:cubicBezTo>
                        <a:pt x="6315" y="5716"/>
                        <a:pt x="6335" y="5618"/>
                        <a:pt x="6354" y="5519"/>
                      </a:cubicBezTo>
                      <a:cubicBezTo>
                        <a:pt x="6363" y="5427"/>
                        <a:pt x="6379" y="5399"/>
                        <a:pt x="6450" y="5399"/>
                      </a:cubicBezTo>
                      <a:close/>
                      <a:moveTo>
                        <a:pt x="11694" y="11341"/>
                      </a:moveTo>
                      <a:cubicBezTo>
                        <a:pt x="11831" y="11361"/>
                        <a:pt x="11960" y="11380"/>
                        <a:pt x="12097" y="11400"/>
                      </a:cubicBezTo>
                      <a:cubicBezTo>
                        <a:pt x="12147" y="11410"/>
                        <a:pt x="12206" y="11420"/>
                        <a:pt x="12255" y="11439"/>
                      </a:cubicBezTo>
                      <a:cubicBezTo>
                        <a:pt x="12386" y="11480"/>
                        <a:pt x="12525" y="11501"/>
                        <a:pt x="12664" y="11501"/>
                      </a:cubicBezTo>
                      <a:cubicBezTo>
                        <a:pt x="12692" y="11501"/>
                        <a:pt x="12720" y="11500"/>
                        <a:pt x="12748" y="11499"/>
                      </a:cubicBezTo>
                      <a:cubicBezTo>
                        <a:pt x="12774" y="11499"/>
                        <a:pt x="12800" y="11494"/>
                        <a:pt x="12829" y="11494"/>
                      </a:cubicBezTo>
                      <a:cubicBezTo>
                        <a:pt x="12844" y="11494"/>
                        <a:pt x="12859" y="11495"/>
                        <a:pt x="12876" y="11499"/>
                      </a:cubicBezTo>
                      <a:cubicBezTo>
                        <a:pt x="12866" y="11538"/>
                        <a:pt x="12836" y="11538"/>
                        <a:pt x="12817" y="11548"/>
                      </a:cubicBezTo>
                      <a:cubicBezTo>
                        <a:pt x="12531" y="11666"/>
                        <a:pt x="12235" y="11735"/>
                        <a:pt x="11930" y="11784"/>
                      </a:cubicBezTo>
                      <a:cubicBezTo>
                        <a:pt x="11861" y="11715"/>
                        <a:pt x="11703" y="11430"/>
                        <a:pt x="11674" y="11351"/>
                      </a:cubicBezTo>
                      <a:cubicBezTo>
                        <a:pt x="11684" y="11341"/>
                        <a:pt x="11694" y="11341"/>
                        <a:pt x="11694" y="11341"/>
                      </a:cubicBezTo>
                      <a:close/>
                      <a:moveTo>
                        <a:pt x="6985" y="5519"/>
                      </a:moveTo>
                      <a:cubicBezTo>
                        <a:pt x="7143" y="5539"/>
                        <a:pt x="7290" y="5578"/>
                        <a:pt x="7409" y="5716"/>
                      </a:cubicBezTo>
                      <a:cubicBezTo>
                        <a:pt x="7477" y="5795"/>
                        <a:pt x="7546" y="5864"/>
                        <a:pt x="7615" y="5943"/>
                      </a:cubicBezTo>
                      <a:cubicBezTo>
                        <a:pt x="7684" y="6022"/>
                        <a:pt x="7743" y="6091"/>
                        <a:pt x="7803" y="6179"/>
                      </a:cubicBezTo>
                      <a:cubicBezTo>
                        <a:pt x="7881" y="6288"/>
                        <a:pt x="7970" y="6386"/>
                        <a:pt x="8088" y="6465"/>
                      </a:cubicBezTo>
                      <a:cubicBezTo>
                        <a:pt x="8108" y="6475"/>
                        <a:pt x="8118" y="6494"/>
                        <a:pt x="8137" y="6514"/>
                      </a:cubicBezTo>
                      <a:cubicBezTo>
                        <a:pt x="8128" y="6534"/>
                        <a:pt x="8118" y="6563"/>
                        <a:pt x="8108" y="6583"/>
                      </a:cubicBezTo>
                      <a:cubicBezTo>
                        <a:pt x="8088" y="6642"/>
                        <a:pt x="8059" y="6701"/>
                        <a:pt x="8039" y="6760"/>
                      </a:cubicBezTo>
                      <a:cubicBezTo>
                        <a:pt x="7990" y="6908"/>
                        <a:pt x="7931" y="7056"/>
                        <a:pt x="7852" y="7204"/>
                      </a:cubicBezTo>
                      <a:cubicBezTo>
                        <a:pt x="7812" y="7282"/>
                        <a:pt x="7773" y="7361"/>
                        <a:pt x="7743" y="7440"/>
                      </a:cubicBezTo>
                      <a:cubicBezTo>
                        <a:pt x="7694" y="7548"/>
                        <a:pt x="7665" y="7676"/>
                        <a:pt x="7655" y="7795"/>
                      </a:cubicBezTo>
                      <a:cubicBezTo>
                        <a:pt x="7645" y="8051"/>
                        <a:pt x="7635" y="8317"/>
                        <a:pt x="7625" y="8573"/>
                      </a:cubicBezTo>
                      <a:cubicBezTo>
                        <a:pt x="7615" y="8721"/>
                        <a:pt x="7606" y="8868"/>
                        <a:pt x="7566" y="9016"/>
                      </a:cubicBezTo>
                      <a:cubicBezTo>
                        <a:pt x="7546" y="9115"/>
                        <a:pt x="7517" y="9213"/>
                        <a:pt x="7507" y="9312"/>
                      </a:cubicBezTo>
                      <a:cubicBezTo>
                        <a:pt x="7497" y="9371"/>
                        <a:pt x="7487" y="9440"/>
                        <a:pt x="7487" y="9499"/>
                      </a:cubicBezTo>
                      <a:cubicBezTo>
                        <a:pt x="7497" y="9716"/>
                        <a:pt x="7507" y="9932"/>
                        <a:pt x="7517" y="10149"/>
                      </a:cubicBezTo>
                      <a:cubicBezTo>
                        <a:pt x="7537" y="10356"/>
                        <a:pt x="7527" y="10573"/>
                        <a:pt x="7507" y="10779"/>
                      </a:cubicBezTo>
                      <a:cubicBezTo>
                        <a:pt x="7507" y="10917"/>
                        <a:pt x="7507" y="11065"/>
                        <a:pt x="7497" y="11203"/>
                      </a:cubicBezTo>
                      <a:cubicBezTo>
                        <a:pt x="7487" y="11331"/>
                        <a:pt x="7468" y="11449"/>
                        <a:pt x="7448" y="11577"/>
                      </a:cubicBezTo>
                      <a:cubicBezTo>
                        <a:pt x="7448" y="11597"/>
                        <a:pt x="7438" y="11627"/>
                        <a:pt x="7438" y="11646"/>
                      </a:cubicBezTo>
                      <a:cubicBezTo>
                        <a:pt x="7428" y="11725"/>
                        <a:pt x="7428" y="11725"/>
                        <a:pt x="7369" y="11814"/>
                      </a:cubicBezTo>
                      <a:cubicBezTo>
                        <a:pt x="7113" y="11774"/>
                        <a:pt x="6847" y="11735"/>
                        <a:pt x="6581" y="11686"/>
                      </a:cubicBezTo>
                      <a:cubicBezTo>
                        <a:pt x="6581" y="11656"/>
                        <a:pt x="6571" y="11636"/>
                        <a:pt x="6571" y="11617"/>
                      </a:cubicBezTo>
                      <a:cubicBezTo>
                        <a:pt x="6561" y="11508"/>
                        <a:pt x="6591" y="11410"/>
                        <a:pt x="6611" y="11311"/>
                      </a:cubicBezTo>
                      <a:cubicBezTo>
                        <a:pt x="6660" y="11105"/>
                        <a:pt x="6650" y="10898"/>
                        <a:pt x="6581" y="10701"/>
                      </a:cubicBezTo>
                      <a:cubicBezTo>
                        <a:pt x="6542" y="10602"/>
                        <a:pt x="6502" y="10504"/>
                        <a:pt x="6473" y="10405"/>
                      </a:cubicBezTo>
                      <a:cubicBezTo>
                        <a:pt x="6443" y="10346"/>
                        <a:pt x="6423" y="10287"/>
                        <a:pt x="6404" y="10238"/>
                      </a:cubicBezTo>
                      <a:cubicBezTo>
                        <a:pt x="6364" y="10090"/>
                        <a:pt x="6335" y="9952"/>
                        <a:pt x="6345" y="9794"/>
                      </a:cubicBezTo>
                      <a:cubicBezTo>
                        <a:pt x="6364" y="9627"/>
                        <a:pt x="6374" y="9459"/>
                        <a:pt x="6404" y="9302"/>
                      </a:cubicBezTo>
                      <a:cubicBezTo>
                        <a:pt x="6443" y="9065"/>
                        <a:pt x="6433" y="8829"/>
                        <a:pt x="6374" y="8593"/>
                      </a:cubicBezTo>
                      <a:cubicBezTo>
                        <a:pt x="6364" y="8563"/>
                        <a:pt x="6354" y="8524"/>
                        <a:pt x="6345" y="8484"/>
                      </a:cubicBezTo>
                      <a:cubicBezTo>
                        <a:pt x="6295" y="8307"/>
                        <a:pt x="6305" y="8120"/>
                        <a:pt x="6335" y="7942"/>
                      </a:cubicBezTo>
                      <a:cubicBezTo>
                        <a:pt x="6364" y="7814"/>
                        <a:pt x="6384" y="7696"/>
                        <a:pt x="6404" y="7568"/>
                      </a:cubicBezTo>
                      <a:cubicBezTo>
                        <a:pt x="6433" y="7420"/>
                        <a:pt x="6453" y="7282"/>
                        <a:pt x="6463" y="7135"/>
                      </a:cubicBezTo>
                      <a:cubicBezTo>
                        <a:pt x="6473" y="6928"/>
                        <a:pt x="6512" y="6731"/>
                        <a:pt x="6542" y="6524"/>
                      </a:cubicBezTo>
                      <a:cubicBezTo>
                        <a:pt x="6561" y="6366"/>
                        <a:pt x="6591" y="6219"/>
                        <a:pt x="6620" y="6061"/>
                      </a:cubicBezTo>
                      <a:cubicBezTo>
                        <a:pt x="6640" y="5943"/>
                        <a:pt x="6699" y="5844"/>
                        <a:pt x="6788" y="5765"/>
                      </a:cubicBezTo>
                      <a:cubicBezTo>
                        <a:pt x="6788" y="5756"/>
                        <a:pt x="6798" y="5756"/>
                        <a:pt x="6808" y="5746"/>
                      </a:cubicBezTo>
                      <a:cubicBezTo>
                        <a:pt x="6837" y="5785"/>
                        <a:pt x="6837" y="5815"/>
                        <a:pt x="6837" y="5854"/>
                      </a:cubicBezTo>
                      <a:cubicBezTo>
                        <a:pt x="6837" y="5992"/>
                        <a:pt x="6837" y="6130"/>
                        <a:pt x="6808" y="6268"/>
                      </a:cubicBezTo>
                      <a:cubicBezTo>
                        <a:pt x="6788" y="6445"/>
                        <a:pt x="6749" y="6622"/>
                        <a:pt x="6719" y="6800"/>
                      </a:cubicBezTo>
                      <a:cubicBezTo>
                        <a:pt x="6699" y="6948"/>
                        <a:pt x="6670" y="7105"/>
                        <a:pt x="6650" y="7263"/>
                      </a:cubicBezTo>
                      <a:cubicBezTo>
                        <a:pt x="6630" y="7430"/>
                        <a:pt x="6630" y="7598"/>
                        <a:pt x="6640" y="7775"/>
                      </a:cubicBezTo>
                      <a:cubicBezTo>
                        <a:pt x="6650" y="7923"/>
                        <a:pt x="6640" y="8071"/>
                        <a:pt x="6620" y="8228"/>
                      </a:cubicBezTo>
                      <a:cubicBezTo>
                        <a:pt x="6591" y="8376"/>
                        <a:pt x="6581" y="8533"/>
                        <a:pt x="6611" y="8691"/>
                      </a:cubicBezTo>
                      <a:cubicBezTo>
                        <a:pt x="6630" y="8799"/>
                        <a:pt x="6630" y="8898"/>
                        <a:pt x="6620" y="8996"/>
                      </a:cubicBezTo>
                      <a:cubicBezTo>
                        <a:pt x="6620" y="9056"/>
                        <a:pt x="6620" y="9105"/>
                        <a:pt x="6611" y="9154"/>
                      </a:cubicBezTo>
                      <a:cubicBezTo>
                        <a:pt x="6601" y="9302"/>
                        <a:pt x="6620" y="9440"/>
                        <a:pt x="6660" y="9588"/>
                      </a:cubicBezTo>
                      <a:cubicBezTo>
                        <a:pt x="6709" y="9716"/>
                        <a:pt x="6749" y="9844"/>
                        <a:pt x="6788" y="9972"/>
                      </a:cubicBezTo>
                      <a:cubicBezTo>
                        <a:pt x="6798" y="10001"/>
                        <a:pt x="6798" y="10031"/>
                        <a:pt x="6817" y="10050"/>
                      </a:cubicBezTo>
                      <a:cubicBezTo>
                        <a:pt x="6842" y="10100"/>
                        <a:pt x="6887" y="10127"/>
                        <a:pt x="6934" y="10127"/>
                      </a:cubicBezTo>
                      <a:cubicBezTo>
                        <a:pt x="6961" y="10127"/>
                        <a:pt x="6989" y="10118"/>
                        <a:pt x="7014" y="10100"/>
                      </a:cubicBezTo>
                      <a:cubicBezTo>
                        <a:pt x="7044" y="10070"/>
                        <a:pt x="7083" y="10041"/>
                        <a:pt x="7103" y="10001"/>
                      </a:cubicBezTo>
                      <a:cubicBezTo>
                        <a:pt x="7192" y="9883"/>
                        <a:pt x="7241" y="9745"/>
                        <a:pt x="7271" y="9607"/>
                      </a:cubicBezTo>
                      <a:cubicBezTo>
                        <a:pt x="7300" y="9459"/>
                        <a:pt x="7310" y="9322"/>
                        <a:pt x="7310" y="9174"/>
                      </a:cubicBezTo>
                      <a:cubicBezTo>
                        <a:pt x="7320" y="9006"/>
                        <a:pt x="7320" y="8849"/>
                        <a:pt x="7320" y="8681"/>
                      </a:cubicBezTo>
                      <a:cubicBezTo>
                        <a:pt x="7320" y="8425"/>
                        <a:pt x="7320" y="8179"/>
                        <a:pt x="7330" y="7923"/>
                      </a:cubicBezTo>
                      <a:cubicBezTo>
                        <a:pt x="7330" y="7745"/>
                        <a:pt x="7359" y="7578"/>
                        <a:pt x="7389" y="7411"/>
                      </a:cubicBezTo>
                      <a:cubicBezTo>
                        <a:pt x="7399" y="7351"/>
                        <a:pt x="7418" y="7292"/>
                        <a:pt x="7428" y="7233"/>
                      </a:cubicBezTo>
                      <a:cubicBezTo>
                        <a:pt x="7428" y="7154"/>
                        <a:pt x="7438" y="7085"/>
                        <a:pt x="7428" y="7007"/>
                      </a:cubicBezTo>
                      <a:cubicBezTo>
                        <a:pt x="7418" y="6859"/>
                        <a:pt x="7409" y="6721"/>
                        <a:pt x="7389" y="6573"/>
                      </a:cubicBezTo>
                      <a:cubicBezTo>
                        <a:pt x="7389" y="6534"/>
                        <a:pt x="7389" y="6485"/>
                        <a:pt x="7369" y="6435"/>
                      </a:cubicBezTo>
                      <a:cubicBezTo>
                        <a:pt x="7369" y="6396"/>
                        <a:pt x="7320" y="6376"/>
                        <a:pt x="7290" y="6376"/>
                      </a:cubicBezTo>
                      <a:cubicBezTo>
                        <a:pt x="7251" y="6376"/>
                        <a:pt x="7221" y="6406"/>
                        <a:pt x="7211" y="6445"/>
                      </a:cubicBezTo>
                      <a:cubicBezTo>
                        <a:pt x="7202" y="6475"/>
                        <a:pt x="7202" y="6494"/>
                        <a:pt x="7202" y="6524"/>
                      </a:cubicBezTo>
                      <a:cubicBezTo>
                        <a:pt x="7211" y="6662"/>
                        <a:pt x="7211" y="6800"/>
                        <a:pt x="7231" y="6938"/>
                      </a:cubicBezTo>
                      <a:cubicBezTo>
                        <a:pt x="7241" y="7066"/>
                        <a:pt x="7231" y="7194"/>
                        <a:pt x="7202" y="7322"/>
                      </a:cubicBezTo>
                      <a:cubicBezTo>
                        <a:pt x="7162" y="7529"/>
                        <a:pt x="7133" y="7736"/>
                        <a:pt x="7123" y="7952"/>
                      </a:cubicBezTo>
                      <a:cubicBezTo>
                        <a:pt x="7123" y="8248"/>
                        <a:pt x="7123" y="8553"/>
                        <a:pt x="7123" y="8849"/>
                      </a:cubicBezTo>
                      <a:cubicBezTo>
                        <a:pt x="7123" y="9065"/>
                        <a:pt x="7113" y="9292"/>
                        <a:pt x="7083" y="9509"/>
                      </a:cubicBezTo>
                      <a:cubicBezTo>
                        <a:pt x="7064" y="9607"/>
                        <a:pt x="7044" y="9696"/>
                        <a:pt x="6995" y="9775"/>
                      </a:cubicBezTo>
                      <a:cubicBezTo>
                        <a:pt x="6995" y="9794"/>
                        <a:pt x="6985" y="9804"/>
                        <a:pt x="6965" y="9824"/>
                      </a:cubicBezTo>
                      <a:cubicBezTo>
                        <a:pt x="6955" y="9804"/>
                        <a:pt x="6946" y="9804"/>
                        <a:pt x="6946" y="9794"/>
                      </a:cubicBezTo>
                      <a:cubicBezTo>
                        <a:pt x="6916" y="9696"/>
                        <a:pt x="6886" y="9607"/>
                        <a:pt x="6857" y="9509"/>
                      </a:cubicBezTo>
                      <a:cubicBezTo>
                        <a:pt x="6817" y="9390"/>
                        <a:pt x="6798" y="9262"/>
                        <a:pt x="6817" y="9134"/>
                      </a:cubicBezTo>
                      <a:cubicBezTo>
                        <a:pt x="6837" y="8957"/>
                        <a:pt x="6827" y="8770"/>
                        <a:pt x="6798" y="8583"/>
                      </a:cubicBezTo>
                      <a:cubicBezTo>
                        <a:pt x="6788" y="8484"/>
                        <a:pt x="6788" y="8396"/>
                        <a:pt x="6808" y="8297"/>
                      </a:cubicBezTo>
                      <a:cubicBezTo>
                        <a:pt x="6837" y="8100"/>
                        <a:pt x="6847" y="7903"/>
                        <a:pt x="6837" y="7706"/>
                      </a:cubicBezTo>
                      <a:cubicBezTo>
                        <a:pt x="6827" y="7548"/>
                        <a:pt x="6827" y="7391"/>
                        <a:pt x="6857" y="7233"/>
                      </a:cubicBezTo>
                      <a:cubicBezTo>
                        <a:pt x="6896" y="6938"/>
                        <a:pt x="6946" y="6652"/>
                        <a:pt x="6995" y="6366"/>
                      </a:cubicBezTo>
                      <a:cubicBezTo>
                        <a:pt x="7034" y="6140"/>
                        <a:pt x="7054" y="5923"/>
                        <a:pt x="7014" y="5696"/>
                      </a:cubicBezTo>
                      <a:cubicBezTo>
                        <a:pt x="7005" y="5647"/>
                        <a:pt x="6995" y="5608"/>
                        <a:pt x="6985" y="5559"/>
                      </a:cubicBezTo>
                      <a:cubicBezTo>
                        <a:pt x="6985" y="5549"/>
                        <a:pt x="6985" y="5539"/>
                        <a:pt x="6985" y="5519"/>
                      </a:cubicBezTo>
                      <a:close/>
                      <a:moveTo>
                        <a:pt x="8945" y="7154"/>
                      </a:moveTo>
                      <a:cubicBezTo>
                        <a:pt x="8945" y="7174"/>
                        <a:pt x="8945" y="7194"/>
                        <a:pt x="8945" y="7204"/>
                      </a:cubicBezTo>
                      <a:cubicBezTo>
                        <a:pt x="8945" y="7371"/>
                        <a:pt x="8935" y="7529"/>
                        <a:pt x="8935" y="7696"/>
                      </a:cubicBezTo>
                      <a:cubicBezTo>
                        <a:pt x="8935" y="7834"/>
                        <a:pt x="8906" y="7952"/>
                        <a:pt x="8847" y="8071"/>
                      </a:cubicBezTo>
                      <a:cubicBezTo>
                        <a:pt x="8758" y="8258"/>
                        <a:pt x="8719" y="8455"/>
                        <a:pt x="8699" y="8662"/>
                      </a:cubicBezTo>
                      <a:cubicBezTo>
                        <a:pt x="8689" y="8770"/>
                        <a:pt x="8660" y="8859"/>
                        <a:pt x="8610" y="8947"/>
                      </a:cubicBezTo>
                      <a:cubicBezTo>
                        <a:pt x="8600" y="8967"/>
                        <a:pt x="8591" y="8987"/>
                        <a:pt x="8581" y="8996"/>
                      </a:cubicBezTo>
                      <a:cubicBezTo>
                        <a:pt x="8472" y="9174"/>
                        <a:pt x="8413" y="9371"/>
                        <a:pt x="8413" y="9578"/>
                      </a:cubicBezTo>
                      <a:cubicBezTo>
                        <a:pt x="8403" y="9775"/>
                        <a:pt x="8384" y="9972"/>
                        <a:pt x="8354" y="10169"/>
                      </a:cubicBezTo>
                      <a:cubicBezTo>
                        <a:pt x="8334" y="10248"/>
                        <a:pt x="8334" y="10326"/>
                        <a:pt x="8325" y="10415"/>
                      </a:cubicBezTo>
                      <a:cubicBezTo>
                        <a:pt x="8325" y="10474"/>
                        <a:pt x="8315" y="10543"/>
                        <a:pt x="8315" y="10612"/>
                      </a:cubicBezTo>
                      <a:cubicBezTo>
                        <a:pt x="8305" y="10740"/>
                        <a:pt x="8266" y="10868"/>
                        <a:pt x="8206" y="10986"/>
                      </a:cubicBezTo>
                      <a:cubicBezTo>
                        <a:pt x="8177" y="11036"/>
                        <a:pt x="8157" y="11095"/>
                        <a:pt x="8137" y="11144"/>
                      </a:cubicBezTo>
                      <a:cubicBezTo>
                        <a:pt x="8098" y="11242"/>
                        <a:pt x="8088" y="11341"/>
                        <a:pt x="8088" y="11449"/>
                      </a:cubicBezTo>
                      <a:cubicBezTo>
                        <a:pt x="8098" y="11597"/>
                        <a:pt x="8069" y="11755"/>
                        <a:pt x="8059" y="11912"/>
                      </a:cubicBezTo>
                      <a:cubicBezTo>
                        <a:pt x="8047" y="11914"/>
                        <a:pt x="8036" y="11914"/>
                        <a:pt x="8025" y="11914"/>
                      </a:cubicBezTo>
                      <a:cubicBezTo>
                        <a:pt x="7960" y="11914"/>
                        <a:pt x="7901" y="11893"/>
                        <a:pt x="7842" y="11893"/>
                      </a:cubicBezTo>
                      <a:cubicBezTo>
                        <a:pt x="7783" y="11883"/>
                        <a:pt x="7714" y="11873"/>
                        <a:pt x="7645" y="11863"/>
                      </a:cubicBezTo>
                      <a:cubicBezTo>
                        <a:pt x="7635" y="11814"/>
                        <a:pt x="7655" y="11774"/>
                        <a:pt x="7655" y="11735"/>
                      </a:cubicBezTo>
                      <a:cubicBezTo>
                        <a:pt x="7674" y="11607"/>
                        <a:pt x="7694" y="11489"/>
                        <a:pt x="7704" y="11370"/>
                      </a:cubicBezTo>
                      <a:cubicBezTo>
                        <a:pt x="7714" y="11311"/>
                        <a:pt x="7714" y="11252"/>
                        <a:pt x="7714" y="11193"/>
                      </a:cubicBezTo>
                      <a:cubicBezTo>
                        <a:pt x="7724" y="11075"/>
                        <a:pt x="7724" y="10957"/>
                        <a:pt x="7734" y="10848"/>
                      </a:cubicBezTo>
                      <a:cubicBezTo>
                        <a:pt x="7753" y="10602"/>
                        <a:pt x="7763" y="10356"/>
                        <a:pt x="7734" y="10110"/>
                      </a:cubicBezTo>
                      <a:cubicBezTo>
                        <a:pt x="7734" y="10031"/>
                        <a:pt x="7734" y="9952"/>
                        <a:pt x="7734" y="9873"/>
                      </a:cubicBezTo>
                      <a:cubicBezTo>
                        <a:pt x="7724" y="9775"/>
                        <a:pt x="7724" y="9676"/>
                        <a:pt x="7714" y="9568"/>
                      </a:cubicBezTo>
                      <a:cubicBezTo>
                        <a:pt x="7704" y="9430"/>
                        <a:pt x="7724" y="9292"/>
                        <a:pt x="7753" y="9154"/>
                      </a:cubicBezTo>
                      <a:cubicBezTo>
                        <a:pt x="7773" y="9105"/>
                        <a:pt x="7783" y="9056"/>
                        <a:pt x="7793" y="9016"/>
                      </a:cubicBezTo>
                      <a:cubicBezTo>
                        <a:pt x="7822" y="8888"/>
                        <a:pt x="7832" y="8770"/>
                        <a:pt x="7832" y="8652"/>
                      </a:cubicBezTo>
                      <a:cubicBezTo>
                        <a:pt x="7842" y="8396"/>
                        <a:pt x="7852" y="8149"/>
                        <a:pt x="7862" y="7903"/>
                      </a:cubicBezTo>
                      <a:cubicBezTo>
                        <a:pt x="7862" y="7647"/>
                        <a:pt x="7960" y="7420"/>
                        <a:pt x="8088" y="7204"/>
                      </a:cubicBezTo>
                      <a:cubicBezTo>
                        <a:pt x="8374" y="7145"/>
                        <a:pt x="8660" y="7184"/>
                        <a:pt x="8945" y="7154"/>
                      </a:cubicBezTo>
                      <a:close/>
                      <a:moveTo>
                        <a:pt x="8916" y="10809"/>
                      </a:moveTo>
                      <a:cubicBezTo>
                        <a:pt x="8926" y="10809"/>
                        <a:pt x="8935" y="10814"/>
                        <a:pt x="8945" y="10829"/>
                      </a:cubicBezTo>
                      <a:cubicBezTo>
                        <a:pt x="8906" y="10908"/>
                        <a:pt x="8876" y="10986"/>
                        <a:pt x="8837" y="11065"/>
                      </a:cubicBezTo>
                      <a:cubicBezTo>
                        <a:pt x="8778" y="11213"/>
                        <a:pt x="8719" y="11370"/>
                        <a:pt x="8679" y="11528"/>
                      </a:cubicBezTo>
                      <a:cubicBezTo>
                        <a:pt x="8650" y="11666"/>
                        <a:pt x="8600" y="11794"/>
                        <a:pt x="8541" y="11912"/>
                      </a:cubicBezTo>
                      <a:cubicBezTo>
                        <a:pt x="8531" y="11932"/>
                        <a:pt x="8522" y="11942"/>
                        <a:pt x="8512" y="11962"/>
                      </a:cubicBezTo>
                      <a:cubicBezTo>
                        <a:pt x="8443" y="11962"/>
                        <a:pt x="8374" y="11962"/>
                        <a:pt x="8295" y="11942"/>
                      </a:cubicBezTo>
                      <a:cubicBezTo>
                        <a:pt x="8295" y="11922"/>
                        <a:pt x="8285" y="11902"/>
                        <a:pt x="8285" y="11883"/>
                      </a:cubicBezTo>
                      <a:cubicBezTo>
                        <a:pt x="8295" y="11824"/>
                        <a:pt x="8295" y="11765"/>
                        <a:pt x="8295" y="11715"/>
                      </a:cubicBezTo>
                      <a:cubicBezTo>
                        <a:pt x="8305" y="11636"/>
                        <a:pt x="8305" y="11558"/>
                        <a:pt x="8305" y="11479"/>
                      </a:cubicBezTo>
                      <a:cubicBezTo>
                        <a:pt x="8305" y="11370"/>
                        <a:pt x="8325" y="11262"/>
                        <a:pt x="8374" y="11154"/>
                      </a:cubicBezTo>
                      <a:cubicBezTo>
                        <a:pt x="8394" y="11105"/>
                        <a:pt x="8413" y="11065"/>
                        <a:pt x="8433" y="11016"/>
                      </a:cubicBezTo>
                      <a:cubicBezTo>
                        <a:pt x="8472" y="11006"/>
                        <a:pt x="8512" y="10986"/>
                        <a:pt x="8541" y="10957"/>
                      </a:cubicBezTo>
                      <a:cubicBezTo>
                        <a:pt x="8581" y="10927"/>
                        <a:pt x="8630" y="10917"/>
                        <a:pt x="8669" y="10898"/>
                      </a:cubicBezTo>
                      <a:cubicBezTo>
                        <a:pt x="8748" y="10868"/>
                        <a:pt x="8817" y="10839"/>
                        <a:pt x="8886" y="10819"/>
                      </a:cubicBezTo>
                      <a:cubicBezTo>
                        <a:pt x="8896" y="10814"/>
                        <a:pt x="8906" y="10809"/>
                        <a:pt x="8916" y="10809"/>
                      </a:cubicBezTo>
                      <a:close/>
                      <a:moveTo>
                        <a:pt x="9901" y="10888"/>
                      </a:moveTo>
                      <a:cubicBezTo>
                        <a:pt x="10098" y="10898"/>
                        <a:pt x="10305" y="10917"/>
                        <a:pt x="10511" y="10917"/>
                      </a:cubicBezTo>
                      <a:cubicBezTo>
                        <a:pt x="10600" y="10917"/>
                        <a:pt x="10679" y="10927"/>
                        <a:pt x="10768" y="10957"/>
                      </a:cubicBezTo>
                      <a:cubicBezTo>
                        <a:pt x="10846" y="10986"/>
                        <a:pt x="10935" y="11006"/>
                        <a:pt x="11014" y="11026"/>
                      </a:cubicBezTo>
                      <a:cubicBezTo>
                        <a:pt x="11103" y="11055"/>
                        <a:pt x="11191" y="11085"/>
                        <a:pt x="11260" y="11134"/>
                      </a:cubicBezTo>
                      <a:cubicBezTo>
                        <a:pt x="11309" y="11173"/>
                        <a:pt x="11359" y="11203"/>
                        <a:pt x="11408" y="11233"/>
                      </a:cubicBezTo>
                      <a:cubicBezTo>
                        <a:pt x="11447" y="11331"/>
                        <a:pt x="11526" y="11420"/>
                        <a:pt x="11566" y="11518"/>
                      </a:cubicBezTo>
                      <a:cubicBezTo>
                        <a:pt x="11615" y="11617"/>
                        <a:pt x="11674" y="11715"/>
                        <a:pt x="11723" y="11814"/>
                      </a:cubicBezTo>
                      <a:cubicBezTo>
                        <a:pt x="11703" y="11824"/>
                        <a:pt x="11684" y="11833"/>
                        <a:pt x="11664" y="11833"/>
                      </a:cubicBezTo>
                      <a:cubicBezTo>
                        <a:pt x="11329" y="11912"/>
                        <a:pt x="10994" y="11971"/>
                        <a:pt x="10649" y="11991"/>
                      </a:cubicBezTo>
                      <a:cubicBezTo>
                        <a:pt x="10541" y="12001"/>
                        <a:pt x="10433" y="12011"/>
                        <a:pt x="10314" y="12021"/>
                      </a:cubicBezTo>
                      <a:cubicBezTo>
                        <a:pt x="10216" y="11853"/>
                        <a:pt x="10117" y="11686"/>
                        <a:pt x="10019" y="11518"/>
                      </a:cubicBezTo>
                      <a:cubicBezTo>
                        <a:pt x="9911" y="11321"/>
                        <a:pt x="9792" y="11124"/>
                        <a:pt x="9664" y="10947"/>
                      </a:cubicBezTo>
                      <a:cubicBezTo>
                        <a:pt x="9654" y="10927"/>
                        <a:pt x="9645" y="10917"/>
                        <a:pt x="9635" y="10888"/>
                      </a:cubicBezTo>
                      <a:close/>
                      <a:moveTo>
                        <a:pt x="8886" y="8868"/>
                      </a:moveTo>
                      <a:cubicBezTo>
                        <a:pt x="8896" y="8878"/>
                        <a:pt x="8916" y="8878"/>
                        <a:pt x="8926" y="8898"/>
                      </a:cubicBezTo>
                      <a:cubicBezTo>
                        <a:pt x="8985" y="8947"/>
                        <a:pt x="9044" y="8996"/>
                        <a:pt x="9103" y="9056"/>
                      </a:cubicBezTo>
                      <a:cubicBezTo>
                        <a:pt x="9172" y="9115"/>
                        <a:pt x="9241" y="9174"/>
                        <a:pt x="9310" y="9213"/>
                      </a:cubicBezTo>
                      <a:cubicBezTo>
                        <a:pt x="9467" y="9302"/>
                        <a:pt x="9615" y="9381"/>
                        <a:pt x="9783" y="9459"/>
                      </a:cubicBezTo>
                      <a:cubicBezTo>
                        <a:pt x="9960" y="9538"/>
                        <a:pt x="10137" y="9617"/>
                        <a:pt x="10314" y="9706"/>
                      </a:cubicBezTo>
                      <a:cubicBezTo>
                        <a:pt x="10531" y="9814"/>
                        <a:pt x="10758" y="9913"/>
                        <a:pt x="11004" y="9972"/>
                      </a:cubicBezTo>
                      <a:cubicBezTo>
                        <a:pt x="11122" y="10001"/>
                        <a:pt x="11240" y="10021"/>
                        <a:pt x="11359" y="10041"/>
                      </a:cubicBezTo>
                      <a:cubicBezTo>
                        <a:pt x="11526" y="10060"/>
                        <a:pt x="11694" y="10070"/>
                        <a:pt x="11861" y="10080"/>
                      </a:cubicBezTo>
                      <a:cubicBezTo>
                        <a:pt x="11999" y="10100"/>
                        <a:pt x="12137" y="10110"/>
                        <a:pt x="12275" y="10139"/>
                      </a:cubicBezTo>
                      <a:cubicBezTo>
                        <a:pt x="12452" y="10169"/>
                        <a:pt x="12620" y="10228"/>
                        <a:pt x="12777" y="10307"/>
                      </a:cubicBezTo>
                      <a:cubicBezTo>
                        <a:pt x="12954" y="10395"/>
                        <a:pt x="13132" y="10494"/>
                        <a:pt x="13309" y="10592"/>
                      </a:cubicBezTo>
                      <a:cubicBezTo>
                        <a:pt x="13516" y="10710"/>
                        <a:pt x="13693" y="10878"/>
                        <a:pt x="13841" y="11065"/>
                      </a:cubicBezTo>
                      <a:cubicBezTo>
                        <a:pt x="13900" y="11144"/>
                        <a:pt x="13969" y="11223"/>
                        <a:pt x="14028" y="11302"/>
                      </a:cubicBezTo>
                      <a:cubicBezTo>
                        <a:pt x="14166" y="11518"/>
                        <a:pt x="14314" y="11735"/>
                        <a:pt x="14452" y="11952"/>
                      </a:cubicBezTo>
                      <a:cubicBezTo>
                        <a:pt x="14471" y="11971"/>
                        <a:pt x="14471" y="11991"/>
                        <a:pt x="14491" y="12021"/>
                      </a:cubicBezTo>
                      <a:lnTo>
                        <a:pt x="14432" y="12021"/>
                      </a:lnTo>
                      <a:cubicBezTo>
                        <a:pt x="14393" y="12001"/>
                        <a:pt x="14353" y="11991"/>
                        <a:pt x="14314" y="11981"/>
                      </a:cubicBezTo>
                      <a:cubicBezTo>
                        <a:pt x="14215" y="11942"/>
                        <a:pt x="14117" y="11902"/>
                        <a:pt x="14008" y="11902"/>
                      </a:cubicBezTo>
                      <a:cubicBezTo>
                        <a:pt x="13999" y="11902"/>
                        <a:pt x="13989" y="11893"/>
                        <a:pt x="13969" y="11893"/>
                      </a:cubicBezTo>
                      <a:cubicBezTo>
                        <a:pt x="13969" y="11873"/>
                        <a:pt x="13979" y="11853"/>
                        <a:pt x="13979" y="11843"/>
                      </a:cubicBezTo>
                      <a:cubicBezTo>
                        <a:pt x="13989" y="11804"/>
                        <a:pt x="13969" y="11765"/>
                        <a:pt x="13940" y="11735"/>
                      </a:cubicBezTo>
                      <a:cubicBezTo>
                        <a:pt x="13920" y="11705"/>
                        <a:pt x="13890" y="11676"/>
                        <a:pt x="13861" y="11656"/>
                      </a:cubicBezTo>
                      <a:cubicBezTo>
                        <a:pt x="13802" y="11617"/>
                        <a:pt x="13762" y="11568"/>
                        <a:pt x="13733" y="11508"/>
                      </a:cubicBezTo>
                      <a:cubicBezTo>
                        <a:pt x="13703" y="11439"/>
                        <a:pt x="13664" y="11390"/>
                        <a:pt x="13605" y="11351"/>
                      </a:cubicBezTo>
                      <a:cubicBezTo>
                        <a:pt x="13585" y="11351"/>
                        <a:pt x="13575" y="11331"/>
                        <a:pt x="13565" y="11311"/>
                      </a:cubicBezTo>
                      <a:cubicBezTo>
                        <a:pt x="13546" y="11292"/>
                        <a:pt x="13536" y="11272"/>
                        <a:pt x="13516" y="11252"/>
                      </a:cubicBezTo>
                      <a:cubicBezTo>
                        <a:pt x="13477" y="11197"/>
                        <a:pt x="13431" y="11155"/>
                        <a:pt x="13364" y="11155"/>
                      </a:cubicBezTo>
                      <a:cubicBezTo>
                        <a:pt x="13347" y="11155"/>
                        <a:pt x="13329" y="11158"/>
                        <a:pt x="13309" y="11164"/>
                      </a:cubicBezTo>
                      <a:cubicBezTo>
                        <a:pt x="13299" y="11154"/>
                        <a:pt x="13289" y="11134"/>
                        <a:pt x="13280" y="11124"/>
                      </a:cubicBezTo>
                      <a:cubicBezTo>
                        <a:pt x="13259" y="11091"/>
                        <a:pt x="13239" y="11075"/>
                        <a:pt x="13216" y="11075"/>
                      </a:cubicBezTo>
                      <a:cubicBezTo>
                        <a:pt x="13205" y="11075"/>
                        <a:pt x="13194" y="11079"/>
                        <a:pt x="13181" y="11085"/>
                      </a:cubicBezTo>
                      <a:cubicBezTo>
                        <a:pt x="13151" y="11095"/>
                        <a:pt x="13132" y="11114"/>
                        <a:pt x="13102" y="11124"/>
                      </a:cubicBezTo>
                      <a:cubicBezTo>
                        <a:pt x="13063" y="11144"/>
                        <a:pt x="13033" y="11164"/>
                        <a:pt x="12984" y="11173"/>
                      </a:cubicBezTo>
                      <a:cubicBezTo>
                        <a:pt x="12925" y="11183"/>
                        <a:pt x="12886" y="11213"/>
                        <a:pt x="12876" y="11282"/>
                      </a:cubicBezTo>
                      <a:cubicBezTo>
                        <a:pt x="12797" y="11292"/>
                        <a:pt x="12728" y="11292"/>
                        <a:pt x="12639" y="11292"/>
                      </a:cubicBezTo>
                      <a:cubicBezTo>
                        <a:pt x="12659" y="11272"/>
                        <a:pt x="12659" y="11262"/>
                        <a:pt x="12669" y="11252"/>
                      </a:cubicBezTo>
                      <a:cubicBezTo>
                        <a:pt x="12698" y="11223"/>
                        <a:pt x="12728" y="11203"/>
                        <a:pt x="12757" y="11183"/>
                      </a:cubicBezTo>
                      <a:cubicBezTo>
                        <a:pt x="12846" y="11114"/>
                        <a:pt x="12895" y="11026"/>
                        <a:pt x="12954" y="10947"/>
                      </a:cubicBezTo>
                      <a:cubicBezTo>
                        <a:pt x="12954" y="10937"/>
                        <a:pt x="12954" y="10927"/>
                        <a:pt x="12964" y="10927"/>
                      </a:cubicBezTo>
                      <a:cubicBezTo>
                        <a:pt x="12974" y="10878"/>
                        <a:pt x="12964" y="10839"/>
                        <a:pt x="12935" y="10809"/>
                      </a:cubicBezTo>
                      <a:cubicBezTo>
                        <a:pt x="12921" y="10802"/>
                        <a:pt x="12907" y="10799"/>
                        <a:pt x="12893" y="10799"/>
                      </a:cubicBezTo>
                      <a:cubicBezTo>
                        <a:pt x="12869" y="10799"/>
                        <a:pt x="12845" y="10810"/>
                        <a:pt x="12826" y="10829"/>
                      </a:cubicBezTo>
                      <a:cubicBezTo>
                        <a:pt x="12797" y="10858"/>
                        <a:pt x="12777" y="10898"/>
                        <a:pt x="12748" y="10937"/>
                      </a:cubicBezTo>
                      <a:cubicBezTo>
                        <a:pt x="12698" y="11006"/>
                        <a:pt x="12629" y="11065"/>
                        <a:pt x="12551" y="11124"/>
                      </a:cubicBezTo>
                      <a:cubicBezTo>
                        <a:pt x="12541" y="11105"/>
                        <a:pt x="12541" y="11085"/>
                        <a:pt x="12531" y="11065"/>
                      </a:cubicBezTo>
                      <a:cubicBezTo>
                        <a:pt x="12521" y="11036"/>
                        <a:pt x="12501" y="11016"/>
                        <a:pt x="12472" y="11016"/>
                      </a:cubicBezTo>
                      <a:cubicBezTo>
                        <a:pt x="12464" y="11013"/>
                        <a:pt x="12457" y="11012"/>
                        <a:pt x="12450" y="11012"/>
                      </a:cubicBezTo>
                      <a:cubicBezTo>
                        <a:pt x="12428" y="11012"/>
                        <a:pt x="12408" y="11023"/>
                        <a:pt x="12393" y="11045"/>
                      </a:cubicBezTo>
                      <a:cubicBezTo>
                        <a:pt x="12363" y="11085"/>
                        <a:pt x="12363" y="11134"/>
                        <a:pt x="12383" y="11173"/>
                      </a:cubicBezTo>
                      <a:cubicBezTo>
                        <a:pt x="12393" y="11203"/>
                        <a:pt x="12403" y="11223"/>
                        <a:pt x="12423" y="11252"/>
                      </a:cubicBezTo>
                      <a:cubicBezTo>
                        <a:pt x="12411" y="11257"/>
                        <a:pt x="12399" y="11259"/>
                        <a:pt x="12389" y="11259"/>
                      </a:cubicBezTo>
                      <a:cubicBezTo>
                        <a:pt x="12355" y="11259"/>
                        <a:pt x="12327" y="11240"/>
                        <a:pt x="12304" y="11233"/>
                      </a:cubicBezTo>
                      <a:cubicBezTo>
                        <a:pt x="12265" y="11223"/>
                        <a:pt x="12226" y="11213"/>
                        <a:pt x="12186" y="11203"/>
                      </a:cubicBezTo>
                      <a:cubicBezTo>
                        <a:pt x="12196" y="11183"/>
                        <a:pt x="12216" y="11164"/>
                        <a:pt x="12226" y="11164"/>
                      </a:cubicBezTo>
                      <a:cubicBezTo>
                        <a:pt x="12285" y="11114"/>
                        <a:pt x="12324" y="11055"/>
                        <a:pt x="12344" y="10976"/>
                      </a:cubicBezTo>
                      <a:cubicBezTo>
                        <a:pt x="12354" y="10957"/>
                        <a:pt x="12354" y="10937"/>
                        <a:pt x="12363" y="10917"/>
                      </a:cubicBezTo>
                      <a:cubicBezTo>
                        <a:pt x="12373" y="10868"/>
                        <a:pt x="12383" y="10829"/>
                        <a:pt x="12423" y="10789"/>
                      </a:cubicBezTo>
                      <a:cubicBezTo>
                        <a:pt x="12462" y="10750"/>
                        <a:pt x="12462" y="10710"/>
                        <a:pt x="12432" y="10681"/>
                      </a:cubicBezTo>
                      <a:cubicBezTo>
                        <a:pt x="12417" y="10660"/>
                        <a:pt x="12395" y="10650"/>
                        <a:pt x="12372" y="10650"/>
                      </a:cubicBezTo>
                      <a:cubicBezTo>
                        <a:pt x="12353" y="10650"/>
                        <a:pt x="12332" y="10657"/>
                        <a:pt x="12314" y="10671"/>
                      </a:cubicBezTo>
                      <a:cubicBezTo>
                        <a:pt x="12265" y="10701"/>
                        <a:pt x="12235" y="10740"/>
                        <a:pt x="12216" y="10789"/>
                      </a:cubicBezTo>
                      <a:cubicBezTo>
                        <a:pt x="12206" y="10829"/>
                        <a:pt x="12196" y="10878"/>
                        <a:pt x="12186" y="10917"/>
                      </a:cubicBezTo>
                      <a:cubicBezTo>
                        <a:pt x="12166" y="11006"/>
                        <a:pt x="12107" y="11065"/>
                        <a:pt x="12019" y="11075"/>
                      </a:cubicBezTo>
                      <a:cubicBezTo>
                        <a:pt x="11960" y="11085"/>
                        <a:pt x="11920" y="11105"/>
                        <a:pt x="11891" y="11164"/>
                      </a:cubicBezTo>
                      <a:cubicBezTo>
                        <a:pt x="11812" y="11164"/>
                        <a:pt x="11743" y="11144"/>
                        <a:pt x="11674" y="11114"/>
                      </a:cubicBezTo>
                      <a:cubicBezTo>
                        <a:pt x="11684" y="11045"/>
                        <a:pt x="11684" y="10996"/>
                        <a:pt x="11694" y="10927"/>
                      </a:cubicBezTo>
                      <a:cubicBezTo>
                        <a:pt x="11812" y="10917"/>
                        <a:pt x="11910" y="10868"/>
                        <a:pt x="11960" y="10770"/>
                      </a:cubicBezTo>
                      <a:cubicBezTo>
                        <a:pt x="11969" y="10760"/>
                        <a:pt x="11979" y="10760"/>
                        <a:pt x="11989" y="10760"/>
                      </a:cubicBezTo>
                      <a:cubicBezTo>
                        <a:pt x="12058" y="10750"/>
                        <a:pt x="12078" y="10730"/>
                        <a:pt x="12088" y="10681"/>
                      </a:cubicBezTo>
                      <a:cubicBezTo>
                        <a:pt x="12097" y="10622"/>
                        <a:pt x="12068" y="10563"/>
                        <a:pt x="12019" y="10533"/>
                      </a:cubicBezTo>
                      <a:cubicBezTo>
                        <a:pt x="12006" y="10527"/>
                        <a:pt x="11990" y="10523"/>
                        <a:pt x="11974" y="10523"/>
                      </a:cubicBezTo>
                      <a:cubicBezTo>
                        <a:pt x="11942" y="10523"/>
                        <a:pt x="11907" y="10536"/>
                        <a:pt x="11881" y="10563"/>
                      </a:cubicBezTo>
                      <a:cubicBezTo>
                        <a:pt x="11861" y="10582"/>
                        <a:pt x="11851" y="10602"/>
                        <a:pt x="11841" y="10622"/>
                      </a:cubicBezTo>
                      <a:cubicBezTo>
                        <a:pt x="11822" y="10651"/>
                        <a:pt x="11812" y="10681"/>
                        <a:pt x="11792" y="10701"/>
                      </a:cubicBezTo>
                      <a:cubicBezTo>
                        <a:pt x="11771" y="10733"/>
                        <a:pt x="11741" y="10750"/>
                        <a:pt x="11708" y="10750"/>
                      </a:cubicBezTo>
                      <a:cubicBezTo>
                        <a:pt x="11681" y="10750"/>
                        <a:pt x="11652" y="10738"/>
                        <a:pt x="11625" y="10710"/>
                      </a:cubicBezTo>
                      <a:cubicBezTo>
                        <a:pt x="11615" y="10701"/>
                        <a:pt x="11605" y="10681"/>
                        <a:pt x="11585" y="10671"/>
                      </a:cubicBezTo>
                      <a:cubicBezTo>
                        <a:pt x="11570" y="10661"/>
                        <a:pt x="11551" y="10656"/>
                        <a:pt x="11531" y="10656"/>
                      </a:cubicBezTo>
                      <a:cubicBezTo>
                        <a:pt x="11511" y="10656"/>
                        <a:pt x="11492" y="10661"/>
                        <a:pt x="11477" y="10671"/>
                      </a:cubicBezTo>
                      <a:cubicBezTo>
                        <a:pt x="11447" y="10691"/>
                        <a:pt x="11437" y="10730"/>
                        <a:pt x="11457" y="10770"/>
                      </a:cubicBezTo>
                      <a:cubicBezTo>
                        <a:pt x="11467" y="10789"/>
                        <a:pt x="11467" y="10799"/>
                        <a:pt x="11477" y="10809"/>
                      </a:cubicBezTo>
                      <a:cubicBezTo>
                        <a:pt x="11536" y="10878"/>
                        <a:pt x="11536" y="10947"/>
                        <a:pt x="11526" y="11036"/>
                      </a:cubicBezTo>
                      <a:cubicBezTo>
                        <a:pt x="11506" y="11036"/>
                        <a:pt x="11487" y="11036"/>
                        <a:pt x="11467" y="11026"/>
                      </a:cubicBezTo>
                      <a:cubicBezTo>
                        <a:pt x="11437" y="11006"/>
                        <a:pt x="11408" y="10986"/>
                        <a:pt x="11368" y="10967"/>
                      </a:cubicBezTo>
                      <a:cubicBezTo>
                        <a:pt x="11280" y="10898"/>
                        <a:pt x="11171" y="10858"/>
                        <a:pt x="11053" y="10829"/>
                      </a:cubicBezTo>
                      <a:cubicBezTo>
                        <a:pt x="11024" y="10819"/>
                        <a:pt x="10994" y="10809"/>
                        <a:pt x="10965" y="10799"/>
                      </a:cubicBezTo>
                      <a:cubicBezTo>
                        <a:pt x="11004" y="10760"/>
                        <a:pt x="11043" y="10730"/>
                        <a:pt x="11073" y="10691"/>
                      </a:cubicBezTo>
                      <a:cubicBezTo>
                        <a:pt x="11093" y="10651"/>
                        <a:pt x="11112" y="10602"/>
                        <a:pt x="11132" y="10563"/>
                      </a:cubicBezTo>
                      <a:cubicBezTo>
                        <a:pt x="11171" y="10582"/>
                        <a:pt x="11181" y="10622"/>
                        <a:pt x="11201" y="10661"/>
                      </a:cubicBezTo>
                      <a:cubicBezTo>
                        <a:pt x="11211" y="10691"/>
                        <a:pt x="11221" y="10720"/>
                        <a:pt x="11240" y="10740"/>
                      </a:cubicBezTo>
                      <a:cubicBezTo>
                        <a:pt x="11256" y="10759"/>
                        <a:pt x="11276" y="10768"/>
                        <a:pt x="11295" y="10768"/>
                      </a:cubicBezTo>
                      <a:cubicBezTo>
                        <a:pt x="11326" y="10768"/>
                        <a:pt x="11356" y="10747"/>
                        <a:pt x="11368" y="10710"/>
                      </a:cubicBezTo>
                      <a:cubicBezTo>
                        <a:pt x="11378" y="10691"/>
                        <a:pt x="11378" y="10661"/>
                        <a:pt x="11368" y="10632"/>
                      </a:cubicBezTo>
                      <a:cubicBezTo>
                        <a:pt x="11349" y="10582"/>
                        <a:pt x="11329" y="10533"/>
                        <a:pt x="11309" y="10484"/>
                      </a:cubicBezTo>
                      <a:cubicBezTo>
                        <a:pt x="11270" y="10415"/>
                        <a:pt x="11201" y="10385"/>
                        <a:pt x="11132" y="10366"/>
                      </a:cubicBezTo>
                      <a:cubicBezTo>
                        <a:pt x="11122" y="10364"/>
                        <a:pt x="11113" y="10363"/>
                        <a:pt x="11105" y="10363"/>
                      </a:cubicBezTo>
                      <a:cubicBezTo>
                        <a:pt x="11060" y="10363"/>
                        <a:pt x="11029" y="10385"/>
                        <a:pt x="11004" y="10435"/>
                      </a:cubicBezTo>
                      <a:cubicBezTo>
                        <a:pt x="10974" y="10474"/>
                        <a:pt x="10955" y="10523"/>
                        <a:pt x="10945" y="10573"/>
                      </a:cubicBezTo>
                      <a:cubicBezTo>
                        <a:pt x="10925" y="10612"/>
                        <a:pt x="10906" y="10632"/>
                        <a:pt x="10876" y="10642"/>
                      </a:cubicBezTo>
                      <a:cubicBezTo>
                        <a:pt x="10817" y="10651"/>
                        <a:pt x="10787" y="10691"/>
                        <a:pt x="10787" y="10750"/>
                      </a:cubicBezTo>
                      <a:cubicBezTo>
                        <a:pt x="10728" y="10740"/>
                        <a:pt x="10689" y="10710"/>
                        <a:pt x="10649" y="10681"/>
                      </a:cubicBezTo>
                      <a:cubicBezTo>
                        <a:pt x="10620" y="10651"/>
                        <a:pt x="10580" y="10612"/>
                        <a:pt x="10551" y="10582"/>
                      </a:cubicBezTo>
                      <a:cubicBezTo>
                        <a:pt x="10492" y="10513"/>
                        <a:pt x="10433" y="10454"/>
                        <a:pt x="10344" y="10425"/>
                      </a:cubicBezTo>
                      <a:cubicBezTo>
                        <a:pt x="10334" y="10425"/>
                        <a:pt x="10324" y="10415"/>
                        <a:pt x="10314" y="10405"/>
                      </a:cubicBezTo>
                      <a:cubicBezTo>
                        <a:pt x="10403" y="10356"/>
                        <a:pt x="10433" y="10267"/>
                        <a:pt x="10472" y="10188"/>
                      </a:cubicBezTo>
                      <a:cubicBezTo>
                        <a:pt x="10502" y="10208"/>
                        <a:pt x="10521" y="10218"/>
                        <a:pt x="10551" y="10228"/>
                      </a:cubicBezTo>
                      <a:cubicBezTo>
                        <a:pt x="10580" y="10248"/>
                        <a:pt x="10590" y="10277"/>
                        <a:pt x="10600" y="10316"/>
                      </a:cubicBezTo>
                      <a:cubicBezTo>
                        <a:pt x="10610" y="10376"/>
                        <a:pt x="10630" y="10435"/>
                        <a:pt x="10640" y="10504"/>
                      </a:cubicBezTo>
                      <a:cubicBezTo>
                        <a:pt x="10649" y="10523"/>
                        <a:pt x="10659" y="10543"/>
                        <a:pt x="10659" y="10563"/>
                      </a:cubicBezTo>
                      <a:cubicBezTo>
                        <a:pt x="10685" y="10597"/>
                        <a:pt x="10711" y="10624"/>
                        <a:pt x="10743" y="10624"/>
                      </a:cubicBezTo>
                      <a:cubicBezTo>
                        <a:pt x="10748" y="10624"/>
                        <a:pt x="10753" y="10623"/>
                        <a:pt x="10758" y="10622"/>
                      </a:cubicBezTo>
                      <a:cubicBezTo>
                        <a:pt x="10807" y="10612"/>
                        <a:pt x="10837" y="10573"/>
                        <a:pt x="10827" y="10513"/>
                      </a:cubicBezTo>
                      <a:cubicBezTo>
                        <a:pt x="10827" y="10494"/>
                        <a:pt x="10827" y="10474"/>
                        <a:pt x="10827" y="10454"/>
                      </a:cubicBezTo>
                      <a:cubicBezTo>
                        <a:pt x="10807" y="10385"/>
                        <a:pt x="10797" y="10307"/>
                        <a:pt x="10777" y="10238"/>
                      </a:cubicBezTo>
                      <a:cubicBezTo>
                        <a:pt x="10777" y="10198"/>
                        <a:pt x="10758" y="10159"/>
                        <a:pt x="10728" y="10139"/>
                      </a:cubicBezTo>
                      <a:cubicBezTo>
                        <a:pt x="10669" y="10090"/>
                        <a:pt x="10620" y="10041"/>
                        <a:pt x="10561" y="10011"/>
                      </a:cubicBezTo>
                      <a:cubicBezTo>
                        <a:pt x="10527" y="9996"/>
                        <a:pt x="10495" y="9988"/>
                        <a:pt x="10466" y="9988"/>
                      </a:cubicBezTo>
                      <a:cubicBezTo>
                        <a:pt x="10401" y="9988"/>
                        <a:pt x="10348" y="10025"/>
                        <a:pt x="10314" y="10100"/>
                      </a:cubicBezTo>
                      <a:cubicBezTo>
                        <a:pt x="10295" y="10129"/>
                        <a:pt x="10285" y="10159"/>
                        <a:pt x="10265" y="10188"/>
                      </a:cubicBezTo>
                      <a:cubicBezTo>
                        <a:pt x="10252" y="10222"/>
                        <a:pt x="10238" y="10233"/>
                        <a:pt x="10218" y="10233"/>
                      </a:cubicBezTo>
                      <a:cubicBezTo>
                        <a:pt x="10209" y="10233"/>
                        <a:pt x="10199" y="10231"/>
                        <a:pt x="10186" y="10228"/>
                      </a:cubicBezTo>
                      <a:cubicBezTo>
                        <a:pt x="10117" y="10198"/>
                        <a:pt x="10049" y="10169"/>
                        <a:pt x="9989" y="10149"/>
                      </a:cubicBezTo>
                      <a:cubicBezTo>
                        <a:pt x="9960" y="10090"/>
                        <a:pt x="9989" y="10031"/>
                        <a:pt x="9999" y="9982"/>
                      </a:cubicBezTo>
                      <a:cubicBezTo>
                        <a:pt x="10009" y="9942"/>
                        <a:pt x="10019" y="9913"/>
                        <a:pt x="10029" y="9883"/>
                      </a:cubicBezTo>
                      <a:cubicBezTo>
                        <a:pt x="10039" y="9844"/>
                        <a:pt x="10039" y="9804"/>
                        <a:pt x="10039" y="9765"/>
                      </a:cubicBezTo>
                      <a:cubicBezTo>
                        <a:pt x="10029" y="9745"/>
                        <a:pt x="10019" y="9716"/>
                        <a:pt x="10009" y="9696"/>
                      </a:cubicBezTo>
                      <a:cubicBezTo>
                        <a:pt x="9995" y="9681"/>
                        <a:pt x="9970" y="9672"/>
                        <a:pt x="9946" y="9672"/>
                      </a:cubicBezTo>
                      <a:cubicBezTo>
                        <a:pt x="9937" y="9672"/>
                        <a:pt x="9928" y="9674"/>
                        <a:pt x="9920" y="9676"/>
                      </a:cubicBezTo>
                      <a:cubicBezTo>
                        <a:pt x="9891" y="9686"/>
                        <a:pt x="9861" y="9716"/>
                        <a:pt x="9871" y="9745"/>
                      </a:cubicBezTo>
                      <a:cubicBezTo>
                        <a:pt x="9881" y="9824"/>
                        <a:pt x="9851" y="9883"/>
                        <a:pt x="9832" y="9952"/>
                      </a:cubicBezTo>
                      <a:cubicBezTo>
                        <a:pt x="9812" y="10001"/>
                        <a:pt x="9812" y="10050"/>
                        <a:pt x="9802" y="10100"/>
                      </a:cubicBezTo>
                      <a:cubicBezTo>
                        <a:pt x="9802" y="10119"/>
                        <a:pt x="9792" y="10139"/>
                        <a:pt x="9792" y="10159"/>
                      </a:cubicBezTo>
                      <a:cubicBezTo>
                        <a:pt x="9723" y="10139"/>
                        <a:pt x="9654" y="10119"/>
                        <a:pt x="9595" y="10100"/>
                      </a:cubicBezTo>
                      <a:cubicBezTo>
                        <a:pt x="9566" y="10090"/>
                        <a:pt x="9546" y="10070"/>
                        <a:pt x="9517" y="10060"/>
                      </a:cubicBezTo>
                      <a:lnTo>
                        <a:pt x="9526" y="10060"/>
                      </a:lnTo>
                      <a:cubicBezTo>
                        <a:pt x="9438" y="10050"/>
                        <a:pt x="9398" y="9982"/>
                        <a:pt x="9339" y="9932"/>
                      </a:cubicBezTo>
                      <a:cubicBezTo>
                        <a:pt x="9428" y="9873"/>
                        <a:pt x="9448" y="9834"/>
                        <a:pt x="9428" y="9745"/>
                      </a:cubicBezTo>
                      <a:cubicBezTo>
                        <a:pt x="9418" y="9725"/>
                        <a:pt x="9418" y="9716"/>
                        <a:pt x="9408" y="9706"/>
                      </a:cubicBezTo>
                      <a:cubicBezTo>
                        <a:pt x="9389" y="9666"/>
                        <a:pt x="9389" y="9627"/>
                        <a:pt x="9408" y="9578"/>
                      </a:cubicBezTo>
                      <a:cubicBezTo>
                        <a:pt x="9418" y="9548"/>
                        <a:pt x="9418" y="9519"/>
                        <a:pt x="9428" y="9489"/>
                      </a:cubicBezTo>
                      <a:cubicBezTo>
                        <a:pt x="9428" y="9440"/>
                        <a:pt x="9408" y="9400"/>
                        <a:pt x="9369" y="9390"/>
                      </a:cubicBezTo>
                      <a:cubicBezTo>
                        <a:pt x="9260" y="9351"/>
                        <a:pt x="9162" y="9292"/>
                        <a:pt x="9063" y="9253"/>
                      </a:cubicBezTo>
                      <a:cubicBezTo>
                        <a:pt x="9044" y="9233"/>
                        <a:pt x="9014" y="9233"/>
                        <a:pt x="8994" y="9223"/>
                      </a:cubicBezTo>
                      <a:cubicBezTo>
                        <a:pt x="8983" y="9221"/>
                        <a:pt x="8972" y="9221"/>
                        <a:pt x="8962" y="9221"/>
                      </a:cubicBezTo>
                      <a:cubicBezTo>
                        <a:pt x="8910" y="9221"/>
                        <a:pt x="8871" y="9241"/>
                        <a:pt x="8847" y="9282"/>
                      </a:cubicBezTo>
                      <a:cubicBezTo>
                        <a:pt x="8827" y="9322"/>
                        <a:pt x="8797" y="9371"/>
                        <a:pt x="8788" y="9410"/>
                      </a:cubicBezTo>
                      <a:cubicBezTo>
                        <a:pt x="8768" y="9450"/>
                        <a:pt x="8788" y="9489"/>
                        <a:pt x="8827" y="9509"/>
                      </a:cubicBezTo>
                      <a:cubicBezTo>
                        <a:pt x="8834" y="9511"/>
                        <a:pt x="8842" y="9512"/>
                        <a:pt x="8851" y="9512"/>
                      </a:cubicBezTo>
                      <a:cubicBezTo>
                        <a:pt x="8875" y="9512"/>
                        <a:pt x="8901" y="9501"/>
                        <a:pt x="8916" y="9479"/>
                      </a:cubicBezTo>
                      <a:cubicBezTo>
                        <a:pt x="8935" y="9450"/>
                        <a:pt x="8955" y="9420"/>
                        <a:pt x="8975" y="9390"/>
                      </a:cubicBezTo>
                      <a:cubicBezTo>
                        <a:pt x="9073" y="9420"/>
                        <a:pt x="9142" y="9489"/>
                        <a:pt x="9231" y="9519"/>
                      </a:cubicBezTo>
                      <a:cubicBezTo>
                        <a:pt x="9231" y="9538"/>
                        <a:pt x="9231" y="9548"/>
                        <a:pt x="9231" y="9558"/>
                      </a:cubicBezTo>
                      <a:cubicBezTo>
                        <a:pt x="9211" y="9627"/>
                        <a:pt x="9221" y="9696"/>
                        <a:pt x="9241" y="9765"/>
                      </a:cubicBezTo>
                      <a:cubicBezTo>
                        <a:pt x="9251" y="9794"/>
                        <a:pt x="9251" y="9814"/>
                        <a:pt x="9260" y="9844"/>
                      </a:cubicBezTo>
                      <a:cubicBezTo>
                        <a:pt x="9260" y="9844"/>
                        <a:pt x="9251" y="9853"/>
                        <a:pt x="9251" y="9863"/>
                      </a:cubicBezTo>
                      <a:cubicBezTo>
                        <a:pt x="9162" y="9844"/>
                        <a:pt x="9083" y="9824"/>
                        <a:pt x="8994" y="9804"/>
                      </a:cubicBezTo>
                      <a:cubicBezTo>
                        <a:pt x="8945" y="9785"/>
                        <a:pt x="8916" y="9755"/>
                        <a:pt x="8886" y="9706"/>
                      </a:cubicBezTo>
                      <a:cubicBezTo>
                        <a:pt x="8886" y="9696"/>
                        <a:pt x="8876" y="9686"/>
                        <a:pt x="8876" y="9676"/>
                      </a:cubicBezTo>
                      <a:cubicBezTo>
                        <a:pt x="8837" y="9597"/>
                        <a:pt x="8778" y="9548"/>
                        <a:pt x="8679" y="9538"/>
                      </a:cubicBezTo>
                      <a:cubicBezTo>
                        <a:pt x="8669" y="9538"/>
                        <a:pt x="8660" y="9538"/>
                        <a:pt x="8650" y="9528"/>
                      </a:cubicBezTo>
                      <a:cubicBezTo>
                        <a:pt x="8650" y="9528"/>
                        <a:pt x="8650" y="9528"/>
                        <a:pt x="8640" y="9519"/>
                      </a:cubicBezTo>
                      <a:cubicBezTo>
                        <a:pt x="8620" y="9459"/>
                        <a:pt x="8640" y="9390"/>
                        <a:pt x="8660" y="9322"/>
                      </a:cubicBezTo>
                      <a:cubicBezTo>
                        <a:pt x="8669" y="9292"/>
                        <a:pt x="8679" y="9253"/>
                        <a:pt x="8699" y="9223"/>
                      </a:cubicBezTo>
                      <a:cubicBezTo>
                        <a:pt x="8758" y="9105"/>
                        <a:pt x="8817" y="8987"/>
                        <a:pt x="8886" y="8868"/>
                      </a:cubicBezTo>
                      <a:close/>
                      <a:moveTo>
                        <a:pt x="9182" y="10848"/>
                      </a:moveTo>
                      <a:cubicBezTo>
                        <a:pt x="9231" y="10848"/>
                        <a:pt x="9270" y="10868"/>
                        <a:pt x="9310" y="10898"/>
                      </a:cubicBezTo>
                      <a:cubicBezTo>
                        <a:pt x="9408" y="10947"/>
                        <a:pt x="9487" y="11016"/>
                        <a:pt x="9546" y="11105"/>
                      </a:cubicBezTo>
                      <a:cubicBezTo>
                        <a:pt x="9645" y="11252"/>
                        <a:pt x="9743" y="11400"/>
                        <a:pt x="9822" y="11558"/>
                      </a:cubicBezTo>
                      <a:cubicBezTo>
                        <a:pt x="9891" y="11676"/>
                        <a:pt x="9960" y="11794"/>
                        <a:pt x="10029" y="11902"/>
                      </a:cubicBezTo>
                      <a:cubicBezTo>
                        <a:pt x="10049" y="11942"/>
                        <a:pt x="10068" y="11971"/>
                        <a:pt x="10088" y="12011"/>
                      </a:cubicBezTo>
                      <a:cubicBezTo>
                        <a:pt x="10018" y="12024"/>
                        <a:pt x="9867" y="12029"/>
                        <a:pt x="9688" y="12029"/>
                      </a:cubicBezTo>
                      <a:cubicBezTo>
                        <a:pt x="9314" y="12029"/>
                        <a:pt x="8819" y="12005"/>
                        <a:pt x="8699" y="11971"/>
                      </a:cubicBezTo>
                      <a:cubicBezTo>
                        <a:pt x="8699" y="11962"/>
                        <a:pt x="8699" y="11942"/>
                        <a:pt x="8709" y="11932"/>
                      </a:cubicBezTo>
                      <a:cubicBezTo>
                        <a:pt x="8778" y="11814"/>
                        <a:pt x="8817" y="11676"/>
                        <a:pt x="8857" y="11538"/>
                      </a:cubicBezTo>
                      <a:cubicBezTo>
                        <a:pt x="8896" y="11420"/>
                        <a:pt x="8945" y="11302"/>
                        <a:pt x="8994" y="11183"/>
                      </a:cubicBezTo>
                      <a:cubicBezTo>
                        <a:pt x="9034" y="11114"/>
                        <a:pt x="9063" y="11036"/>
                        <a:pt x="9093" y="10967"/>
                      </a:cubicBezTo>
                      <a:cubicBezTo>
                        <a:pt x="9113" y="10927"/>
                        <a:pt x="9132" y="10878"/>
                        <a:pt x="9182" y="10848"/>
                      </a:cubicBezTo>
                      <a:close/>
                      <a:moveTo>
                        <a:pt x="9201" y="7391"/>
                      </a:moveTo>
                      <a:cubicBezTo>
                        <a:pt x="9320" y="7411"/>
                        <a:pt x="9428" y="7450"/>
                        <a:pt x="9517" y="7529"/>
                      </a:cubicBezTo>
                      <a:cubicBezTo>
                        <a:pt x="9605" y="7588"/>
                        <a:pt x="9674" y="7667"/>
                        <a:pt x="9743" y="7755"/>
                      </a:cubicBezTo>
                      <a:cubicBezTo>
                        <a:pt x="9871" y="7942"/>
                        <a:pt x="10049" y="8090"/>
                        <a:pt x="10255" y="8208"/>
                      </a:cubicBezTo>
                      <a:cubicBezTo>
                        <a:pt x="10305" y="8248"/>
                        <a:pt x="10354" y="8287"/>
                        <a:pt x="10403" y="8327"/>
                      </a:cubicBezTo>
                      <a:cubicBezTo>
                        <a:pt x="10492" y="8396"/>
                        <a:pt x="10571" y="8474"/>
                        <a:pt x="10659" y="8543"/>
                      </a:cubicBezTo>
                      <a:cubicBezTo>
                        <a:pt x="10709" y="8583"/>
                        <a:pt x="10768" y="8612"/>
                        <a:pt x="10817" y="8652"/>
                      </a:cubicBezTo>
                      <a:cubicBezTo>
                        <a:pt x="10850" y="8678"/>
                        <a:pt x="10887" y="8695"/>
                        <a:pt x="10926" y="8695"/>
                      </a:cubicBezTo>
                      <a:cubicBezTo>
                        <a:pt x="10945" y="8695"/>
                        <a:pt x="10965" y="8691"/>
                        <a:pt x="10984" y="8681"/>
                      </a:cubicBezTo>
                      <a:cubicBezTo>
                        <a:pt x="11004" y="8691"/>
                        <a:pt x="11004" y="8691"/>
                        <a:pt x="11014" y="8691"/>
                      </a:cubicBezTo>
                      <a:cubicBezTo>
                        <a:pt x="11122" y="8790"/>
                        <a:pt x="11240" y="8878"/>
                        <a:pt x="11368" y="8947"/>
                      </a:cubicBezTo>
                      <a:cubicBezTo>
                        <a:pt x="11388" y="8957"/>
                        <a:pt x="11398" y="8967"/>
                        <a:pt x="11408" y="8967"/>
                      </a:cubicBezTo>
                      <a:cubicBezTo>
                        <a:pt x="11575" y="9115"/>
                        <a:pt x="11782" y="9164"/>
                        <a:pt x="11989" y="9203"/>
                      </a:cubicBezTo>
                      <a:cubicBezTo>
                        <a:pt x="12157" y="9233"/>
                        <a:pt x="12324" y="9253"/>
                        <a:pt x="12482" y="9282"/>
                      </a:cubicBezTo>
                      <a:cubicBezTo>
                        <a:pt x="12600" y="9302"/>
                        <a:pt x="12708" y="9331"/>
                        <a:pt x="12826" y="9361"/>
                      </a:cubicBezTo>
                      <a:cubicBezTo>
                        <a:pt x="12925" y="9390"/>
                        <a:pt x="13033" y="9410"/>
                        <a:pt x="13132" y="9440"/>
                      </a:cubicBezTo>
                      <a:cubicBezTo>
                        <a:pt x="13260" y="9479"/>
                        <a:pt x="13378" y="9528"/>
                        <a:pt x="13506" y="9578"/>
                      </a:cubicBezTo>
                      <a:cubicBezTo>
                        <a:pt x="13683" y="9647"/>
                        <a:pt x="13851" y="9716"/>
                        <a:pt x="14028" y="9794"/>
                      </a:cubicBezTo>
                      <a:cubicBezTo>
                        <a:pt x="14294" y="9903"/>
                        <a:pt x="14570" y="9991"/>
                        <a:pt x="14846" y="10080"/>
                      </a:cubicBezTo>
                      <a:cubicBezTo>
                        <a:pt x="15082" y="10159"/>
                        <a:pt x="15309" y="10277"/>
                        <a:pt x="15506" y="10445"/>
                      </a:cubicBezTo>
                      <a:cubicBezTo>
                        <a:pt x="15614" y="10523"/>
                        <a:pt x="15614" y="10533"/>
                        <a:pt x="15594" y="10661"/>
                      </a:cubicBezTo>
                      <a:cubicBezTo>
                        <a:pt x="15585" y="10730"/>
                        <a:pt x="15575" y="10799"/>
                        <a:pt x="15565" y="10868"/>
                      </a:cubicBezTo>
                      <a:cubicBezTo>
                        <a:pt x="15506" y="11183"/>
                        <a:pt x="15447" y="11489"/>
                        <a:pt x="15378" y="11794"/>
                      </a:cubicBezTo>
                      <a:cubicBezTo>
                        <a:pt x="15338" y="11952"/>
                        <a:pt x="15279" y="12080"/>
                        <a:pt x="15141" y="12178"/>
                      </a:cubicBezTo>
                      <a:lnTo>
                        <a:pt x="15131" y="12178"/>
                      </a:lnTo>
                      <a:cubicBezTo>
                        <a:pt x="15081" y="12224"/>
                        <a:pt x="15056" y="12244"/>
                        <a:pt x="15029" y="12244"/>
                      </a:cubicBezTo>
                      <a:cubicBezTo>
                        <a:pt x="15004" y="12244"/>
                        <a:pt x="14977" y="12227"/>
                        <a:pt x="14925" y="12198"/>
                      </a:cubicBezTo>
                      <a:cubicBezTo>
                        <a:pt x="14866" y="12159"/>
                        <a:pt x="14826" y="12119"/>
                        <a:pt x="14787" y="12070"/>
                      </a:cubicBezTo>
                      <a:cubicBezTo>
                        <a:pt x="14737" y="12011"/>
                        <a:pt x="14698" y="11942"/>
                        <a:pt x="14649" y="11883"/>
                      </a:cubicBezTo>
                      <a:cubicBezTo>
                        <a:pt x="14501" y="11646"/>
                        <a:pt x="14343" y="11420"/>
                        <a:pt x="14186" y="11183"/>
                      </a:cubicBezTo>
                      <a:cubicBezTo>
                        <a:pt x="14097" y="11055"/>
                        <a:pt x="13999" y="10917"/>
                        <a:pt x="13880" y="10799"/>
                      </a:cubicBezTo>
                      <a:cubicBezTo>
                        <a:pt x="13762" y="10671"/>
                        <a:pt x="13634" y="10563"/>
                        <a:pt x="13486" y="10464"/>
                      </a:cubicBezTo>
                      <a:cubicBezTo>
                        <a:pt x="13270" y="10326"/>
                        <a:pt x="13033" y="10198"/>
                        <a:pt x="12797" y="10090"/>
                      </a:cubicBezTo>
                      <a:cubicBezTo>
                        <a:pt x="12580" y="9991"/>
                        <a:pt x="12354" y="9932"/>
                        <a:pt x="12117" y="9903"/>
                      </a:cubicBezTo>
                      <a:cubicBezTo>
                        <a:pt x="11910" y="9883"/>
                        <a:pt x="11694" y="9853"/>
                        <a:pt x="11487" y="9834"/>
                      </a:cubicBezTo>
                      <a:cubicBezTo>
                        <a:pt x="11152" y="9804"/>
                        <a:pt x="10837" y="9716"/>
                        <a:pt x="10531" y="9578"/>
                      </a:cubicBezTo>
                      <a:cubicBezTo>
                        <a:pt x="10285" y="9450"/>
                        <a:pt x="10039" y="9331"/>
                        <a:pt x="9783" y="9223"/>
                      </a:cubicBezTo>
                      <a:cubicBezTo>
                        <a:pt x="9723" y="9193"/>
                        <a:pt x="9654" y="9154"/>
                        <a:pt x="9595" y="9125"/>
                      </a:cubicBezTo>
                      <a:cubicBezTo>
                        <a:pt x="9448" y="9046"/>
                        <a:pt x="9310" y="8967"/>
                        <a:pt x="9191" y="8839"/>
                      </a:cubicBezTo>
                      <a:cubicBezTo>
                        <a:pt x="9113" y="8760"/>
                        <a:pt x="9024" y="8671"/>
                        <a:pt x="8916" y="8612"/>
                      </a:cubicBezTo>
                      <a:cubicBezTo>
                        <a:pt x="8926" y="8504"/>
                        <a:pt x="8945" y="8396"/>
                        <a:pt x="8985" y="8297"/>
                      </a:cubicBezTo>
                      <a:cubicBezTo>
                        <a:pt x="8994" y="8248"/>
                        <a:pt x="9014" y="8208"/>
                        <a:pt x="9034" y="8169"/>
                      </a:cubicBezTo>
                      <a:cubicBezTo>
                        <a:pt x="9103" y="8002"/>
                        <a:pt x="9132" y="7814"/>
                        <a:pt x="9132" y="7637"/>
                      </a:cubicBezTo>
                      <a:cubicBezTo>
                        <a:pt x="9132" y="7578"/>
                        <a:pt x="9132" y="7519"/>
                        <a:pt x="9132" y="7470"/>
                      </a:cubicBezTo>
                      <a:cubicBezTo>
                        <a:pt x="9132" y="7450"/>
                        <a:pt x="9132" y="7420"/>
                        <a:pt x="9142" y="7401"/>
                      </a:cubicBezTo>
                      <a:cubicBezTo>
                        <a:pt x="9162" y="7401"/>
                        <a:pt x="9182" y="7391"/>
                        <a:pt x="9201" y="7391"/>
                      </a:cubicBezTo>
                      <a:close/>
                      <a:moveTo>
                        <a:pt x="4199" y="8810"/>
                      </a:moveTo>
                      <a:cubicBezTo>
                        <a:pt x="4278" y="8810"/>
                        <a:pt x="4357" y="8817"/>
                        <a:pt x="4434" y="8839"/>
                      </a:cubicBezTo>
                      <a:cubicBezTo>
                        <a:pt x="4453" y="8839"/>
                        <a:pt x="4473" y="8839"/>
                        <a:pt x="4493" y="8849"/>
                      </a:cubicBezTo>
                      <a:cubicBezTo>
                        <a:pt x="4562" y="8849"/>
                        <a:pt x="4571" y="8849"/>
                        <a:pt x="4650" y="8819"/>
                      </a:cubicBezTo>
                      <a:cubicBezTo>
                        <a:pt x="4660" y="8829"/>
                        <a:pt x="4660" y="8849"/>
                        <a:pt x="4670" y="8859"/>
                      </a:cubicBezTo>
                      <a:cubicBezTo>
                        <a:pt x="4700" y="8957"/>
                        <a:pt x="4719" y="9046"/>
                        <a:pt x="4749" y="9134"/>
                      </a:cubicBezTo>
                      <a:cubicBezTo>
                        <a:pt x="4749" y="9154"/>
                        <a:pt x="4749" y="9174"/>
                        <a:pt x="4749" y="9184"/>
                      </a:cubicBezTo>
                      <a:cubicBezTo>
                        <a:pt x="4749" y="9420"/>
                        <a:pt x="4788" y="9656"/>
                        <a:pt x="4847" y="9883"/>
                      </a:cubicBezTo>
                      <a:cubicBezTo>
                        <a:pt x="4897" y="10129"/>
                        <a:pt x="4966" y="10385"/>
                        <a:pt x="4995" y="10632"/>
                      </a:cubicBezTo>
                      <a:cubicBezTo>
                        <a:pt x="5015" y="10730"/>
                        <a:pt x="5025" y="10829"/>
                        <a:pt x="5034" y="10927"/>
                      </a:cubicBezTo>
                      <a:cubicBezTo>
                        <a:pt x="5044" y="11045"/>
                        <a:pt x="5025" y="11173"/>
                        <a:pt x="4985" y="11272"/>
                      </a:cubicBezTo>
                      <a:cubicBezTo>
                        <a:pt x="4981" y="11274"/>
                        <a:pt x="4978" y="11275"/>
                        <a:pt x="4974" y="11275"/>
                      </a:cubicBezTo>
                      <a:cubicBezTo>
                        <a:pt x="4958" y="11275"/>
                        <a:pt x="4942" y="11260"/>
                        <a:pt x="4926" y="11252"/>
                      </a:cubicBezTo>
                      <a:cubicBezTo>
                        <a:pt x="4749" y="11164"/>
                        <a:pt x="4571" y="11065"/>
                        <a:pt x="4424" y="10927"/>
                      </a:cubicBezTo>
                      <a:cubicBezTo>
                        <a:pt x="4404" y="10908"/>
                        <a:pt x="4384" y="10898"/>
                        <a:pt x="4355" y="10878"/>
                      </a:cubicBezTo>
                      <a:cubicBezTo>
                        <a:pt x="4344" y="10872"/>
                        <a:pt x="4332" y="10870"/>
                        <a:pt x="4320" y="10870"/>
                      </a:cubicBezTo>
                      <a:cubicBezTo>
                        <a:pt x="4290" y="10870"/>
                        <a:pt x="4261" y="10886"/>
                        <a:pt x="4246" y="10908"/>
                      </a:cubicBezTo>
                      <a:cubicBezTo>
                        <a:pt x="4217" y="10947"/>
                        <a:pt x="4207" y="11006"/>
                        <a:pt x="4237" y="11036"/>
                      </a:cubicBezTo>
                      <a:cubicBezTo>
                        <a:pt x="4256" y="11055"/>
                        <a:pt x="4276" y="11065"/>
                        <a:pt x="4296" y="11065"/>
                      </a:cubicBezTo>
                      <a:cubicBezTo>
                        <a:pt x="4325" y="11065"/>
                        <a:pt x="4345" y="11085"/>
                        <a:pt x="4374" y="11105"/>
                      </a:cubicBezTo>
                      <a:cubicBezTo>
                        <a:pt x="4631" y="11321"/>
                        <a:pt x="4926" y="11479"/>
                        <a:pt x="5251" y="11577"/>
                      </a:cubicBezTo>
                      <a:cubicBezTo>
                        <a:pt x="5517" y="11656"/>
                        <a:pt x="5783" y="11745"/>
                        <a:pt x="6059" y="11804"/>
                      </a:cubicBezTo>
                      <a:cubicBezTo>
                        <a:pt x="6236" y="11833"/>
                        <a:pt x="6414" y="11873"/>
                        <a:pt x="6601" y="11902"/>
                      </a:cubicBezTo>
                      <a:cubicBezTo>
                        <a:pt x="6877" y="11952"/>
                        <a:pt x="7162" y="12001"/>
                        <a:pt x="7448" y="12050"/>
                      </a:cubicBezTo>
                      <a:cubicBezTo>
                        <a:pt x="7635" y="12080"/>
                        <a:pt x="7822" y="12109"/>
                        <a:pt x="8009" y="12139"/>
                      </a:cubicBezTo>
                      <a:cubicBezTo>
                        <a:pt x="8443" y="12188"/>
                        <a:pt x="8876" y="12227"/>
                        <a:pt x="9310" y="12247"/>
                      </a:cubicBezTo>
                      <a:cubicBezTo>
                        <a:pt x="9447" y="12252"/>
                        <a:pt x="9583" y="12255"/>
                        <a:pt x="9720" y="12255"/>
                      </a:cubicBezTo>
                      <a:cubicBezTo>
                        <a:pt x="10092" y="12255"/>
                        <a:pt x="10462" y="12237"/>
                        <a:pt x="10837" y="12208"/>
                      </a:cubicBezTo>
                      <a:cubicBezTo>
                        <a:pt x="11142" y="12178"/>
                        <a:pt x="11447" y="12119"/>
                        <a:pt x="11743" y="12060"/>
                      </a:cubicBezTo>
                      <a:cubicBezTo>
                        <a:pt x="11802" y="12040"/>
                        <a:pt x="11851" y="12040"/>
                        <a:pt x="11900" y="12030"/>
                      </a:cubicBezTo>
                      <a:lnTo>
                        <a:pt x="11930" y="12030"/>
                      </a:lnTo>
                      <a:cubicBezTo>
                        <a:pt x="12058" y="11981"/>
                        <a:pt x="12196" y="11971"/>
                        <a:pt x="12334" y="11942"/>
                      </a:cubicBezTo>
                      <a:cubicBezTo>
                        <a:pt x="12541" y="11893"/>
                        <a:pt x="12738" y="11833"/>
                        <a:pt x="12925" y="11755"/>
                      </a:cubicBezTo>
                      <a:cubicBezTo>
                        <a:pt x="13014" y="11715"/>
                        <a:pt x="13092" y="11666"/>
                        <a:pt x="13161" y="11597"/>
                      </a:cubicBezTo>
                      <a:cubicBezTo>
                        <a:pt x="13230" y="11538"/>
                        <a:pt x="13289" y="11479"/>
                        <a:pt x="13358" y="11410"/>
                      </a:cubicBezTo>
                      <a:cubicBezTo>
                        <a:pt x="13388" y="11439"/>
                        <a:pt x="13408" y="11479"/>
                        <a:pt x="13408" y="11508"/>
                      </a:cubicBezTo>
                      <a:cubicBezTo>
                        <a:pt x="13280" y="11745"/>
                        <a:pt x="13083" y="11902"/>
                        <a:pt x="12846" y="11991"/>
                      </a:cubicBezTo>
                      <a:cubicBezTo>
                        <a:pt x="12807" y="12011"/>
                        <a:pt x="12777" y="12021"/>
                        <a:pt x="12748" y="12030"/>
                      </a:cubicBezTo>
                      <a:cubicBezTo>
                        <a:pt x="12442" y="12139"/>
                        <a:pt x="12127" y="12227"/>
                        <a:pt x="11812" y="12267"/>
                      </a:cubicBezTo>
                      <a:cubicBezTo>
                        <a:pt x="11644" y="12296"/>
                        <a:pt x="11477" y="12326"/>
                        <a:pt x="11309" y="12346"/>
                      </a:cubicBezTo>
                      <a:cubicBezTo>
                        <a:pt x="11083" y="12365"/>
                        <a:pt x="10856" y="12385"/>
                        <a:pt x="10630" y="12395"/>
                      </a:cubicBezTo>
                      <a:cubicBezTo>
                        <a:pt x="10506" y="12398"/>
                        <a:pt x="10382" y="12399"/>
                        <a:pt x="10258" y="12399"/>
                      </a:cubicBezTo>
                      <a:cubicBezTo>
                        <a:pt x="9958" y="12399"/>
                        <a:pt x="9658" y="12392"/>
                        <a:pt x="9359" y="12385"/>
                      </a:cubicBezTo>
                      <a:cubicBezTo>
                        <a:pt x="9054" y="12375"/>
                        <a:pt x="8748" y="12365"/>
                        <a:pt x="8443" y="12365"/>
                      </a:cubicBezTo>
                      <a:cubicBezTo>
                        <a:pt x="8108" y="12356"/>
                        <a:pt x="7763" y="12326"/>
                        <a:pt x="7428" y="12277"/>
                      </a:cubicBezTo>
                      <a:cubicBezTo>
                        <a:pt x="7280" y="12247"/>
                        <a:pt x="7133" y="12208"/>
                        <a:pt x="6985" y="12168"/>
                      </a:cubicBezTo>
                      <a:cubicBezTo>
                        <a:pt x="6857" y="12139"/>
                        <a:pt x="6729" y="12099"/>
                        <a:pt x="6601" y="12070"/>
                      </a:cubicBezTo>
                      <a:cubicBezTo>
                        <a:pt x="6502" y="12040"/>
                        <a:pt x="6394" y="12011"/>
                        <a:pt x="6295" y="11981"/>
                      </a:cubicBezTo>
                      <a:cubicBezTo>
                        <a:pt x="6118" y="11922"/>
                        <a:pt x="5941" y="11883"/>
                        <a:pt x="5763" y="11843"/>
                      </a:cubicBezTo>
                      <a:cubicBezTo>
                        <a:pt x="5566" y="11804"/>
                        <a:pt x="5369" y="11774"/>
                        <a:pt x="5182" y="11735"/>
                      </a:cubicBezTo>
                      <a:cubicBezTo>
                        <a:pt x="5025" y="11696"/>
                        <a:pt x="4887" y="11627"/>
                        <a:pt x="4759" y="11548"/>
                      </a:cubicBezTo>
                      <a:cubicBezTo>
                        <a:pt x="4532" y="11410"/>
                        <a:pt x="4306" y="11252"/>
                        <a:pt x="4118" y="11065"/>
                      </a:cubicBezTo>
                      <a:cubicBezTo>
                        <a:pt x="4099" y="11045"/>
                        <a:pt x="4069" y="11026"/>
                        <a:pt x="4049" y="11006"/>
                      </a:cubicBezTo>
                      <a:cubicBezTo>
                        <a:pt x="4049" y="10908"/>
                        <a:pt x="4049" y="10819"/>
                        <a:pt x="4059" y="10730"/>
                      </a:cubicBezTo>
                      <a:cubicBezTo>
                        <a:pt x="4079" y="10563"/>
                        <a:pt x="4069" y="10385"/>
                        <a:pt x="4020" y="10208"/>
                      </a:cubicBezTo>
                      <a:cubicBezTo>
                        <a:pt x="3971" y="10021"/>
                        <a:pt x="3961" y="9814"/>
                        <a:pt x="3980" y="9617"/>
                      </a:cubicBezTo>
                      <a:cubicBezTo>
                        <a:pt x="4000" y="9430"/>
                        <a:pt x="4000" y="9243"/>
                        <a:pt x="3971" y="9046"/>
                      </a:cubicBezTo>
                      <a:cubicBezTo>
                        <a:pt x="3961" y="8977"/>
                        <a:pt x="3951" y="8908"/>
                        <a:pt x="3951" y="8839"/>
                      </a:cubicBezTo>
                      <a:cubicBezTo>
                        <a:pt x="3971" y="8829"/>
                        <a:pt x="3990" y="8819"/>
                        <a:pt x="4010" y="8819"/>
                      </a:cubicBezTo>
                      <a:cubicBezTo>
                        <a:pt x="4072" y="8815"/>
                        <a:pt x="4135" y="8810"/>
                        <a:pt x="4199" y="8810"/>
                      </a:cubicBezTo>
                      <a:close/>
                      <a:moveTo>
                        <a:pt x="1203" y="11105"/>
                      </a:moveTo>
                      <a:cubicBezTo>
                        <a:pt x="1597" y="11154"/>
                        <a:pt x="1981" y="11193"/>
                        <a:pt x="2365" y="11242"/>
                      </a:cubicBezTo>
                      <a:cubicBezTo>
                        <a:pt x="2641" y="11272"/>
                        <a:pt x="2907" y="11302"/>
                        <a:pt x="3183" y="11331"/>
                      </a:cubicBezTo>
                      <a:cubicBezTo>
                        <a:pt x="3232" y="11331"/>
                        <a:pt x="3271" y="11341"/>
                        <a:pt x="3320" y="11341"/>
                      </a:cubicBezTo>
                      <a:cubicBezTo>
                        <a:pt x="3389" y="11351"/>
                        <a:pt x="3458" y="11361"/>
                        <a:pt x="3527" y="11370"/>
                      </a:cubicBezTo>
                      <a:cubicBezTo>
                        <a:pt x="3646" y="11380"/>
                        <a:pt x="3764" y="11390"/>
                        <a:pt x="3892" y="11400"/>
                      </a:cubicBezTo>
                      <a:cubicBezTo>
                        <a:pt x="3902" y="11420"/>
                        <a:pt x="3902" y="11449"/>
                        <a:pt x="3911" y="11469"/>
                      </a:cubicBezTo>
                      <a:cubicBezTo>
                        <a:pt x="3990" y="11922"/>
                        <a:pt x="4069" y="12365"/>
                        <a:pt x="4148" y="12809"/>
                      </a:cubicBezTo>
                      <a:cubicBezTo>
                        <a:pt x="4217" y="13203"/>
                        <a:pt x="4256" y="13597"/>
                        <a:pt x="4276" y="13991"/>
                      </a:cubicBezTo>
                      <a:cubicBezTo>
                        <a:pt x="4286" y="14060"/>
                        <a:pt x="4286" y="14129"/>
                        <a:pt x="4296" y="14198"/>
                      </a:cubicBezTo>
                      <a:cubicBezTo>
                        <a:pt x="4296" y="14217"/>
                        <a:pt x="4286" y="14237"/>
                        <a:pt x="4286" y="14257"/>
                      </a:cubicBezTo>
                      <a:cubicBezTo>
                        <a:pt x="4079" y="14296"/>
                        <a:pt x="3872" y="14326"/>
                        <a:pt x="3655" y="14336"/>
                      </a:cubicBezTo>
                      <a:cubicBezTo>
                        <a:pt x="3655" y="14316"/>
                        <a:pt x="3655" y="14306"/>
                        <a:pt x="3655" y="14296"/>
                      </a:cubicBezTo>
                      <a:cubicBezTo>
                        <a:pt x="3744" y="13961"/>
                        <a:pt x="3783" y="13626"/>
                        <a:pt x="3803" y="13282"/>
                      </a:cubicBezTo>
                      <a:cubicBezTo>
                        <a:pt x="3813" y="13085"/>
                        <a:pt x="3833" y="12887"/>
                        <a:pt x="3862" y="12690"/>
                      </a:cubicBezTo>
                      <a:cubicBezTo>
                        <a:pt x="3872" y="12622"/>
                        <a:pt x="3872" y="12553"/>
                        <a:pt x="3882" y="12493"/>
                      </a:cubicBezTo>
                      <a:cubicBezTo>
                        <a:pt x="3902" y="12375"/>
                        <a:pt x="3931" y="12267"/>
                        <a:pt x="3961" y="12159"/>
                      </a:cubicBezTo>
                      <a:cubicBezTo>
                        <a:pt x="3971" y="12129"/>
                        <a:pt x="3980" y="12090"/>
                        <a:pt x="3980" y="12060"/>
                      </a:cubicBezTo>
                      <a:cubicBezTo>
                        <a:pt x="3980" y="12011"/>
                        <a:pt x="3951" y="11981"/>
                        <a:pt x="3911" y="11962"/>
                      </a:cubicBezTo>
                      <a:cubicBezTo>
                        <a:pt x="3905" y="11960"/>
                        <a:pt x="3898" y="11959"/>
                        <a:pt x="3890" y="11959"/>
                      </a:cubicBezTo>
                      <a:cubicBezTo>
                        <a:pt x="3856" y="11959"/>
                        <a:pt x="3818" y="11978"/>
                        <a:pt x="3793" y="12011"/>
                      </a:cubicBezTo>
                      <a:cubicBezTo>
                        <a:pt x="3783" y="12030"/>
                        <a:pt x="3774" y="12060"/>
                        <a:pt x="3793" y="12090"/>
                      </a:cubicBezTo>
                      <a:cubicBezTo>
                        <a:pt x="3803" y="12109"/>
                        <a:pt x="3803" y="12129"/>
                        <a:pt x="3793" y="12159"/>
                      </a:cubicBezTo>
                      <a:cubicBezTo>
                        <a:pt x="3724" y="12336"/>
                        <a:pt x="3705" y="12523"/>
                        <a:pt x="3685" y="12700"/>
                      </a:cubicBezTo>
                      <a:cubicBezTo>
                        <a:pt x="3646" y="12927"/>
                        <a:pt x="3626" y="13144"/>
                        <a:pt x="3616" y="13360"/>
                      </a:cubicBezTo>
                      <a:cubicBezTo>
                        <a:pt x="3596" y="13626"/>
                        <a:pt x="3557" y="13892"/>
                        <a:pt x="3488" y="14148"/>
                      </a:cubicBezTo>
                      <a:cubicBezTo>
                        <a:pt x="3478" y="14217"/>
                        <a:pt x="3458" y="14276"/>
                        <a:pt x="3439" y="14336"/>
                      </a:cubicBezTo>
                      <a:cubicBezTo>
                        <a:pt x="3407" y="14343"/>
                        <a:pt x="3378" y="14346"/>
                        <a:pt x="3351" y="14346"/>
                      </a:cubicBezTo>
                      <a:cubicBezTo>
                        <a:pt x="3301" y="14346"/>
                        <a:pt x="3257" y="14335"/>
                        <a:pt x="3212" y="14316"/>
                      </a:cubicBezTo>
                      <a:cubicBezTo>
                        <a:pt x="3015" y="14247"/>
                        <a:pt x="2818" y="14168"/>
                        <a:pt x="2651" y="14030"/>
                      </a:cubicBezTo>
                      <a:cubicBezTo>
                        <a:pt x="2591" y="13971"/>
                        <a:pt x="2523" y="13932"/>
                        <a:pt x="2454" y="13882"/>
                      </a:cubicBezTo>
                      <a:cubicBezTo>
                        <a:pt x="2385" y="13843"/>
                        <a:pt x="2335" y="13784"/>
                        <a:pt x="2286" y="13725"/>
                      </a:cubicBezTo>
                      <a:cubicBezTo>
                        <a:pt x="2188" y="13607"/>
                        <a:pt x="2099" y="13488"/>
                        <a:pt x="2030" y="13350"/>
                      </a:cubicBezTo>
                      <a:cubicBezTo>
                        <a:pt x="2040" y="13331"/>
                        <a:pt x="2060" y="13311"/>
                        <a:pt x="2069" y="13301"/>
                      </a:cubicBezTo>
                      <a:cubicBezTo>
                        <a:pt x="2129" y="13242"/>
                        <a:pt x="2188" y="13193"/>
                        <a:pt x="2257" y="13153"/>
                      </a:cubicBezTo>
                      <a:cubicBezTo>
                        <a:pt x="2444" y="13016"/>
                        <a:pt x="2621" y="12868"/>
                        <a:pt x="2798" y="12710"/>
                      </a:cubicBezTo>
                      <a:cubicBezTo>
                        <a:pt x="2986" y="12553"/>
                        <a:pt x="3163" y="12405"/>
                        <a:pt x="3350" y="12247"/>
                      </a:cubicBezTo>
                      <a:cubicBezTo>
                        <a:pt x="3508" y="12109"/>
                        <a:pt x="3655" y="11971"/>
                        <a:pt x="3813" y="11833"/>
                      </a:cubicBezTo>
                      <a:cubicBezTo>
                        <a:pt x="3843" y="11804"/>
                        <a:pt x="3872" y="11765"/>
                        <a:pt x="3892" y="11735"/>
                      </a:cubicBezTo>
                      <a:cubicBezTo>
                        <a:pt x="3921" y="11696"/>
                        <a:pt x="3902" y="11646"/>
                        <a:pt x="3872" y="11627"/>
                      </a:cubicBezTo>
                      <a:cubicBezTo>
                        <a:pt x="3860" y="11614"/>
                        <a:pt x="3844" y="11609"/>
                        <a:pt x="3827" y="11609"/>
                      </a:cubicBezTo>
                      <a:cubicBezTo>
                        <a:pt x="3805" y="11609"/>
                        <a:pt x="3781" y="11619"/>
                        <a:pt x="3764" y="11636"/>
                      </a:cubicBezTo>
                      <a:cubicBezTo>
                        <a:pt x="3586" y="11824"/>
                        <a:pt x="3399" y="11981"/>
                        <a:pt x="3202" y="12139"/>
                      </a:cubicBezTo>
                      <a:cubicBezTo>
                        <a:pt x="3035" y="12277"/>
                        <a:pt x="2867" y="12415"/>
                        <a:pt x="2710" y="12553"/>
                      </a:cubicBezTo>
                      <a:cubicBezTo>
                        <a:pt x="2523" y="12710"/>
                        <a:pt x="2326" y="12858"/>
                        <a:pt x="2129" y="12996"/>
                      </a:cubicBezTo>
                      <a:cubicBezTo>
                        <a:pt x="2050" y="13055"/>
                        <a:pt x="1981" y="13114"/>
                        <a:pt x="1892" y="13183"/>
                      </a:cubicBezTo>
                      <a:cubicBezTo>
                        <a:pt x="1882" y="13173"/>
                        <a:pt x="1863" y="13163"/>
                        <a:pt x="1843" y="13153"/>
                      </a:cubicBezTo>
                      <a:cubicBezTo>
                        <a:pt x="1774" y="13094"/>
                        <a:pt x="1705" y="13045"/>
                        <a:pt x="1636" y="12996"/>
                      </a:cubicBezTo>
                      <a:cubicBezTo>
                        <a:pt x="1557" y="12937"/>
                        <a:pt x="1478" y="12878"/>
                        <a:pt x="1419" y="12799"/>
                      </a:cubicBezTo>
                      <a:cubicBezTo>
                        <a:pt x="1370" y="12740"/>
                        <a:pt x="1321" y="12690"/>
                        <a:pt x="1272" y="12631"/>
                      </a:cubicBezTo>
                      <a:cubicBezTo>
                        <a:pt x="1242" y="12582"/>
                        <a:pt x="1203" y="12533"/>
                        <a:pt x="1183" y="12474"/>
                      </a:cubicBezTo>
                      <a:cubicBezTo>
                        <a:pt x="1134" y="12316"/>
                        <a:pt x="1084" y="12149"/>
                        <a:pt x="1035" y="11981"/>
                      </a:cubicBezTo>
                      <a:cubicBezTo>
                        <a:pt x="1015" y="11922"/>
                        <a:pt x="1015" y="11853"/>
                        <a:pt x="1015" y="11794"/>
                      </a:cubicBezTo>
                      <a:cubicBezTo>
                        <a:pt x="1015" y="11627"/>
                        <a:pt x="1025" y="11449"/>
                        <a:pt x="1035" y="11282"/>
                      </a:cubicBezTo>
                      <a:cubicBezTo>
                        <a:pt x="1035" y="11213"/>
                        <a:pt x="1045" y="11154"/>
                        <a:pt x="1094" y="11105"/>
                      </a:cubicBezTo>
                      <a:close/>
                      <a:moveTo>
                        <a:pt x="4088" y="8270"/>
                      </a:moveTo>
                      <a:cubicBezTo>
                        <a:pt x="4144" y="8270"/>
                        <a:pt x="4200" y="8272"/>
                        <a:pt x="4256" y="8277"/>
                      </a:cubicBezTo>
                      <a:cubicBezTo>
                        <a:pt x="4315" y="8287"/>
                        <a:pt x="4374" y="8287"/>
                        <a:pt x="4434" y="8317"/>
                      </a:cubicBezTo>
                      <a:cubicBezTo>
                        <a:pt x="4453" y="8327"/>
                        <a:pt x="4483" y="8327"/>
                        <a:pt x="4512" y="8327"/>
                      </a:cubicBezTo>
                      <a:cubicBezTo>
                        <a:pt x="4552" y="8396"/>
                        <a:pt x="4601" y="8583"/>
                        <a:pt x="4601" y="8662"/>
                      </a:cubicBezTo>
                      <a:cubicBezTo>
                        <a:pt x="4571" y="8671"/>
                        <a:pt x="4542" y="8676"/>
                        <a:pt x="4514" y="8676"/>
                      </a:cubicBezTo>
                      <a:cubicBezTo>
                        <a:pt x="4485" y="8676"/>
                        <a:pt x="4458" y="8671"/>
                        <a:pt x="4434" y="8662"/>
                      </a:cubicBezTo>
                      <a:cubicBezTo>
                        <a:pt x="4327" y="8643"/>
                        <a:pt x="4225" y="8636"/>
                        <a:pt x="4124" y="8636"/>
                      </a:cubicBezTo>
                      <a:cubicBezTo>
                        <a:pt x="4066" y="8636"/>
                        <a:pt x="4009" y="8638"/>
                        <a:pt x="3951" y="8642"/>
                      </a:cubicBezTo>
                      <a:lnTo>
                        <a:pt x="3685" y="8642"/>
                      </a:lnTo>
                      <a:cubicBezTo>
                        <a:pt x="3586" y="8642"/>
                        <a:pt x="3478" y="8622"/>
                        <a:pt x="3380" y="8622"/>
                      </a:cubicBezTo>
                      <a:cubicBezTo>
                        <a:pt x="3301" y="8622"/>
                        <a:pt x="3222" y="8632"/>
                        <a:pt x="3143" y="8642"/>
                      </a:cubicBezTo>
                      <a:cubicBezTo>
                        <a:pt x="3015" y="8652"/>
                        <a:pt x="2897" y="8701"/>
                        <a:pt x="2789" y="8780"/>
                      </a:cubicBezTo>
                      <a:cubicBezTo>
                        <a:pt x="2729" y="8819"/>
                        <a:pt x="2660" y="8868"/>
                        <a:pt x="2601" y="8928"/>
                      </a:cubicBezTo>
                      <a:cubicBezTo>
                        <a:pt x="2394" y="9085"/>
                        <a:pt x="2178" y="9243"/>
                        <a:pt x="1951" y="9371"/>
                      </a:cubicBezTo>
                      <a:cubicBezTo>
                        <a:pt x="1813" y="9450"/>
                        <a:pt x="1685" y="9548"/>
                        <a:pt x="1577" y="9666"/>
                      </a:cubicBezTo>
                      <a:cubicBezTo>
                        <a:pt x="1459" y="9804"/>
                        <a:pt x="1370" y="9962"/>
                        <a:pt x="1321" y="10139"/>
                      </a:cubicBezTo>
                      <a:cubicBezTo>
                        <a:pt x="1301" y="10218"/>
                        <a:pt x="1281" y="10307"/>
                        <a:pt x="1252" y="10385"/>
                      </a:cubicBezTo>
                      <a:cubicBezTo>
                        <a:pt x="1222" y="10523"/>
                        <a:pt x="1153" y="10642"/>
                        <a:pt x="1065" y="10750"/>
                      </a:cubicBezTo>
                      <a:cubicBezTo>
                        <a:pt x="1006" y="10819"/>
                        <a:pt x="956" y="10888"/>
                        <a:pt x="907" y="10957"/>
                      </a:cubicBezTo>
                      <a:cubicBezTo>
                        <a:pt x="848" y="11036"/>
                        <a:pt x="809" y="11134"/>
                        <a:pt x="809" y="11233"/>
                      </a:cubicBezTo>
                      <a:cubicBezTo>
                        <a:pt x="799" y="11420"/>
                        <a:pt x="789" y="11607"/>
                        <a:pt x="779" y="11794"/>
                      </a:cubicBezTo>
                      <a:cubicBezTo>
                        <a:pt x="779" y="11922"/>
                        <a:pt x="809" y="12050"/>
                        <a:pt x="838" y="12178"/>
                      </a:cubicBezTo>
                      <a:cubicBezTo>
                        <a:pt x="868" y="12287"/>
                        <a:pt x="907" y="12385"/>
                        <a:pt x="937" y="12493"/>
                      </a:cubicBezTo>
                      <a:cubicBezTo>
                        <a:pt x="966" y="12592"/>
                        <a:pt x="1015" y="12690"/>
                        <a:pt x="1084" y="12779"/>
                      </a:cubicBezTo>
                      <a:cubicBezTo>
                        <a:pt x="1153" y="12848"/>
                        <a:pt x="1212" y="12927"/>
                        <a:pt x="1281" y="13006"/>
                      </a:cubicBezTo>
                      <a:cubicBezTo>
                        <a:pt x="1331" y="13065"/>
                        <a:pt x="1390" y="13114"/>
                        <a:pt x="1459" y="13163"/>
                      </a:cubicBezTo>
                      <a:cubicBezTo>
                        <a:pt x="1478" y="13173"/>
                        <a:pt x="1498" y="13183"/>
                        <a:pt x="1518" y="13203"/>
                      </a:cubicBezTo>
                      <a:cubicBezTo>
                        <a:pt x="1666" y="13291"/>
                        <a:pt x="1784" y="13400"/>
                        <a:pt x="1863" y="13547"/>
                      </a:cubicBezTo>
                      <a:cubicBezTo>
                        <a:pt x="1931" y="13666"/>
                        <a:pt x="2020" y="13774"/>
                        <a:pt x="2109" y="13882"/>
                      </a:cubicBezTo>
                      <a:cubicBezTo>
                        <a:pt x="2168" y="13951"/>
                        <a:pt x="2237" y="14020"/>
                        <a:pt x="2316" y="14070"/>
                      </a:cubicBezTo>
                      <a:cubicBezTo>
                        <a:pt x="2394" y="14129"/>
                        <a:pt x="2483" y="14188"/>
                        <a:pt x="2562" y="14247"/>
                      </a:cubicBezTo>
                      <a:cubicBezTo>
                        <a:pt x="2759" y="14395"/>
                        <a:pt x="2976" y="14483"/>
                        <a:pt x="3202" y="14552"/>
                      </a:cubicBezTo>
                      <a:cubicBezTo>
                        <a:pt x="3242" y="14562"/>
                        <a:pt x="3291" y="14572"/>
                        <a:pt x="3330" y="14572"/>
                      </a:cubicBezTo>
                      <a:cubicBezTo>
                        <a:pt x="3383" y="14576"/>
                        <a:pt x="3438" y="14578"/>
                        <a:pt x="3493" y="14578"/>
                      </a:cubicBezTo>
                      <a:cubicBezTo>
                        <a:pt x="3571" y="14578"/>
                        <a:pt x="3649" y="14574"/>
                        <a:pt x="3724" y="14562"/>
                      </a:cubicBezTo>
                      <a:cubicBezTo>
                        <a:pt x="3892" y="14542"/>
                        <a:pt x="4059" y="14533"/>
                        <a:pt x="4227" y="14483"/>
                      </a:cubicBezTo>
                      <a:lnTo>
                        <a:pt x="4306" y="14483"/>
                      </a:lnTo>
                      <a:cubicBezTo>
                        <a:pt x="4325" y="14542"/>
                        <a:pt x="4315" y="14611"/>
                        <a:pt x="4315" y="14670"/>
                      </a:cubicBezTo>
                      <a:cubicBezTo>
                        <a:pt x="4296" y="14680"/>
                        <a:pt x="4286" y="14690"/>
                        <a:pt x="4266" y="14700"/>
                      </a:cubicBezTo>
                      <a:cubicBezTo>
                        <a:pt x="4076" y="14777"/>
                        <a:pt x="3882" y="14819"/>
                        <a:pt x="3679" y="14819"/>
                      </a:cubicBezTo>
                      <a:cubicBezTo>
                        <a:pt x="3597" y="14819"/>
                        <a:pt x="3514" y="14813"/>
                        <a:pt x="3429" y="14799"/>
                      </a:cubicBezTo>
                      <a:cubicBezTo>
                        <a:pt x="3360" y="14789"/>
                        <a:pt x="3281" y="14769"/>
                        <a:pt x="3202" y="14749"/>
                      </a:cubicBezTo>
                      <a:cubicBezTo>
                        <a:pt x="3123" y="14730"/>
                        <a:pt x="3045" y="14710"/>
                        <a:pt x="2976" y="14680"/>
                      </a:cubicBezTo>
                      <a:cubicBezTo>
                        <a:pt x="2710" y="14552"/>
                        <a:pt x="2444" y="14434"/>
                        <a:pt x="2197" y="14276"/>
                      </a:cubicBezTo>
                      <a:cubicBezTo>
                        <a:pt x="2010" y="14168"/>
                        <a:pt x="1833" y="14040"/>
                        <a:pt x="1675" y="13882"/>
                      </a:cubicBezTo>
                      <a:cubicBezTo>
                        <a:pt x="1488" y="13695"/>
                        <a:pt x="1281" y="13538"/>
                        <a:pt x="1074" y="13390"/>
                      </a:cubicBezTo>
                      <a:cubicBezTo>
                        <a:pt x="877" y="13252"/>
                        <a:pt x="710" y="13094"/>
                        <a:pt x="562" y="12917"/>
                      </a:cubicBezTo>
                      <a:cubicBezTo>
                        <a:pt x="464" y="12789"/>
                        <a:pt x="385" y="12651"/>
                        <a:pt x="326" y="12503"/>
                      </a:cubicBezTo>
                      <a:cubicBezTo>
                        <a:pt x="277" y="12385"/>
                        <a:pt x="257" y="12247"/>
                        <a:pt x="257" y="12119"/>
                      </a:cubicBezTo>
                      <a:cubicBezTo>
                        <a:pt x="267" y="11902"/>
                        <a:pt x="306" y="11696"/>
                        <a:pt x="365" y="11499"/>
                      </a:cubicBezTo>
                      <a:cubicBezTo>
                        <a:pt x="424" y="11272"/>
                        <a:pt x="464" y="11045"/>
                        <a:pt x="464" y="10809"/>
                      </a:cubicBezTo>
                      <a:cubicBezTo>
                        <a:pt x="464" y="10661"/>
                        <a:pt x="503" y="10523"/>
                        <a:pt x="572" y="10395"/>
                      </a:cubicBezTo>
                      <a:cubicBezTo>
                        <a:pt x="700" y="10179"/>
                        <a:pt x="828" y="9972"/>
                        <a:pt x="966" y="9755"/>
                      </a:cubicBezTo>
                      <a:cubicBezTo>
                        <a:pt x="1094" y="9558"/>
                        <a:pt x="1252" y="9381"/>
                        <a:pt x="1439" y="9223"/>
                      </a:cubicBezTo>
                      <a:cubicBezTo>
                        <a:pt x="1636" y="9056"/>
                        <a:pt x="1843" y="8898"/>
                        <a:pt x="2050" y="8730"/>
                      </a:cubicBezTo>
                      <a:cubicBezTo>
                        <a:pt x="2089" y="8701"/>
                        <a:pt x="2138" y="8671"/>
                        <a:pt x="2188" y="8642"/>
                      </a:cubicBezTo>
                      <a:cubicBezTo>
                        <a:pt x="2274" y="8582"/>
                        <a:pt x="2375" y="8551"/>
                        <a:pt x="2485" y="8551"/>
                      </a:cubicBezTo>
                      <a:cubicBezTo>
                        <a:pt x="2501" y="8551"/>
                        <a:pt x="2516" y="8552"/>
                        <a:pt x="2532" y="8553"/>
                      </a:cubicBezTo>
                      <a:cubicBezTo>
                        <a:pt x="2578" y="8556"/>
                        <a:pt x="2623" y="8559"/>
                        <a:pt x="2667" y="8559"/>
                      </a:cubicBezTo>
                      <a:cubicBezTo>
                        <a:pt x="2756" y="8559"/>
                        <a:pt x="2841" y="8550"/>
                        <a:pt x="2926" y="8524"/>
                      </a:cubicBezTo>
                      <a:cubicBezTo>
                        <a:pt x="3015" y="8504"/>
                        <a:pt x="3094" y="8474"/>
                        <a:pt x="3173" y="8455"/>
                      </a:cubicBezTo>
                      <a:cubicBezTo>
                        <a:pt x="3320" y="8415"/>
                        <a:pt x="3458" y="8366"/>
                        <a:pt x="3606" y="8327"/>
                      </a:cubicBezTo>
                      <a:cubicBezTo>
                        <a:pt x="3767" y="8290"/>
                        <a:pt x="3928" y="8270"/>
                        <a:pt x="4088" y="8270"/>
                      </a:cubicBezTo>
                      <a:close/>
                      <a:moveTo>
                        <a:pt x="4059" y="11252"/>
                      </a:moveTo>
                      <a:cubicBezTo>
                        <a:pt x="4099" y="11262"/>
                        <a:pt x="4118" y="11292"/>
                        <a:pt x="4148" y="11311"/>
                      </a:cubicBezTo>
                      <a:cubicBezTo>
                        <a:pt x="4276" y="11430"/>
                        <a:pt x="4424" y="11538"/>
                        <a:pt x="4571" y="11636"/>
                      </a:cubicBezTo>
                      <a:cubicBezTo>
                        <a:pt x="4640" y="11686"/>
                        <a:pt x="4700" y="11725"/>
                        <a:pt x="4769" y="11765"/>
                      </a:cubicBezTo>
                      <a:cubicBezTo>
                        <a:pt x="4946" y="11863"/>
                        <a:pt x="5143" y="11912"/>
                        <a:pt x="5340" y="11952"/>
                      </a:cubicBezTo>
                      <a:cubicBezTo>
                        <a:pt x="5645" y="12011"/>
                        <a:pt x="5941" y="12070"/>
                        <a:pt x="6236" y="12159"/>
                      </a:cubicBezTo>
                      <a:cubicBezTo>
                        <a:pt x="6571" y="12267"/>
                        <a:pt x="6916" y="12346"/>
                        <a:pt x="7251" y="12444"/>
                      </a:cubicBezTo>
                      <a:cubicBezTo>
                        <a:pt x="7418" y="12484"/>
                        <a:pt x="7586" y="12493"/>
                        <a:pt x="7763" y="12513"/>
                      </a:cubicBezTo>
                      <a:cubicBezTo>
                        <a:pt x="8059" y="12553"/>
                        <a:pt x="8364" y="12572"/>
                        <a:pt x="8669" y="12572"/>
                      </a:cubicBezTo>
                      <a:cubicBezTo>
                        <a:pt x="8896" y="12572"/>
                        <a:pt x="9113" y="12582"/>
                        <a:pt x="9339" y="12582"/>
                      </a:cubicBezTo>
                      <a:cubicBezTo>
                        <a:pt x="9595" y="12592"/>
                        <a:pt x="9851" y="12592"/>
                        <a:pt x="10117" y="12602"/>
                      </a:cubicBezTo>
                      <a:cubicBezTo>
                        <a:pt x="10433" y="12602"/>
                        <a:pt x="10758" y="12582"/>
                        <a:pt x="11073" y="12562"/>
                      </a:cubicBezTo>
                      <a:cubicBezTo>
                        <a:pt x="11428" y="12543"/>
                        <a:pt x="11782" y="12484"/>
                        <a:pt x="12137" y="12415"/>
                      </a:cubicBezTo>
                      <a:cubicBezTo>
                        <a:pt x="12413" y="12365"/>
                        <a:pt x="12669" y="12277"/>
                        <a:pt x="12935" y="12178"/>
                      </a:cubicBezTo>
                      <a:cubicBezTo>
                        <a:pt x="13122" y="12099"/>
                        <a:pt x="13289" y="12001"/>
                        <a:pt x="13427" y="11843"/>
                      </a:cubicBezTo>
                      <a:cubicBezTo>
                        <a:pt x="13437" y="11833"/>
                        <a:pt x="13437" y="11833"/>
                        <a:pt x="13447" y="11824"/>
                      </a:cubicBezTo>
                      <a:lnTo>
                        <a:pt x="13467" y="11824"/>
                      </a:lnTo>
                      <a:cubicBezTo>
                        <a:pt x="13506" y="11863"/>
                        <a:pt x="13546" y="11912"/>
                        <a:pt x="13595" y="11962"/>
                      </a:cubicBezTo>
                      <a:cubicBezTo>
                        <a:pt x="13595" y="12001"/>
                        <a:pt x="13585" y="12050"/>
                        <a:pt x="13585" y="12090"/>
                      </a:cubicBezTo>
                      <a:cubicBezTo>
                        <a:pt x="13516" y="12543"/>
                        <a:pt x="13437" y="12996"/>
                        <a:pt x="13348" y="13449"/>
                      </a:cubicBezTo>
                      <a:cubicBezTo>
                        <a:pt x="13309" y="13676"/>
                        <a:pt x="13270" y="13912"/>
                        <a:pt x="13230" y="14148"/>
                      </a:cubicBezTo>
                      <a:cubicBezTo>
                        <a:pt x="13191" y="14385"/>
                        <a:pt x="13142" y="14621"/>
                        <a:pt x="13102" y="14858"/>
                      </a:cubicBezTo>
                      <a:cubicBezTo>
                        <a:pt x="13063" y="15094"/>
                        <a:pt x="13033" y="15340"/>
                        <a:pt x="13004" y="15577"/>
                      </a:cubicBezTo>
                      <a:cubicBezTo>
                        <a:pt x="12954" y="15922"/>
                        <a:pt x="12915" y="16266"/>
                        <a:pt x="12876" y="16611"/>
                      </a:cubicBezTo>
                      <a:cubicBezTo>
                        <a:pt x="12846" y="16966"/>
                        <a:pt x="12807" y="17320"/>
                        <a:pt x="12787" y="17675"/>
                      </a:cubicBezTo>
                      <a:cubicBezTo>
                        <a:pt x="12748" y="18286"/>
                        <a:pt x="12688" y="18896"/>
                        <a:pt x="12629" y="19507"/>
                      </a:cubicBezTo>
                      <a:cubicBezTo>
                        <a:pt x="12600" y="19891"/>
                        <a:pt x="12560" y="20276"/>
                        <a:pt x="12531" y="20660"/>
                      </a:cubicBezTo>
                      <a:cubicBezTo>
                        <a:pt x="12501" y="20965"/>
                        <a:pt x="12472" y="21261"/>
                        <a:pt x="12442" y="21566"/>
                      </a:cubicBezTo>
                      <a:cubicBezTo>
                        <a:pt x="12413" y="21832"/>
                        <a:pt x="12383" y="22098"/>
                        <a:pt x="12354" y="22374"/>
                      </a:cubicBezTo>
                      <a:cubicBezTo>
                        <a:pt x="12314" y="22679"/>
                        <a:pt x="12275" y="22994"/>
                        <a:pt x="12235" y="23310"/>
                      </a:cubicBezTo>
                      <a:cubicBezTo>
                        <a:pt x="12186" y="23684"/>
                        <a:pt x="12127" y="24048"/>
                        <a:pt x="12088" y="24413"/>
                      </a:cubicBezTo>
                      <a:cubicBezTo>
                        <a:pt x="12058" y="24620"/>
                        <a:pt x="12038" y="24817"/>
                        <a:pt x="12019" y="25024"/>
                      </a:cubicBezTo>
                      <a:cubicBezTo>
                        <a:pt x="12009" y="25073"/>
                        <a:pt x="11999" y="25122"/>
                        <a:pt x="11960" y="25171"/>
                      </a:cubicBezTo>
                      <a:cubicBezTo>
                        <a:pt x="11950" y="25171"/>
                        <a:pt x="11930" y="25181"/>
                        <a:pt x="11910" y="25181"/>
                      </a:cubicBezTo>
                      <a:cubicBezTo>
                        <a:pt x="11861" y="25181"/>
                        <a:pt x="11822" y="25201"/>
                        <a:pt x="11792" y="25250"/>
                      </a:cubicBezTo>
                      <a:cubicBezTo>
                        <a:pt x="11703" y="25358"/>
                        <a:pt x="11585" y="25408"/>
                        <a:pt x="11457" y="25437"/>
                      </a:cubicBezTo>
                      <a:cubicBezTo>
                        <a:pt x="11349" y="25467"/>
                        <a:pt x="11240" y="25506"/>
                        <a:pt x="11122" y="25536"/>
                      </a:cubicBezTo>
                      <a:cubicBezTo>
                        <a:pt x="11024" y="25575"/>
                        <a:pt x="10915" y="25585"/>
                        <a:pt x="10807" y="25595"/>
                      </a:cubicBezTo>
                      <a:cubicBezTo>
                        <a:pt x="10718" y="25605"/>
                        <a:pt x="10640" y="25605"/>
                        <a:pt x="10551" y="25615"/>
                      </a:cubicBezTo>
                      <a:cubicBezTo>
                        <a:pt x="10443" y="25624"/>
                        <a:pt x="10344" y="25644"/>
                        <a:pt x="10236" y="25674"/>
                      </a:cubicBezTo>
                      <a:cubicBezTo>
                        <a:pt x="9970" y="25743"/>
                        <a:pt x="9714" y="25812"/>
                        <a:pt x="9448" y="25861"/>
                      </a:cubicBezTo>
                      <a:cubicBezTo>
                        <a:pt x="9329" y="25881"/>
                        <a:pt x="9211" y="25900"/>
                        <a:pt x="9093" y="25910"/>
                      </a:cubicBezTo>
                      <a:cubicBezTo>
                        <a:pt x="8876" y="25920"/>
                        <a:pt x="8660" y="25920"/>
                        <a:pt x="8443" y="25920"/>
                      </a:cubicBezTo>
                      <a:cubicBezTo>
                        <a:pt x="8206" y="25910"/>
                        <a:pt x="7980" y="25861"/>
                        <a:pt x="7753" y="25821"/>
                      </a:cubicBezTo>
                      <a:cubicBezTo>
                        <a:pt x="7625" y="25796"/>
                        <a:pt x="7505" y="25770"/>
                        <a:pt x="7379" y="25770"/>
                      </a:cubicBezTo>
                      <a:cubicBezTo>
                        <a:pt x="7359" y="25770"/>
                        <a:pt x="7340" y="25771"/>
                        <a:pt x="7320" y="25772"/>
                      </a:cubicBezTo>
                      <a:lnTo>
                        <a:pt x="7182" y="25772"/>
                      </a:lnTo>
                      <a:cubicBezTo>
                        <a:pt x="7054" y="25762"/>
                        <a:pt x="6936" y="25753"/>
                        <a:pt x="6817" y="25713"/>
                      </a:cubicBezTo>
                      <a:cubicBezTo>
                        <a:pt x="6758" y="25693"/>
                        <a:pt x="6699" y="25674"/>
                        <a:pt x="6640" y="25654"/>
                      </a:cubicBezTo>
                      <a:cubicBezTo>
                        <a:pt x="6522" y="25634"/>
                        <a:pt x="6423" y="25585"/>
                        <a:pt x="6315" y="25516"/>
                      </a:cubicBezTo>
                      <a:cubicBezTo>
                        <a:pt x="6098" y="25398"/>
                        <a:pt x="5882" y="25270"/>
                        <a:pt x="5655" y="25152"/>
                      </a:cubicBezTo>
                      <a:cubicBezTo>
                        <a:pt x="5635" y="25132"/>
                        <a:pt x="5616" y="25122"/>
                        <a:pt x="5596" y="25112"/>
                      </a:cubicBezTo>
                      <a:cubicBezTo>
                        <a:pt x="5596" y="25093"/>
                        <a:pt x="5586" y="25063"/>
                        <a:pt x="5576" y="25033"/>
                      </a:cubicBezTo>
                      <a:cubicBezTo>
                        <a:pt x="5527" y="24531"/>
                        <a:pt x="5478" y="24038"/>
                        <a:pt x="5429" y="23536"/>
                      </a:cubicBezTo>
                      <a:cubicBezTo>
                        <a:pt x="5379" y="23044"/>
                        <a:pt x="5350" y="22541"/>
                        <a:pt x="5300" y="22049"/>
                      </a:cubicBezTo>
                      <a:cubicBezTo>
                        <a:pt x="5261" y="21586"/>
                        <a:pt x="5212" y="21133"/>
                        <a:pt x="5163" y="20679"/>
                      </a:cubicBezTo>
                      <a:cubicBezTo>
                        <a:pt x="5084" y="19950"/>
                        <a:pt x="4975" y="19222"/>
                        <a:pt x="4867" y="18493"/>
                      </a:cubicBezTo>
                      <a:cubicBezTo>
                        <a:pt x="4818" y="18128"/>
                        <a:pt x="4788" y="17754"/>
                        <a:pt x="4739" y="17389"/>
                      </a:cubicBezTo>
                      <a:cubicBezTo>
                        <a:pt x="4690" y="16936"/>
                        <a:pt x="4680" y="16473"/>
                        <a:pt x="4650" y="16020"/>
                      </a:cubicBezTo>
                      <a:cubicBezTo>
                        <a:pt x="4631" y="15734"/>
                        <a:pt x="4611" y="15439"/>
                        <a:pt x="4591" y="15153"/>
                      </a:cubicBezTo>
                      <a:cubicBezTo>
                        <a:pt x="4581" y="14986"/>
                        <a:pt x="4581" y="14818"/>
                        <a:pt x="4571" y="14651"/>
                      </a:cubicBezTo>
                      <a:cubicBezTo>
                        <a:pt x="4522" y="13853"/>
                        <a:pt x="4434" y="13065"/>
                        <a:pt x="4256" y="12277"/>
                      </a:cubicBezTo>
                      <a:cubicBezTo>
                        <a:pt x="4227" y="12129"/>
                        <a:pt x="4197" y="11981"/>
                        <a:pt x="4168" y="11833"/>
                      </a:cubicBezTo>
                      <a:cubicBezTo>
                        <a:pt x="4158" y="11814"/>
                        <a:pt x="4158" y="11794"/>
                        <a:pt x="4158" y="11765"/>
                      </a:cubicBezTo>
                      <a:lnTo>
                        <a:pt x="4158" y="11765"/>
                      </a:lnTo>
                      <a:cubicBezTo>
                        <a:pt x="4256" y="11784"/>
                        <a:pt x="4325" y="11833"/>
                        <a:pt x="4394" y="11893"/>
                      </a:cubicBezTo>
                      <a:cubicBezTo>
                        <a:pt x="4434" y="11932"/>
                        <a:pt x="4483" y="11971"/>
                        <a:pt x="4522" y="12021"/>
                      </a:cubicBezTo>
                      <a:cubicBezTo>
                        <a:pt x="4690" y="12188"/>
                        <a:pt x="4877" y="12277"/>
                        <a:pt x="5113" y="12306"/>
                      </a:cubicBezTo>
                      <a:cubicBezTo>
                        <a:pt x="5330" y="12336"/>
                        <a:pt x="5537" y="12365"/>
                        <a:pt x="5754" y="12395"/>
                      </a:cubicBezTo>
                      <a:cubicBezTo>
                        <a:pt x="5823" y="12405"/>
                        <a:pt x="5891" y="12425"/>
                        <a:pt x="5951" y="12454"/>
                      </a:cubicBezTo>
                      <a:cubicBezTo>
                        <a:pt x="6079" y="12503"/>
                        <a:pt x="6197" y="12553"/>
                        <a:pt x="6335" y="12572"/>
                      </a:cubicBezTo>
                      <a:cubicBezTo>
                        <a:pt x="6374" y="12572"/>
                        <a:pt x="6414" y="12592"/>
                        <a:pt x="6443" y="12622"/>
                      </a:cubicBezTo>
                      <a:cubicBezTo>
                        <a:pt x="6443" y="12631"/>
                        <a:pt x="6453" y="12631"/>
                        <a:pt x="6463" y="12641"/>
                      </a:cubicBezTo>
                      <a:cubicBezTo>
                        <a:pt x="6561" y="12769"/>
                        <a:pt x="6699" y="12838"/>
                        <a:pt x="6847" y="12887"/>
                      </a:cubicBezTo>
                      <a:cubicBezTo>
                        <a:pt x="7005" y="12937"/>
                        <a:pt x="7172" y="12976"/>
                        <a:pt x="7340" y="13016"/>
                      </a:cubicBezTo>
                      <a:cubicBezTo>
                        <a:pt x="7425" y="13042"/>
                        <a:pt x="7519" y="13051"/>
                        <a:pt x="7613" y="13051"/>
                      </a:cubicBezTo>
                      <a:cubicBezTo>
                        <a:pt x="7660" y="13051"/>
                        <a:pt x="7707" y="13048"/>
                        <a:pt x="7753" y="13045"/>
                      </a:cubicBezTo>
                      <a:cubicBezTo>
                        <a:pt x="7842" y="13035"/>
                        <a:pt x="7931" y="13016"/>
                        <a:pt x="8009" y="12976"/>
                      </a:cubicBezTo>
                      <a:cubicBezTo>
                        <a:pt x="8118" y="12917"/>
                        <a:pt x="8236" y="12897"/>
                        <a:pt x="8364" y="12897"/>
                      </a:cubicBezTo>
                      <a:cubicBezTo>
                        <a:pt x="8443" y="12897"/>
                        <a:pt x="8512" y="12907"/>
                        <a:pt x="8581" y="12937"/>
                      </a:cubicBezTo>
                      <a:cubicBezTo>
                        <a:pt x="8640" y="12956"/>
                        <a:pt x="8699" y="12966"/>
                        <a:pt x="8748" y="12986"/>
                      </a:cubicBezTo>
                      <a:cubicBezTo>
                        <a:pt x="8817" y="13006"/>
                        <a:pt x="8886" y="13016"/>
                        <a:pt x="8945" y="13035"/>
                      </a:cubicBezTo>
                      <a:cubicBezTo>
                        <a:pt x="9042" y="13071"/>
                        <a:pt x="9137" y="13088"/>
                        <a:pt x="9232" y="13088"/>
                      </a:cubicBezTo>
                      <a:cubicBezTo>
                        <a:pt x="9319" y="13088"/>
                        <a:pt x="9407" y="13074"/>
                        <a:pt x="9497" y="13045"/>
                      </a:cubicBezTo>
                      <a:cubicBezTo>
                        <a:pt x="9576" y="13016"/>
                        <a:pt x="9664" y="12986"/>
                        <a:pt x="9743" y="12966"/>
                      </a:cubicBezTo>
                      <a:cubicBezTo>
                        <a:pt x="9854" y="12939"/>
                        <a:pt x="9965" y="12926"/>
                        <a:pt x="10076" y="12926"/>
                      </a:cubicBezTo>
                      <a:cubicBezTo>
                        <a:pt x="10162" y="12926"/>
                        <a:pt x="10248" y="12934"/>
                        <a:pt x="10334" y="12947"/>
                      </a:cubicBezTo>
                      <a:cubicBezTo>
                        <a:pt x="10423" y="12956"/>
                        <a:pt x="10521" y="12966"/>
                        <a:pt x="10610" y="12976"/>
                      </a:cubicBezTo>
                      <a:cubicBezTo>
                        <a:pt x="10653" y="12983"/>
                        <a:pt x="10695" y="12986"/>
                        <a:pt x="10738" y="12986"/>
                      </a:cubicBezTo>
                      <a:cubicBezTo>
                        <a:pt x="10823" y="12986"/>
                        <a:pt x="10909" y="12973"/>
                        <a:pt x="10994" y="12947"/>
                      </a:cubicBezTo>
                      <a:cubicBezTo>
                        <a:pt x="11073" y="12917"/>
                        <a:pt x="11152" y="12907"/>
                        <a:pt x="11240" y="12907"/>
                      </a:cubicBezTo>
                      <a:cubicBezTo>
                        <a:pt x="11300" y="12907"/>
                        <a:pt x="11359" y="12897"/>
                        <a:pt x="11418" y="12878"/>
                      </a:cubicBezTo>
                      <a:cubicBezTo>
                        <a:pt x="11477" y="12858"/>
                        <a:pt x="11536" y="12848"/>
                        <a:pt x="11595" y="12848"/>
                      </a:cubicBezTo>
                      <a:cubicBezTo>
                        <a:pt x="11723" y="12828"/>
                        <a:pt x="11861" y="12819"/>
                        <a:pt x="11999" y="12809"/>
                      </a:cubicBezTo>
                      <a:cubicBezTo>
                        <a:pt x="12117" y="12799"/>
                        <a:pt x="12235" y="12759"/>
                        <a:pt x="12344" y="12720"/>
                      </a:cubicBezTo>
                      <a:cubicBezTo>
                        <a:pt x="12383" y="12700"/>
                        <a:pt x="12423" y="12681"/>
                        <a:pt x="12442" y="12641"/>
                      </a:cubicBezTo>
                      <a:cubicBezTo>
                        <a:pt x="12452" y="12612"/>
                        <a:pt x="12462" y="12592"/>
                        <a:pt x="12442" y="12572"/>
                      </a:cubicBezTo>
                      <a:cubicBezTo>
                        <a:pt x="12432" y="12543"/>
                        <a:pt x="12403" y="12533"/>
                        <a:pt x="12373" y="12533"/>
                      </a:cubicBezTo>
                      <a:cubicBezTo>
                        <a:pt x="12354" y="12533"/>
                        <a:pt x="12334" y="12543"/>
                        <a:pt x="12314" y="12543"/>
                      </a:cubicBezTo>
                      <a:cubicBezTo>
                        <a:pt x="12137" y="12622"/>
                        <a:pt x="11950" y="12631"/>
                        <a:pt x="11763" y="12651"/>
                      </a:cubicBezTo>
                      <a:cubicBezTo>
                        <a:pt x="11694" y="12661"/>
                        <a:pt x="11625" y="12661"/>
                        <a:pt x="11556" y="12671"/>
                      </a:cubicBezTo>
                      <a:cubicBezTo>
                        <a:pt x="11506" y="12671"/>
                        <a:pt x="11447" y="12681"/>
                        <a:pt x="11388" y="12700"/>
                      </a:cubicBezTo>
                      <a:cubicBezTo>
                        <a:pt x="11329" y="12720"/>
                        <a:pt x="11260" y="12730"/>
                        <a:pt x="11191" y="12730"/>
                      </a:cubicBezTo>
                      <a:cubicBezTo>
                        <a:pt x="11177" y="12728"/>
                        <a:pt x="11163" y="12727"/>
                        <a:pt x="11149" y="12727"/>
                      </a:cubicBezTo>
                      <a:cubicBezTo>
                        <a:pt x="11084" y="12727"/>
                        <a:pt x="11020" y="12745"/>
                        <a:pt x="10955" y="12769"/>
                      </a:cubicBezTo>
                      <a:cubicBezTo>
                        <a:pt x="10886" y="12792"/>
                        <a:pt x="10816" y="12802"/>
                        <a:pt x="10745" y="12802"/>
                      </a:cubicBezTo>
                      <a:cubicBezTo>
                        <a:pt x="10695" y="12802"/>
                        <a:pt x="10643" y="12797"/>
                        <a:pt x="10590" y="12789"/>
                      </a:cubicBezTo>
                      <a:cubicBezTo>
                        <a:pt x="10433" y="12769"/>
                        <a:pt x="10275" y="12750"/>
                        <a:pt x="10117" y="12750"/>
                      </a:cubicBezTo>
                      <a:cubicBezTo>
                        <a:pt x="9901" y="12750"/>
                        <a:pt x="9704" y="12779"/>
                        <a:pt x="9507" y="12858"/>
                      </a:cubicBezTo>
                      <a:cubicBezTo>
                        <a:pt x="9448" y="12878"/>
                        <a:pt x="9389" y="12887"/>
                        <a:pt x="9320" y="12907"/>
                      </a:cubicBezTo>
                      <a:cubicBezTo>
                        <a:pt x="9285" y="12914"/>
                        <a:pt x="9250" y="12917"/>
                        <a:pt x="9215" y="12917"/>
                      </a:cubicBezTo>
                      <a:cubicBezTo>
                        <a:pt x="9151" y="12917"/>
                        <a:pt x="9088" y="12907"/>
                        <a:pt x="9024" y="12887"/>
                      </a:cubicBezTo>
                      <a:cubicBezTo>
                        <a:pt x="8935" y="12858"/>
                        <a:pt x="8857" y="12838"/>
                        <a:pt x="8768" y="12809"/>
                      </a:cubicBezTo>
                      <a:cubicBezTo>
                        <a:pt x="8719" y="12799"/>
                        <a:pt x="8660" y="12779"/>
                        <a:pt x="8610" y="12759"/>
                      </a:cubicBezTo>
                      <a:cubicBezTo>
                        <a:pt x="8522" y="12730"/>
                        <a:pt x="8443" y="12720"/>
                        <a:pt x="8354" y="12720"/>
                      </a:cubicBezTo>
                      <a:cubicBezTo>
                        <a:pt x="8206" y="12730"/>
                        <a:pt x="8059" y="12759"/>
                        <a:pt x="7921" y="12819"/>
                      </a:cubicBezTo>
                      <a:cubicBezTo>
                        <a:pt x="7842" y="12858"/>
                        <a:pt x="7753" y="12868"/>
                        <a:pt x="7665" y="12878"/>
                      </a:cubicBezTo>
                      <a:cubicBezTo>
                        <a:pt x="7566" y="12878"/>
                        <a:pt x="7468" y="12868"/>
                        <a:pt x="7359" y="12848"/>
                      </a:cubicBezTo>
                      <a:cubicBezTo>
                        <a:pt x="7182" y="12809"/>
                        <a:pt x="7014" y="12759"/>
                        <a:pt x="6837" y="12690"/>
                      </a:cubicBezTo>
                      <a:cubicBezTo>
                        <a:pt x="6749" y="12661"/>
                        <a:pt x="6670" y="12612"/>
                        <a:pt x="6601" y="12543"/>
                      </a:cubicBezTo>
                      <a:cubicBezTo>
                        <a:pt x="6591" y="12523"/>
                        <a:pt x="6581" y="12503"/>
                        <a:pt x="6561" y="12493"/>
                      </a:cubicBezTo>
                      <a:cubicBezTo>
                        <a:pt x="6502" y="12444"/>
                        <a:pt x="6443" y="12405"/>
                        <a:pt x="6364" y="12395"/>
                      </a:cubicBezTo>
                      <a:cubicBezTo>
                        <a:pt x="6256" y="12385"/>
                        <a:pt x="6148" y="12356"/>
                        <a:pt x="6049" y="12306"/>
                      </a:cubicBezTo>
                      <a:cubicBezTo>
                        <a:pt x="5921" y="12237"/>
                        <a:pt x="5783" y="12218"/>
                        <a:pt x="5645" y="12208"/>
                      </a:cubicBezTo>
                      <a:cubicBezTo>
                        <a:pt x="5468" y="12188"/>
                        <a:pt x="5281" y="12159"/>
                        <a:pt x="5094" y="12129"/>
                      </a:cubicBezTo>
                      <a:cubicBezTo>
                        <a:pt x="4926" y="12109"/>
                        <a:pt x="4788" y="12040"/>
                        <a:pt x="4670" y="11922"/>
                      </a:cubicBezTo>
                      <a:cubicBezTo>
                        <a:pt x="4640" y="11902"/>
                        <a:pt x="4621" y="11883"/>
                        <a:pt x="4601" y="11853"/>
                      </a:cubicBezTo>
                      <a:cubicBezTo>
                        <a:pt x="4473" y="11715"/>
                        <a:pt x="4315" y="11617"/>
                        <a:pt x="4128" y="11587"/>
                      </a:cubicBezTo>
                      <a:cubicBezTo>
                        <a:pt x="4089" y="11499"/>
                        <a:pt x="4059" y="11341"/>
                        <a:pt x="4059" y="11252"/>
                      </a:cubicBezTo>
                      <a:close/>
                      <a:moveTo>
                        <a:pt x="5626" y="25339"/>
                      </a:moveTo>
                      <a:cubicBezTo>
                        <a:pt x="5655" y="25358"/>
                        <a:pt x="5675" y="25358"/>
                        <a:pt x="5685" y="25368"/>
                      </a:cubicBezTo>
                      <a:cubicBezTo>
                        <a:pt x="5891" y="25496"/>
                        <a:pt x="6089" y="25615"/>
                        <a:pt x="6295" y="25733"/>
                      </a:cubicBezTo>
                      <a:cubicBezTo>
                        <a:pt x="6325" y="25762"/>
                        <a:pt x="6364" y="25782"/>
                        <a:pt x="6414" y="25802"/>
                      </a:cubicBezTo>
                      <a:cubicBezTo>
                        <a:pt x="6591" y="25861"/>
                        <a:pt x="6768" y="25930"/>
                        <a:pt x="6955" y="25959"/>
                      </a:cubicBezTo>
                      <a:cubicBezTo>
                        <a:pt x="7054" y="25979"/>
                        <a:pt x="7152" y="25989"/>
                        <a:pt x="7251" y="25989"/>
                      </a:cubicBezTo>
                      <a:cubicBezTo>
                        <a:pt x="7428" y="25989"/>
                        <a:pt x="7596" y="26018"/>
                        <a:pt x="7773" y="26058"/>
                      </a:cubicBezTo>
                      <a:cubicBezTo>
                        <a:pt x="7921" y="26087"/>
                        <a:pt x="8078" y="26117"/>
                        <a:pt x="8236" y="26137"/>
                      </a:cubicBezTo>
                      <a:cubicBezTo>
                        <a:pt x="8373" y="26164"/>
                        <a:pt x="8510" y="26170"/>
                        <a:pt x="8648" y="26170"/>
                      </a:cubicBezTo>
                      <a:cubicBezTo>
                        <a:pt x="8759" y="26170"/>
                        <a:pt x="8871" y="26166"/>
                        <a:pt x="8985" y="26166"/>
                      </a:cubicBezTo>
                      <a:cubicBezTo>
                        <a:pt x="9300" y="26156"/>
                        <a:pt x="9605" y="26087"/>
                        <a:pt x="9911" y="26018"/>
                      </a:cubicBezTo>
                      <a:cubicBezTo>
                        <a:pt x="10009" y="25989"/>
                        <a:pt x="10108" y="25969"/>
                        <a:pt x="10206" y="25940"/>
                      </a:cubicBezTo>
                      <a:cubicBezTo>
                        <a:pt x="10383" y="25881"/>
                        <a:pt x="10571" y="25851"/>
                        <a:pt x="10758" y="25851"/>
                      </a:cubicBezTo>
                      <a:cubicBezTo>
                        <a:pt x="10945" y="25841"/>
                        <a:pt x="11122" y="25812"/>
                        <a:pt x="11290" y="25743"/>
                      </a:cubicBezTo>
                      <a:cubicBezTo>
                        <a:pt x="11378" y="25713"/>
                        <a:pt x="11457" y="25693"/>
                        <a:pt x="11546" y="25674"/>
                      </a:cubicBezTo>
                      <a:cubicBezTo>
                        <a:pt x="11634" y="25644"/>
                        <a:pt x="11723" y="25615"/>
                        <a:pt x="11802" y="25565"/>
                      </a:cubicBezTo>
                      <a:cubicBezTo>
                        <a:pt x="11831" y="25546"/>
                        <a:pt x="11871" y="25516"/>
                        <a:pt x="11930" y="25477"/>
                      </a:cubicBezTo>
                      <a:lnTo>
                        <a:pt x="11930" y="25477"/>
                      </a:lnTo>
                      <a:cubicBezTo>
                        <a:pt x="11910" y="25634"/>
                        <a:pt x="11891" y="25762"/>
                        <a:pt x="11871" y="25890"/>
                      </a:cubicBezTo>
                      <a:cubicBezTo>
                        <a:pt x="11871" y="25969"/>
                        <a:pt x="11861" y="26038"/>
                        <a:pt x="11861" y="26107"/>
                      </a:cubicBezTo>
                      <a:cubicBezTo>
                        <a:pt x="11851" y="26147"/>
                        <a:pt x="11851" y="26196"/>
                        <a:pt x="11881" y="26235"/>
                      </a:cubicBezTo>
                      <a:cubicBezTo>
                        <a:pt x="11900" y="26275"/>
                        <a:pt x="11891" y="26314"/>
                        <a:pt x="11871" y="26344"/>
                      </a:cubicBezTo>
                      <a:cubicBezTo>
                        <a:pt x="11831" y="26403"/>
                        <a:pt x="11792" y="26452"/>
                        <a:pt x="11733" y="26491"/>
                      </a:cubicBezTo>
                      <a:cubicBezTo>
                        <a:pt x="11654" y="26541"/>
                        <a:pt x="11566" y="26570"/>
                        <a:pt x="11477" y="26600"/>
                      </a:cubicBezTo>
                      <a:cubicBezTo>
                        <a:pt x="11270" y="26659"/>
                        <a:pt x="11053" y="26688"/>
                        <a:pt x="10837" y="26708"/>
                      </a:cubicBezTo>
                      <a:cubicBezTo>
                        <a:pt x="10748" y="26718"/>
                        <a:pt x="10669" y="26738"/>
                        <a:pt x="10580" y="26757"/>
                      </a:cubicBezTo>
                      <a:cubicBezTo>
                        <a:pt x="10374" y="26807"/>
                        <a:pt x="10167" y="26856"/>
                        <a:pt x="9960" y="26915"/>
                      </a:cubicBezTo>
                      <a:cubicBezTo>
                        <a:pt x="9792" y="26954"/>
                        <a:pt x="9625" y="26994"/>
                        <a:pt x="9457" y="27043"/>
                      </a:cubicBezTo>
                      <a:cubicBezTo>
                        <a:pt x="9300" y="27082"/>
                        <a:pt x="9142" y="27102"/>
                        <a:pt x="8975" y="27112"/>
                      </a:cubicBezTo>
                      <a:cubicBezTo>
                        <a:pt x="8921" y="27116"/>
                        <a:pt x="8866" y="27117"/>
                        <a:pt x="8811" y="27117"/>
                      </a:cubicBezTo>
                      <a:cubicBezTo>
                        <a:pt x="8568" y="27117"/>
                        <a:pt x="8320" y="27085"/>
                        <a:pt x="8078" y="27053"/>
                      </a:cubicBezTo>
                      <a:cubicBezTo>
                        <a:pt x="7990" y="27033"/>
                        <a:pt x="7911" y="27033"/>
                        <a:pt x="7822" y="27023"/>
                      </a:cubicBezTo>
                      <a:cubicBezTo>
                        <a:pt x="7625" y="27004"/>
                        <a:pt x="7418" y="26974"/>
                        <a:pt x="7221" y="26954"/>
                      </a:cubicBezTo>
                      <a:cubicBezTo>
                        <a:pt x="7074" y="26935"/>
                        <a:pt x="6916" y="26915"/>
                        <a:pt x="6768" y="26905"/>
                      </a:cubicBezTo>
                      <a:cubicBezTo>
                        <a:pt x="6601" y="26885"/>
                        <a:pt x="6453" y="26836"/>
                        <a:pt x="6305" y="26757"/>
                      </a:cubicBezTo>
                      <a:cubicBezTo>
                        <a:pt x="6098" y="26639"/>
                        <a:pt x="5911" y="26501"/>
                        <a:pt x="5744" y="26344"/>
                      </a:cubicBezTo>
                      <a:cubicBezTo>
                        <a:pt x="5704" y="26294"/>
                        <a:pt x="5665" y="26255"/>
                        <a:pt x="5635" y="26196"/>
                      </a:cubicBezTo>
                      <a:cubicBezTo>
                        <a:pt x="5704" y="26137"/>
                        <a:pt x="5704" y="26058"/>
                        <a:pt x="5694" y="25969"/>
                      </a:cubicBezTo>
                      <a:cubicBezTo>
                        <a:pt x="5675" y="25792"/>
                        <a:pt x="5645" y="25615"/>
                        <a:pt x="5626" y="25447"/>
                      </a:cubicBezTo>
                      <a:cubicBezTo>
                        <a:pt x="5626" y="25418"/>
                        <a:pt x="5626" y="25378"/>
                        <a:pt x="5626" y="25339"/>
                      </a:cubicBezTo>
                      <a:close/>
                      <a:moveTo>
                        <a:pt x="14193" y="0"/>
                      </a:moveTo>
                      <a:cubicBezTo>
                        <a:pt x="14141" y="0"/>
                        <a:pt x="14102" y="22"/>
                        <a:pt x="14077" y="72"/>
                      </a:cubicBezTo>
                      <a:cubicBezTo>
                        <a:pt x="14058" y="101"/>
                        <a:pt x="14048" y="131"/>
                        <a:pt x="14038" y="160"/>
                      </a:cubicBezTo>
                      <a:cubicBezTo>
                        <a:pt x="13949" y="397"/>
                        <a:pt x="13861" y="643"/>
                        <a:pt x="13782" y="889"/>
                      </a:cubicBezTo>
                      <a:cubicBezTo>
                        <a:pt x="13743" y="1017"/>
                        <a:pt x="13703" y="1145"/>
                        <a:pt x="13664" y="1274"/>
                      </a:cubicBezTo>
                      <a:cubicBezTo>
                        <a:pt x="13575" y="1549"/>
                        <a:pt x="13506" y="1835"/>
                        <a:pt x="13447" y="2121"/>
                      </a:cubicBezTo>
                      <a:cubicBezTo>
                        <a:pt x="13408" y="2288"/>
                        <a:pt x="13368" y="2465"/>
                        <a:pt x="13329" y="2633"/>
                      </a:cubicBezTo>
                      <a:cubicBezTo>
                        <a:pt x="13240" y="2948"/>
                        <a:pt x="13132" y="3254"/>
                        <a:pt x="13023" y="3559"/>
                      </a:cubicBezTo>
                      <a:cubicBezTo>
                        <a:pt x="13023" y="3569"/>
                        <a:pt x="13014" y="3579"/>
                        <a:pt x="13004" y="3588"/>
                      </a:cubicBezTo>
                      <a:cubicBezTo>
                        <a:pt x="12974" y="3588"/>
                        <a:pt x="12935" y="3579"/>
                        <a:pt x="12905" y="3579"/>
                      </a:cubicBezTo>
                      <a:cubicBezTo>
                        <a:pt x="12797" y="3564"/>
                        <a:pt x="12689" y="3555"/>
                        <a:pt x="12581" y="3555"/>
                      </a:cubicBezTo>
                      <a:cubicBezTo>
                        <a:pt x="12541" y="3555"/>
                        <a:pt x="12502" y="3556"/>
                        <a:pt x="12462" y="3559"/>
                      </a:cubicBezTo>
                      <a:cubicBezTo>
                        <a:pt x="12176" y="3579"/>
                        <a:pt x="11900" y="3677"/>
                        <a:pt x="11634" y="3785"/>
                      </a:cubicBezTo>
                      <a:cubicBezTo>
                        <a:pt x="11605" y="3795"/>
                        <a:pt x="11566" y="3815"/>
                        <a:pt x="11556" y="3845"/>
                      </a:cubicBezTo>
                      <a:cubicBezTo>
                        <a:pt x="11526" y="3884"/>
                        <a:pt x="11487" y="3914"/>
                        <a:pt x="11447" y="3943"/>
                      </a:cubicBezTo>
                      <a:cubicBezTo>
                        <a:pt x="11408" y="3973"/>
                        <a:pt x="11368" y="4002"/>
                        <a:pt x="11339" y="4032"/>
                      </a:cubicBezTo>
                      <a:cubicBezTo>
                        <a:pt x="11162" y="4229"/>
                        <a:pt x="11043" y="4455"/>
                        <a:pt x="10965" y="4702"/>
                      </a:cubicBezTo>
                      <a:cubicBezTo>
                        <a:pt x="10925" y="4830"/>
                        <a:pt x="10925" y="4958"/>
                        <a:pt x="10994" y="5076"/>
                      </a:cubicBezTo>
                      <a:cubicBezTo>
                        <a:pt x="11014" y="5096"/>
                        <a:pt x="11014" y="5125"/>
                        <a:pt x="11024" y="5155"/>
                      </a:cubicBezTo>
                      <a:cubicBezTo>
                        <a:pt x="11053" y="5312"/>
                        <a:pt x="11093" y="5470"/>
                        <a:pt x="11181" y="5608"/>
                      </a:cubicBezTo>
                      <a:cubicBezTo>
                        <a:pt x="11181" y="5618"/>
                        <a:pt x="11181" y="5618"/>
                        <a:pt x="11181" y="5637"/>
                      </a:cubicBezTo>
                      <a:cubicBezTo>
                        <a:pt x="11112" y="5657"/>
                        <a:pt x="11083" y="5696"/>
                        <a:pt x="11053" y="5765"/>
                      </a:cubicBezTo>
                      <a:cubicBezTo>
                        <a:pt x="11043" y="5795"/>
                        <a:pt x="11024" y="5815"/>
                        <a:pt x="11014" y="5844"/>
                      </a:cubicBezTo>
                      <a:cubicBezTo>
                        <a:pt x="10925" y="5982"/>
                        <a:pt x="10837" y="6130"/>
                        <a:pt x="10748" y="6278"/>
                      </a:cubicBezTo>
                      <a:cubicBezTo>
                        <a:pt x="10590" y="6553"/>
                        <a:pt x="10413" y="6829"/>
                        <a:pt x="10226" y="7095"/>
                      </a:cubicBezTo>
                      <a:cubicBezTo>
                        <a:pt x="10196" y="7145"/>
                        <a:pt x="10157" y="7194"/>
                        <a:pt x="10137" y="7243"/>
                      </a:cubicBezTo>
                      <a:cubicBezTo>
                        <a:pt x="10108" y="7292"/>
                        <a:pt x="10078" y="7351"/>
                        <a:pt x="10058" y="7401"/>
                      </a:cubicBezTo>
                      <a:cubicBezTo>
                        <a:pt x="10019" y="7489"/>
                        <a:pt x="10029" y="7568"/>
                        <a:pt x="10068" y="7647"/>
                      </a:cubicBezTo>
                      <a:cubicBezTo>
                        <a:pt x="10088" y="7696"/>
                        <a:pt x="10108" y="7736"/>
                        <a:pt x="10137" y="7765"/>
                      </a:cubicBezTo>
                      <a:cubicBezTo>
                        <a:pt x="10167" y="7814"/>
                        <a:pt x="10196" y="7864"/>
                        <a:pt x="10226" y="7913"/>
                      </a:cubicBezTo>
                      <a:cubicBezTo>
                        <a:pt x="10236" y="7923"/>
                        <a:pt x="10255" y="7933"/>
                        <a:pt x="10226" y="7942"/>
                      </a:cubicBezTo>
                      <a:cubicBezTo>
                        <a:pt x="10216" y="7942"/>
                        <a:pt x="10206" y="7933"/>
                        <a:pt x="10186" y="7923"/>
                      </a:cubicBezTo>
                      <a:cubicBezTo>
                        <a:pt x="10088" y="7844"/>
                        <a:pt x="9989" y="7765"/>
                        <a:pt x="9911" y="7657"/>
                      </a:cubicBezTo>
                      <a:cubicBezTo>
                        <a:pt x="9832" y="7558"/>
                        <a:pt x="9743" y="7470"/>
                        <a:pt x="9635" y="7391"/>
                      </a:cubicBezTo>
                      <a:cubicBezTo>
                        <a:pt x="9526" y="7292"/>
                        <a:pt x="9389" y="7243"/>
                        <a:pt x="9241" y="7223"/>
                      </a:cubicBezTo>
                      <a:cubicBezTo>
                        <a:pt x="9211" y="7223"/>
                        <a:pt x="9182" y="7223"/>
                        <a:pt x="9142" y="7213"/>
                      </a:cubicBezTo>
                      <a:cubicBezTo>
                        <a:pt x="9142" y="7174"/>
                        <a:pt x="9142" y="7145"/>
                        <a:pt x="9142" y="7105"/>
                      </a:cubicBezTo>
                      <a:cubicBezTo>
                        <a:pt x="9142" y="7076"/>
                        <a:pt x="9152" y="7046"/>
                        <a:pt x="9142" y="7026"/>
                      </a:cubicBezTo>
                      <a:cubicBezTo>
                        <a:pt x="9134" y="6963"/>
                        <a:pt x="9095" y="6932"/>
                        <a:pt x="9044" y="6932"/>
                      </a:cubicBezTo>
                      <a:cubicBezTo>
                        <a:pt x="9032" y="6932"/>
                        <a:pt x="9018" y="6934"/>
                        <a:pt x="9004" y="6938"/>
                      </a:cubicBezTo>
                      <a:cubicBezTo>
                        <a:pt x="8985" y="6938"/>
                        <a:pt x="8965" y="6948"/>
                        <a:pt x="8955" y="6957"/>
                      </a:cubicBezTo>
                      <a:cubicBezTo>
                        <a:pt x="8886" y="6987"/>
                        <a:pt x="8817" y="6997"/>
                        <a:pt x="8738" y="6997"/>
                      </a:cubicBezTo>
                      <a:cubicBezTo>
                        <a:pt x="8581" y="6997"/>
                        <a:pt x="8433" y="7007"/>
                        <a:pt x="8275" y="7016"/>
                      </a:cubicBezTo>
                      <a:cubicBezTo>
                        <a:pt x="8261" y="7016"/>
                        <a:pt x="8246" y="7019"/>
                        <a:pt x="8230" y="7019"/>
                      </a:cubicBezTo>
                      <a:cubicBezTo>
                        <a:pt x="8214" y="7019"/>
                        <a:pt x="8197" y="7016"/>
                        <a:pt x="8177" y="7007"/>
                      </a:cubicBezTo>
                      <a:cubicBezTo>
                        <a:pt x="8216" y="6898"/>
                        <a:pt x="8246" y="6790"/>
                        <a:pt x="8295" y="6682"/>
                      </a:cubicBezTo>
                      <a:cubicBezTo>
                        <a:pt x="8305" y="6642"/>
                        <a:pt x="8325" y="6613"/>
                        <a:pt x="8334" y="6583"/>
                      </a:cubicBezTo>
                      <a:cubicBezTo>
                        <a:pt x="8364" y="6494"/>
                        <a:pt x="8344" y="6425"/>
                        <a:pt x="8275" y="6366"/>
                      </a:cubicBezTo>
                      <a:cubicBezTo>
                        <a:pt x="8256" y="6347"/>
                        <a:pt x="8236" y="6327"/>
                        <a:pt x="8216" y="6307"/>
                      </a:cubicBezTo>
                      <a:cubicBezTo>
                        <a:pt x="8118" y="6238"/>
                        <a:pt x="8039" y="6159"/>
                        <a:pt x="7970" y="6061"/>
                      </a:cubicBezTo>
                      <a:cubicBezTo>
                        <a:pt x="7891" y="5953"/>
                        <a:pt x="7803" y="5844"/>
                        <a:pt x="7704" y="5746"/>
                      </a:cubicBezTo>
                      <a:cubicBezTo>
                        <a:pt x="7665" y="5706"/>
                        <a:pt x="7625" y="5657"/>
                        <a:pt x="7586" y="5618"/>
                      </a:cubicBezTo>
                      <a:cubicBezTo>
                        <a:pt x="7477" y="5470"/>
                        <a:pt x="7330" y="5391"/>
                        <a:pt x="7162" y="5342"/>
                      </a:cubicBezTo>
                      <a:cubicBezTo>
                        <a:pt x="6975" y="5302"/>
                        <a:pt x="6798" y="5253"/>
                        <a:pt x="6620" y="5214"/>
                      </a:cubicBezTo>
                      <a:cubicBezTo>
                        <a:pt x="6571" y="5204"/>
                        <a:pt x="6512" y="5194"/>
                        <a:pt x="6463" y="5194"/>
                      </a:cubicBezTo>
                      <a:cubicBezTo>
                        <a:pt x="6423" y="5194"/>
                        <a:pt x="6384" y="5204"/>
                        <a:pt x="6345" y="5214"/>
                      </a:cubicBezTo>
                      <a:cubicBezTo>
                        <a:pt x="6246" y="5243"/>
                        <a:pt x="6177" y="5312"/>
                        <a:pt x="6157" y="5411"/>
                      </a:cubicBezTo>
                      <a:cubicBezTo>
                        <a:pt x="6148" y="5460"/>
                        <a:pt x="6148" y="5509"/>
                        <a:pt x="6138" y="5549"/>
                      </a:cubicBezTo>
                      <a:cubicBezTo>
                        <a:pt x="6118" y="5608"/>
                        <a:pt x="6108" y="5677"/>
                        <a:pt x="6079" y="5726"/>
                      </a:cubicBezTo>
                      <a:cubicBezTo>
                        <a:pt x="6059" y="5795"/>
                        <a:pt x="6039" y="5854"/>
                        <a:pt x="6000" y="5913"/>
                      </a:cubicBezTo>
                      <a:cubicBezTo>
                        <a:pt x="5990" y="5893"/>
                        <a:pt x="5990" y="5884"/>
                        <a:pt x="5980" y="5864"/>
                      </a:cubicBezTo>
                      <a:cubicBezTo>
                        <a:pt x="5951" y="5736"/>
                        <a:pt x="5911" y="5608"/>
                        <a:pt x="5882" y="5470"/>
                      </a:cubicBezTo>
                      <a:cubicBezTo>
                        <a:pt x="5813" y="5135"/>
                        <a:pt x="5734" y="4790"/>
                        <a:pt x="5665" y="4455"/>
                      </a:cubicBezTo>
                      <a:cubicBezTo>
                        <a:pt x="5576" y="4022"/>
                        <a:pt x="5448" y="3598"/>
                        <a:pt x="5340" y="3175"/>
                      </a:cubicBezTo>
                      <a:cubicBezTo>
                        <a:pt x="5231" y="2781"/>
                        <a:pt x="5113" y="2377"/>
                        <a:pt x="5064" y="1963"/>
                      </a:cubicBezTo>
                      <a:cubicBezTo>
                        <a:pt x="5054" y="1943"/>
                        <a:pt x="5054" y="1914"/>
                        <a:pt x="5034" y="1884"/>
                      </a:cubicBezTo>
                      <a:cubicBezTo>
                        <a:pt x="5013" y="1847"/>
                        <a:pt x="4975" y="1827"/>
                        <a:pt x="4937" y="1827"/>
                      </a:cubicBezTo>
                      <a:cubicBezTo>
                        <a:pt x="4904" y="1827"/>
                        <a:pt x="4870" y="1842"/>
                        <a:pt x="4847" y="1874"/>
                      </a:cubicBezTo>
                      <a:cubicBezTo>
                        <a:pt x="4818" y="1924"/>
                        <a:pt x="4778" y="1973"/>
                        <a:pt x="4739" y="2022"/>
                      </a:cubicBezTo>
                      <a:cubicBezTo>
                        <a:pt x="4680" y="2111"/>
                        <a:pt x="4631" y="2209"/>
                        <a:pt x="4611" y="2328"/>
                      </a:cubicBezTo>
                      <a:cubicBezTo>
                        <a:pt x="4611" y="2357"/>
                        <a:pt x="4601" y="2387"/>
                        <a:pt x="4591" y="2406"/>
                      </a:cubicBezTo>
                      <a:cubicBezTo>
                        <a:pt x="4581" y="2475"/>
                        <a:pt x="4542" y="2515"/>
                        <a:pt x="4483" y="2534"/>
                      </a:cubicBezTo>
                      <a:cubicBezTo>
                        <a:pt x="4414" y="2564"/>
                        <a:pt x="4355" y="2584"/>
                        <a:pt x="4286" y="2603"/>
                      </a:cubicBezTo>
                      <a:cubicBezTo>
                        <a:pt x="4197" y="2633"/>
                        <a:pt x="4109" y="2662"/>
                        <a:pt x="4020" y="2682"/>
                      </a:cubicBezTo>
                      <a:cubicBezTo>
                        <a:pt x="3961" y="2702"/>
                        <a:pt x="3902" y="2712"/>
                        <a:pt x="3833" y="2722"/>
                      </a:cubicBezTo>
                      <a:cubicBezTo>
                        <a:pt x="3774" y="2722"/>
                        <a:pt x="3714" y="2731"/>
                        <a:pt x="3655" y="2751"/>
                      </a:cubicBezTo>
                      <a:cubicBezTo>
                        <a:pt x="3586" y="2771"/>
                        <a:pt x="3517" y="2781"/>
                        <a:pt x="3449" y="2791"/>
                      </a:cubicBezTo>
                      <a:cubicBezTo>
                        <a:pt x="3404" y="2795"/>
                        <a:pt x="3362" y="2795"/>
                        <a:pt x="3320" y="2795"/>
                      </a:cubicBezTo>
                      <a:cubicBezTo>
                        <a:pt x="3279" y="2795"/>
                        <a:pt x="3237" y="2795"/>
                        <a:pt x="3192" y="2800"/>
                      </a:cubicBezTo>
                      <a:lnTo>
                        <a:pt x="3143" y="2800"/>
                      </a:lnTo>
                      <a:cubicBezTo>
                        <a:pt x="3074" y="2820"/>
                        <a:pt x="3035" y="2889"/>
                        <a:pt x="3084" y="2948"/>
                      </a:cubicBezTo>
                      <a:cubicBezTo>
                        <a:pt x="3123" y="3007"/>
                        <a:pt x="3143" y="3066"/>
                        <a:pt x="3163" y="3135"/>
                      </a:cubicBezTo>
                      <a:cubicBezTo>
                        <a:pt x="3291" y="3648"/>
                        <a:pt x="3419" y="4160"/>
                        <a:pt x="3557" y="4682"/>
                      </a:cubicBezTo>
                      <a:cubicBezTo>
                        <a:pt x="3744" y="5431"/>
                        <a:pt x="3941" y="6179"/>
                        <a:pt x="4138" y="6918"/>
                      </a:cubicBezTo>
                      <a:cubicBezTo>
                        <a:pt x="4237" y="7292"/>
                        <a:pt x="4335" y="7657"/>
                        <a:pt x="4443" y="8031"/>
                      </a:cubicBezTo>
                      <a:cubicBezTo>
                        <a:pt x="4453" y="8061"/>
                        <a:pt x="4453" y="8100"/>
                        <a:pt x="4463" y="8139"/>
                      </a:cubicBezTo>
                      <a:cubicBezTo>
                        <a:pt x="4443" y="8139"/>
                        <a:pt x="4424" y="8139"/>
                        <a:pt x="4404" y="8130"/>
                      </a:cubicBezTo>
                      <a:cubicBezTo>
                        <a:pt x="4365" y="8130"/>
                        <a:pt x="4325" y="8120"/>
                        <a:pt x="4286" y="8110"/>
                      </a:cubicBezTo>
                      <a:cubicBezTo>
                        <a:pt x="4203" y="8101"/>
                        <a:pt x="4122" y="8096"/>
                        <a:pt x="4041" y="8096"/>
                      </a:cubicBezTo>
                      <a:cubicBezTo>
                        <a:pt x="3861" y="8096"/>
                        <a:pt x="3684" y="8118"/>
                        <a:pt x="3508" y="8159"/>
                      </a:cubicBezTo>
                      <a:cubicBezTo>
                        <a:pt x="3360" y="8189"/>
                        <a:pt x="3212" y="8238"/>
                        <a:pt x="3064" y="8287"/>
                      </a:cubicBezTo>
                      <a:cubicBezTo>
                        <a:pt x="2956" y="8317"/>
                        <a:pt x="2848" y="8346"/>
                        <a:pt x="2739" y="8356"/>
                      </a:cubicBezTo>
                      <a:cubicBezTo>
                        <a:pt x="2670" y="8356"/>
                        <a:pt x="2591" y="8356"/>
                        <a:pt x="2523" y="8346"/>
                      </a:cubicBezTo>
                      <a:cubicBezTo>
                        <a:pt x="2504" y="8345"/>
                        <a:pt x="2486" y="8344"/>
                        <a:pt x="2468" y="8344"/>
                      </a:cubicBezTo>
                      <a:cubicBezTo>
                        <a:pt x="2341" y="8344"/>
                        <a:pt x="2220" y="8376"/>
                        <a:pt x="2099" y="8445"/>
                      </a:cubicBezTo>
                      <a:cubicBezTo>
                        <a:pt x="2040" y="8474"/>
                        <a:pt x="1991" y="8514"/>
                        <a:pt x="1931" y="8553"/>
                      </a:cubicBezTo>
                      <a:cubicBezTo>
                        <a:pt x="1715" y="8711"/>
                        <a:pt x="1498" y="8878"/>
                        <a:pt x="1301" y="9056"/>
                      </a:cubicBezTo>
                      <a:cubicBezTo>
                        <a:pt x="1094" y="9233"/>
                        <a:pt x="907" y="9430"/>
                        <a:pt x="759" y="9656"/>
                      </a:cubicBezTo>
                      <a:cubicBezTo>
                        <a:pt x="631" y="9863"/>
                        <a:pt x="503" y="10070"/>
                        <a:pt x="375" y="10277"/>
                      </a:cubicBezTo>
                      <a:cubicBezTo>
                        <a:pt x="277" y="10435"/>
                        <a:pt x="227" y="10612"/>
                        <a:pt x="227" y="10809"/>
                      </a:cubicBezTo>
                      <a:cubicBezTo>
                        <a:pt x="227" y="11016"/>
                        <a:pt x="198" y="11223"/>
                        <a:pt x="139" y="11430"/>
                      </a:cubicBezTo>
                      <a:cubicBezTo>
                        <a:pt x="80" y="11607"/>
                        <a:pt x="50" y="11794"/>
                        <a:pt x="30" y="11981"/>
                      </a:cubicBezTo>
                      <a:cubicBezTo>
                        <a:pt x="1" y="12227"/>
                        <a:pt x="40" y="12464"/>
                        <a:pt x="139" y="12681"/>
                      </a:cubicBezTo>
                      <a:cubicBezTo>
                        <a:pt x="217" y="12858"/>
                        <a:pt x="326" y="13016"/>
                        <a:pt x="454" y="13163"/>
                      </a:cubicBezTo>
                      <a:cubicBezTo>
                        <a:pt x="592" y="13321"/>
                        <a:pt x="749" y="13459"/>
                        <a:pt x="927" y="13587"/>
                      </a:cubicBezTo>
                      <a:cubicBezTo>
                        <a:pt x="1134" y="13725"/>
                        <a:pt x="1321" y="13873"/>
                        <a:pt x="1498" y="14050"/>
                      </a:cubicBezTo>
                      <a:cubicBezTo>
                        <a:pt x="1675" y="14227"/>
                        <a:pt x="1882" y="14375"/>
                        <a:pt x="2109" y="14503"/>
                      </a:cubicBezTo>
                      <a:cubicBezTo>
                        <a:pt x="2296" y="14621"/>
                        <a:pt x="2503" y="14720"/>
                        <a:pt x="2710" y="14818"/>
                      </a:cubicBezTo>
                      <a:cubicBezTo>
                        <a:pt x="2907" y="14917"/>
                        <a:pt x="3104" y="14986"/>
                        <a:pt x="3320" y="15025"/>
                      </a:cubicBezTo>
                      <a:cubicBezTo>
                        <a:pt x="3449" y="15041"/>
                        <a:pt x="3578" y="15057"/>
                        <a:pt x="3712" y="15057"/>
                      </a:cubicBezTo>
                      <a:cubicBezTo>
                        <a:pt x="3742" y="15057"/>
                        <a:pt x="3772" y="15056"/>
                        <a:pt x="3803" y="15055"/>
                      </a:cubicBezTo>
                      <a:cubicBezTo>
                        <a:pt x="3941" y="15045"/>
                        <a:pt x="4069" y="15015"/>
                        <a:pt x="4197" y="14976"/>
                      </a:cubicBezTo>
                      <a:cubicBezTo>
                        <a:pt x="4237" y="14966"/>
                        <a:pt x="4276" y="14946"/>
                        <a:pt x="4335" y="14946"/>
                      </a:cubicBezTo>
                      <a:cubicBezTo>
                        <a:pt x="4335" y="15015"/>
                        <a:pt x="4335" y="15074"/>
                        <a:pt x="4345" y="15133"/>
                      </a:cubicBezTo>
                      <a:cubicBezTo>
                        <a:pt x="4355" y="15459"/>
                        <a:pt x="4374" y="15774"/>
                        <a:pt x="4394" y="16099"/>
                      </a:cubicBezTo>
                      <a:cubicBezTo>
                        <a:pt x="4414" y="16562"/>
                        <a:pt x="4434" y="17025"/>
                        <a:pt x="4483" y="17488"/>
                      </a:cubicBezTo>
                      <a:cubicBezTo>
                        <a:pt x="4532" y="17852"/>
                        <a:pt x="4571" y="18217"/>
                        <a:pt x="4621" y="18581"/>
                      </a:cubicBezTo>
                      <a:cubicBezTo>
                        <a:pt x="4680" y="19034"/>
                        <a:pt x="4749" y="19478"/>
                        <a:pt x="4808" y="19931"/>
                      </a:cubicBezTo>
                      <a:cubicBezTo>
                        <a:pt x="4857" y="20335"/>
                        <a:pt x="4906" y="20739"/>
                        <a:pt x="4946" y="21142"/>
                      </a:cubicBezTo>
                      <a:cubicBezTo>
                        <a:pt x="4995" y="21576"/>
                        <a:pt x="5034" y="22009"/>
                        <a:pt x="5074" y="22443"/>
                      </a:cubicBezTo>
                      <a:cubicBezTo>
                        <a:pt x="5103" y="22748"/>
                        <a:pt x="5123" y="23053"/>
                        <a:pt x="5153" y="23349"/>
                      </a:cubicBezTo>
                      <a:cubicBezTo>
                        <a:pt x="5192" y="23832"/>
                        <a:pt x="5241" y="24314"/>
                        <a:pt x="5291" y="24787"/>
                      </a:cubicBezTo>
                      <a:cubicBezTo>
                        <a:pt x="5340" y="25181"/>
                        <a:pt x="5389" y="25575"/>
                        <a:pt x="5429" y="25969"/>
                      </a:cubicBezTo>
                      <a:cubicBezTo>
                        <a:pt x="5438" y="26038"/>
                        <a:pt x="5448" y="26097"/>
                        <a:pt x="5488" y="26166"/>
                      </a:cubicBezTo>
                      <a:cubicBezTo>
                        <a:pt x="5448" y="26225"/>
                        <a:pt x="5468" y="26275"/>
                        <a:pt x="5507" y="26324"/>
                      </a:cubicBezTo>
                      <a:cubicBezTo>
                        <a:pt x="5547" y="26373"/>
                        <a:pt x="5586" y="26432"/>
                        <a:pt x="5626" y="26472"/>
                      </a:cubicBezTo>
                      <a:cubicBezTo>
                        <a:pt x="5823" y="26688"/>
                        <a:pt x="6059" y="26866"/>
                        <a:pt x="6315" y="27004"/>
                      </a:cubicBezTo>
                      <a:cubicBezTo>
                        <a:pt x="6414" y="27053"/>
                        <a:pt x="6512" y="27092"/>
                        <a:pt x="6611" y="27102"/>
                      </a:cubicBezTo>
                      <a:cubicBezTo>
                        <a:pt x="6788" y="27132"/>
                        <a:pt x="6965" y="27161"/>
                        <a:pt x="7133" y="27191"/>
                      </a:cubicBezTo>
                      <a:cubicBezTo>
                        <a:pt x="7280" y="27210"/>
                        <a:pt x="7428" y="27240"/>
                        <a:pt x="7576" y="27260"/>
                      </a:cubicBezTo>
                      <a:cubicBezTo>
                        <a:pt x="7803" y="27279"/>
                        <a:pt x="8029" y="27299"/>
                        <a:pt x="8246" y="27338"/>
                      </a:cubicBezTo>
                      <a:cubicBezTo>
                        <a:pt x="8433" y="27368"/>
                        <a:pt x="8610" y="27388"/>
                        <a:pt x="8797" y="27388"/>
                      </a:cubicBezTo>
                      <a:cubicBezTo>
                        <a:pt x="8847" y="27378"/>
                        <a:pt x="8906" y="27378"/>
                        <a:pt x="8965" y="27378"/>
                      </a:cubicBezTo>
                      <a:cubicBezTo>
                        <a:pt x="9132" y="27378"/>
                        <a:pt x="9310" y="27358"/>
                        <a:pt x="9477" y="27319"/>
                      </a:cubicBezTo>
                      <a:cubicBezTo>
                        <a:pt x="9674" y="27270"/>
                        <a:pt x="9871" y="27220"/>
                        <a:pt x="10068" y="27171"/>
                      </a:cubicBezTo>
                      <a:cubicBezTo>
                        <a:pt x="10255" y="27122"/>
                        <a:pt x="10452" y="27082"/>
                        <a:pt x="10640" y="27033"/>
                      </a:cubicBezTo>
                      <a:cubicBezTo>
                        <a:pt x="10718" y="27013"/>
                        <a:pt x="10807" y="27004"/>
                        <a:pt x="10886" y="26994"/>
                      </a:cubicBezTo>
                      <a:cubicBezTo>
                        <a:pt x="11112" y="26974"/>
                        <a:pt x="11339" y="26935"/>
                        <a:pt x="11566" y="26866"/>
                      </a:cubicBezTo>
                      <a:cubicBezTo>
                        <a:pt x="11674" y="26836"/>
                        <a:pt x="11782" y="26787"/>
                        <a:pt x="11891" y="26728"/>
                      </a:cubicBezTo>
                      <a:cubicBezTo>
                        <a:pt x="11989" y="26659"/>
                        <a:pt x="12068" y="26580"/>
                        <a:pt x="12117" y="26472"/>
                      </a:cubicBezTo>
                      <a:cubicBezTo>
                        <a:pt x="12166" y="26383"/>
                        <a:pt x="12186" y="26284"/>
                        <a:pt x="12127" y="26196"/>
                      </a:cubicBezTo>
                      <a:cubicBezTo>
                        <a:pt x="12117" y="26176"/>
                        <a:pt x="12117" y="26147"/>
                        <a:pt x="12117" y="26137"/>
                      </a:cubicBezTo>
                      <a:cubicBezTo>
                        <a:pt x="12137" y="25969"/>
                        <a:pt x="12157" y="25802"/>
                        <a:pt x="12186" y="25634"/>
                      </a:cubicBezTo>
                      <a:cubicBezTo>
                        <a:pt x="12196" y="25506"/>
                        <a:pt x="12216" y="25368"/>
                        <a:pt x="12216" y="25240"/>
                      </a:cubicBezTo>
                      <a:cubicBezTo>
                        <a:pt x="12216" y="25152"/>
                        <a:pt x="12245" y="25063"/>
                        <a:pt x="12255" y="24974"/>
                      </a:cubicBezTo>
                      <a:cubicBezTo>
                        <a:pt x="12285" y="24787"/>
                        <a:pt x="12324" y="24600"/>
                        <a:pt x="12354" y="24403"/>
                      </a:cubicBezTo>
                      <a:cubicBezTo>
                        <a:pt x="12393" y="24088"/>
                        <a:pt x="12442" y="23782"/>
                        <a:pt x="12482" y="23467"/>
                      </a:cubicBezTo>
                      <a:cubicBezTo>
                        <a:pt x="12521" y="23142"/>
                        <a:pt x="12560" y="22817"/>
                        <a:pt x="12600" y="22492"/>
                      </a:cubicBezTo>
                      <a:cubicBezTo>
                        <a:pt x="12629" y="22236"/>
                        <a:pt x="12659" y="21990"/>
                        <a:pt x="12679" y="21733"/>
                      </a:cubicBezTo>
                      <a:cubicBezTo>
                        <a:pt x="12718" y="21438"/>
                        <a:pt x="12748" y="21133"/>
                        <a:pt x="12777" y="20837"/>
                      </a:cubicBezTo>
                      <a:cubicBezTo>
                        <a:pt x="12807" y="20433"/>
                        <a:pt x="12846" y="20039"/>
                        <a:pt x="12876" y="19635"/>
                      </a:cubicBezTo>
                      <a:cubicBezTo>
                        <a:pt x="12915" y="19231"/>
                        <a:pt x="12954" y="18827"/>
                        <a:pt x="12984" y="18424"/>
                      </a:cubicBezTo>
                      <a:cubicBezTo>
                        <a:pt x="13004" y="18167"/>
                        <a:pt x="13014" y="17911"/>
                        <a:pt x="13033" y="17655"/>
                      </a:cubicBezTo>
                      <a:cubicBezTo>
                        <a:pt x="13053" y="17379"/>
                        <a:pt x="13073" y="17104"/>
                        <a:pt x="13102" y="16818"/>
                      </a:cubicBezTo>
                      <a:cubicBezTo>
                        <a:pt x="13142" y="16444"/>
                        <a:pt x="13181" y="16069"/>
                        <a:pt x="13220" y="15685"/>
                      </a:cubicBezTo>
                      <a:cubicBezTo>
                        <a:pt x="13260" y="15350"/>
                        <a:pt x="13309" y="15025"/>
                        <a:pt x="13368" y="14690"/>
                      </a:cubicBezTo>
                      <a:cubicBezTo>
                        <a:pt x="13398" y="14473"/>
                        <a:pt x="13437" y="14257"/>
                        <a:pt x="13467" y="14040"/>
                      </a:cubicBezTo>
                      <a:cubicBezTo>
                        <a:pt x="13496" y="13882"/>
                        <a:pt x="13516" y="13715"/>
                        <a:pt x="13546" y="13547"/>
                      </a:cubicBezTo>
                      <a:cubicBezTo>
                        <a:pt x="13575" y="13370"/>
                        <a:pt x="13605" y="13193"/>
                        <a:pt x="13634" y="13016"/>
                      </a:cubicBezTo>
                      <a:cubicBezTo>
                        <a:pt x="13674" y="12710"/>
                        <a:pt x="13713" y="12415"/>
                        <a:pt x="13762" y="12109"/>
                      </a:cubicBezTo>
                      <a:cubicBezTo>
                        <a:pt x="13762" y="12090"/>
                        <a:pt x="13762" y="12070"/>
                        <a:pt x="13782" y="12060"/>
                      </a:cubicBezTo>
                      <a:cubicBezTo>
                        <a:pt x="13861" y="12099"/>
                        <a:pt x="13959" y="12109"/>
                        <a:pt x="14048" y="12119"/>
                      </a:cubicBezTo>
                      <a:cubicBezTo>
                        <a:pt x="14087" y="12129"/>
                        <a:pt x="14137" y="12139"/>
                        <a:pt x="14176" y="12159"/>
                      </a:cubicBezTo>
                      <a:cubicBezTo>
                        <a:pt x="14265" y="12188"/>
                        <a:pt x="14343" y="12218"/>
                        <a:pt x="14442" y="12237"/>
                      </a:cubicBezTo>
                      <a:cubicBezTo>
                        <a:pt x="14462" y="12237"/>
                        <a:pt x="14481" y="12247"/>
                        <a:pt x="14501" y="12267"/>
                      </a:cubicBezTo>
                      <a:cubicBezTo>
                        <a:pt x="14543" y="12291"/>
                        <a:pt x="14581" y="12304"/>
                        <a:pt x="14620" y="12304"/>
                      </a:cubicBezTo>
                      <a:cubicBezTo>
                        <a:pt x="14645" y="12304"/>
                        <a:pt x="14671" y="12298"/>
                        <a:pt x="14698" y="12287"/>
                      </a:cubicBezTo>
                      <a:cubicBezTo>
                        <a:pt x="14728" y="12306"/>
                        <a:pt x="14747" y="12326"/>
                        <a:pt x="14777" y="12346"/>
                      </a:cubicBezTo>
                      <a:cubicBezTo>
                        <a:pt x="14826" y="12375"/>
                        <a:pt x="14885" y="12415"/>
                        <a:pt x="14944" y="12444"/>
                      </a:cubicBezTo>
                      <a:cubicBezTo>
                        <a:pt x="14978" y="12459"/>
                        <a:pt x="15013" y="12467"/>
                        <a:pt x="15046" y="12467"/>
                      </a:cubicBezTo>
                      <a:cubicBezTo>
                        <a:pt x="15100" y="12467"/>
                        <a:pt x="15152" y="12447"/>
                        <a:pt x="15200" y="12405"/>
                      </a:cubicBezTo>
                      <a:cubicBezTo>
                        <a:pt x="15230" y="12375"/>
                        <a:pt x="15260" y="12356"/>
                        <a:pt x="15289" y="12326"/>
                      </a:cubicBezTo>
                      <a:cubicBezTo>
                        <a:pt x="15437" y="12218"/>
                        <a:pt x="15535" y="12070"/>
                        <a:pt x="15575" y="11883"/>
                      </a:cubicBezTo>
                      <a:cubicBezTo>
                        <a:pt x="15604" y="11745"/>
                        <a:pt x="15634" y="11607"/>
                        <a:pt x="15663" y="11469"/>
                      </a:cubicBezTo>
                      <a:cubicBezTo>
                        <a:pt x="15703" y="11272"/>
                        <a:pt x="15732" y="11085"/>
                        <a:pt x="15772" y="10898"/>
                      </a:cubicBezTo>
                      <a:cubicBezTo>
                        <a:pt x="15782" y="10799"/>
                        <a:pt x="15791" y="10691"/>
                        <a:pt x="15801" y="10592"/>
                      </a:cubicBezTo>
                      <a:cubicBezTo>
                        <a:pt x="15811" y="10504"/>
                        <a:pt x="15782" y="10425"/>
                        <a:pt x="15713" y="10356"/>
                      </a:cubicBezTo>
                      <a:cubicBezTo>
                        <a:pt x="15683" y="10336"/>
                        <a:pt x="15654" y="10307"/>
                        <a:pt x="15624" y="10287"/>
                      </a:cubicBezTo>
                      <a:cubicBezTo>
                        <a:pt x="15417" y="10119"/>
                        <a:pt x="15191" y="10001"/>
                        <a:pt x="14954" y="9922"/>
                      </a:cubicBezTo>
                      <a:cubicBezTo>
                        <a:pt x="14846" y="9883"/>
                        <a:pt x="14737" y="9853"/>
                        <a:pt x="14629" y="9814"/>
                      </a:cubicBezTo>
                      <a:cubicBezTo>
                        <a:pt x="14245" y="9696"/>
                        <a:pt x="13871" y="9538"/>
                        <a:pt x="13496" y="9390"/>
                      </a:cubicBezTo>
                      <a:cubicBezTo>
                        <a:pt x="13496" y="9381"/>
                        <a:pt x="13486" y="9381"/>
                        <a:pt x="13486" y="9371"/>
                      </a:cubicBezTo>
                      <a:cubicBezTo>
                        <a:pt x="13486" y="9361"/>
                        <a:pt x="13496" y="9341"/>
                        <a:pt x="13506" y="9331"/>
                      </a:cubicBezTo>
                      <a:cubicBezTo>
                        <a:pt x="13674" y="9095"/>
                        <a:pt x="13821" y="8839"/>
                        <a:pt x="13949" y="8583"/>
                      </a:cubicBezTo>
                      <a:cubicBezTo>
                        <a:pt x="14117" y="8228"/>
                        <a:pt x="14284" y="7873"/>
                        <a:pt x="14452" y="7519"/>
                      </a:cubicBezTo>
                      <a:cubicBezTo>
                        <a:pt x="14471" y="7479"/>
                        <a:pt x="14501" y="7450"/>
                        <a:pt x="14521" y="7411"/>
                      </a:cubicBezTo>
                      <a:cubicBezTo>
                        <a:pt x="14550" y="7351"/>
                        <a:pt x="14550" y="7312"/>
                        <a:pt x="14511" y="7273"/>
                      </a:cubicBezTo>
                      <a:cubicBezTo>
                        <a:pt x="14481" y="7243"/>
                        <a:pt x="14442" y="7213"/>
                        <a:pt x="14412" y="7184"/>
                      </a:cubicBezTo>
                      <a:cubicBezTo>
                        <a:pt x="14324" y="7125"/>
                        <a:pt x="14235" y="7066"/>
                        <a:pt x="14156" y="7007"/>
                      </a:cubicBezTo>
                      <a:cubicBezTo>
                        <a:pt x="13880" y="6819"/>
                        <a:pt x="13634" y="6593"/>
                        <a:pt x="13388" y="6366"/>
                      </a:cubicBezTo>
                      <a:cubicBezTo>
                        <a:pt x="13368" y="6356"/>
                        <a:pt x="13368" y="6337"/>
                        <a:pt x="13348" y="6317"/>
                      </a:cubicBezTo>
                      <a:cubicBezTo>
                        <a:pt x="13388" y="6297"/>
                        <a:pt x="13417" y="6288"/>
                        <a:pt x="13447" y="6278"/>
                      </a:cubicBezTo>
                      <a:cubicBezTo>
                        <a:pt x="13614" y="6199"/>
                        <a:pt x="13792" y="6130"/>
                        <a:pt x="13969" y="6051"/>
                      </a:cubicBezTo>
                      <a:cubicBezTo>
                        <a:pt x="14284" y="5903"/>
                        <a:pt x="14481" y="5657"/>
                        <a:pt x="14580" y="5322"/>
                      </a:cubicBezTo>
                      <a:cubicBezTo>
                        <a:pt x="14600" y="5233"/>
                        <a:pt x="14609" y="5155"/>
                        <a:pt x="14590" y="5066"/>
                      </a:cubicBezTo>
                      <a:cubicBezTo>
                        <a:pt x="14580" y="4977"/>
                        <a:pt x="14550" y="4899"/>
                        <a:pt x="14540" y="4810"/>
                      </a:cubicBezTo>
                      <a:cubicBezTo>
                        <a:pt x="14481" y="4573"/>
                        <a:pt x="14373" y="4357"/>
                        <a:pt x="14215" y="4170"/>
                      </a:cubicBezTo>
                      <a:cubicBezTo>
                        <a:pt x="14038" y="3943"/>
                        <a:pt x="13811" y="3776"/>
                        <a:pt x="13546" y="3677"/>
                      </a:cubicBezTo>
                      <a:cubicBezTo>
                        <a:pt x="13526" y="3677"/>
                        <a:pt x="13506" y="3667"/>
                        <a:pt x="13486" y="3657"/>
                      </a:cubicBezTo>
                      <a:cubicBezTo>
                        <a:pt x="13486" y="3628"/>
                        <a:pt x="13496" y="3608"/>
                        <a:pt x="13496" y="3588"/>
                      </a:cubicBezTo>
                      <a:cubicBezTo>
                        <a:pt x="13565" y="3313"/>
                        <a:pt x="13634" y="3047"/>
                        <a:pt x="13703" y="2771"/>
                      </a:cubicBezTo>
                      <a:cubicBezTo>
                        <a:pt x="13821" y="2367"/>
                        <a:pt x="13959" y="1973"/>
                        <a:pt x="14097" y="1569"/>
                      </a:cubicBezTo>
                      <a:cubicBezTo>
                        <a:pt x="14146" y="1421"/>
                        <a:pt x="14196" y="1274"/>
                        <a:pt x="14235" y="1126"/>
                      </a:cubicBezTo>
                      <a:cubicBezTo>
                        <a:pt x="14304" y="889"/>
                        <a:pt x="14383" y="653"/>
                        <a:pt x="14412" y="407"/>
                      </a:cubicBezTo>
                      <a:cubicBezTo>
                        <a:pt x="14422" y="338"/>
                        <a:pt x="14432" y="269"/>
                        <a:pt x="14432" y="200"/>
                      </a:cubicBezTo>
                      <a:cubicBezTo>
                        <a:pt x="14442" y="131"/>
                        <a:pt x="14412" y="82"/>
                        <a:pt x="14353" y="52"/>
                      </a:cubicBezTo>
                      <a:cubicBezTo>
                        <a:pt x="14304" y="32"/>
                        <a:pt x="14265" y="22"/>
                        <a:pt x="14225" y="3"/>
                      </a:cubicBezTo>
                      <a:cubicBezTo>
                        <a:pt x="14214" y="1"/>
                        <a:pt x="14203" y="0"/>
                        <a:pt x="1419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7" name="Google Shape;1027;p38"/>
                <p:cNvSpPr/>
                <p:nvPr/>
              </p:nvSpPr>
              <p:spPr>
                <a:xfrm>
                  <a:off x="4614714" y="732673"/>
                  <a:ext cx="63156" cy="400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3" h="11819" extrusionOk="0">
                      <a:moveTo>
                        <a:pt x="1613" y="1"/>
                      </a:moveTo>
                      <a:cubicBezTo>
                        <a:pt x="1586" y="1"/>
                        <a:pt x="1558" y="6"/>
                        <a:pt x="1528" y="16"/>
                      </a:cubicBezTo>
                      <a:cubicBezTo>
                        <a:pt x="1478" y="26"/>
                        <a:pt x="1429" y="55"/>
                        <a:pt x="1390" y="85"/>
                      </a:cubicBezTo>
                      <a:cubicBezTo>
                        <a:pt x="1331" y="134"/>
                        <a:pt x="1281" y="203"/>
                        <a:pt x="1252" y="272"/>
                      </a:cubicBezTo>
                      <a:cubicBezTo>
                        <a:pt x="1222" y="341"/>
                        <a:pt x="1193" y="410"/>
                        <a:pt x="1163" y="489"/>
                      </a:cubicBezTo>
                      <a:cubicBezTo>
                        <a:pt x="1134" y="587"/>
                        <a:pt x="1114" y="695"/>
                        <a:pt x="1045" y="784"/>
                      </a:cubicBezTo>
                      <a:cubicBezTo>
                        <a:pt x="1025" y="814"/>
                        <a:pt x="1035" y="863"/>
                        <a:pt x="1065" y="883"/>
                      </a:cubicBezTo>
                      <a:cubicBezTo>
                        <a:pt x="1079" y="892"/>
                        <a:pt x="1097" y="897"/>
                        <a:pt x="1114" y="897"/>
                      </a:cubicBezTo>
                      <a:cubicBezTo>
                        <a:pt x="1131" y="897"/>
                        <a:pt x="1148" y="892"/>
                        <a:pt x="1163" y="883"/>
                      </a:cubicBezTo>
                      <a:cubicBezTo>
                        <a:pt x="1183" y="863"/>
                        <a:pt x="1203" y="843"/>
                        <a:pt x="1212" y="814"/>
                      </a:cubicBezTo>
                      <a:cubicBezTo>
                        <a:pt x="1242" y="764"/>
                        <a:pt x="1262" y="715"/>
                        <a:pt x="1281" y="656"/>
                      </a:cubicBezTo>
                      <a:cubicBezTo>
                        <a:pt x="1311" y="577"/>
                        <a:pt x="1331" y="489"/>
                        <a:pt x="1370" y="400"/>
                      </a:cubicBezTo>
                      <a:cubicBezTo>
                        <a:pt x="1390" y="351"/>
                        <a:pt x="1429" y="301"/>
                        <a:pt x="1459" y="252"/>
                      </a:cubicBezTo>
                      <a:cubicBezTo>
                        <a:pt x="1488" y="213"/>
                        <a:pt x="1528" y="183"/>
                        <a:pt x="1567" y="173"/>
                      </a:cubicBezTo>
                      <a:cubicBezTo>
                        <a:pt x="1576" y="171"/>
                        <a:pt x="1586" y="170"/>
                        <a:pt x="1595" y="170"/>
                      </a:cubicBezTo>
                      <a:cubicBezTo>
                        <a:pt x="1623" y="170"/>
                        <a:pt x="1648" y="183"/>
                        <a:pt x="1656" y="213"/>
                      </a:cubicBezTo>
                      <a:cubicBezTo>
                        <a:pt x="1666" y="262"/>
                        <a:pt x="1685" y="321"/>
                        <a:pt x="1685" y="380"/>
                      </a:cubicBezTo>
                      <a:cubicBezTo>
                        <a:pt x="1685" y="489"/>
                        <a:pt x="1675" y="597"/>
                        <a:pt x="1666" y="705"/>
                      </a:cubicBezTo>
                      <a:cubicBezTo>
                        <a:pt x="1636" y="902"/>
                        <a:pt x="1587" y="1099"/>
                        <a:pt x="1557" y="1286"/>
                      </a:cubicBezTo>
                      <a:cubicBezTo>
                        <a:pt x="1528" y="1454"/>
                        <a:pt x="1508" y="1612"/>
                        <a:pt x="1508" y="1769"/>
                      </a:cubicBezTo>
                      <a:cubicBezTo>
                        <a:pt x="1508" y="1887"/>
                        <a:pt x="1508" y="1996"/>
                        <a:pt x="1518" y="2114"/>
                      </a:cubicBezTo>
                      <a:cubicBezTo>
                        <a:pt x="1537" y="2350"/>
                        <a:pt x="1508" y="2587"/>
                        <a:pt x="1449" y="2823"/>
                      </a:cubicBezTo>
                      <a:cubicBezTo>
                        <a:pt x="1400" y="2981"/>
                        <a:pt x="1360" y="3148"/>
                        <a:pt x="1331" y="3306"/>
                      </a:cubicBezTo>
                      <a:cubicBezTo>
                        <a:pt x="1281" y="3572"/>
                        <a:pt x="1252" y="3828"/>
                        <a:pt x="1232" y="4094"/>
                      </a:cubicBezTo>
                      <a:cubicBezTo>
                        <a:pt x="1212" y="4252"/>
                        <a:pt x="1203" y="4419"/>
                        <a:pt x="1183" y="4577"/>
                      </a:cubicBezTo>
                      <a:cubicBezTo>
                        <a:pt x="1153" y="4912"/>
                        <a:pt x="1114" y="5256"/>
                        <a:pt x="1094" y="5591"/>
                      </a:cubicBezTo>
                      <a:cubicBezTo>
                        <a:pt x="1055" y="6094"/>
                        <a:pt x="986" y="6596"/>
                        <a:pt x="907" y="7098"/>
                      </a:cubicBezTo>
                      <a:cubicBezTo>
                        <a:pt x="858" y="7453"/>
                        <a:pt x="799" y="7808"/>
                        <a:pt x="740" y="8172"/>
                      </a:cubicBezTo>
                      <a:cubicBezTo>
                        <a:pt x="671" y="8635"/>
                        <a:pt x="612" y="9098"/>
                        <a:pt x="612" y="9571"/>
                      </a:cubicBezTo>
                      <a:cubicBezTo>
                        <a:pt x="612" y="9758"/>
                        <a:pt x="592" y="9945"/>
                        <a:pt x="572" y="10132"/>
                      </a:cubicBezTo>
                      <a:cubicBezTo>
                        <a:pt x="543" y="10300"/>
                        <a:pt x="513" y="10467"/>
                        <a:pt x="493" y="10635"/>
                      </a:cubicBezTo>
                      <a:cubicBezTo>
                        <a:pt x="474" y="10763"/>
                        <a:pt x="454" y="10881"/>
                        <a:pt x="434" y="10999"/>
                      </a:cubicBezTo>
                      <a:cubicBezTo>
                        <a:pt x="405" y="11186"/>
                        <a:pt x="326" y="11344"/>
                        <a:pt x="218" y="11482"/>
                      </a:cubicBezTo>
                      <a:cubicBezTo>
                        <a:pt x="208" y="11492"/>
                        <a:pt x="198" y="11492"/>
                        <a:pt x="178" y="11502"/>
                      </a:cubicBezTo>
                      <a:cubicBezTo>
                        <a:pt x="178" y="11452"/>
                        <a:pt x="178" y="11423"/>
                        <a:pt x="188" y="11383"/>
                      </a:cubicBezTo>
                      <a:cubicBezTo>
                        <a:pt x="198" y="11039"/>
                        <a:pt x="208" y="10694"/>
                        <a:pt x="218" y="10339"/>
                      </a:cubicBezTo>
                      <a:cubicBezTo>
                        <a:pt x="218" y="10310"/>
                        <a:pt x="218" y="10270"/>
                        <a:pt x="218" y="10241"/>
                      </a:cubicBezTo>
                      <a:cubicBezTo>
                        <a:pt x="208" y="10201"/>
                        <a:pt x="198" y="10182"/>
                        <a:pt x="168" y="10152"/>
                      </a:cubicBezTo>
                      <a:cubicBezTo>
                        <a:pt x="157" y="10141"/>
                        <a:pt x="142" y="10135"/>
                        <a:pt x="127" y="10135"/>
                      </a:cubicBezTo>
                      <a:cubicBezTo>
                        <a:pt x="101" y="10135"/>
                        <a:pt x="76" y="10151"/>
                        <a:pt x="70" y="10182"/>
                      </a:cubicBezTo>
                      <a:cubicBezTo>
                        <a:pt x="60" y="10221"/>
                        <a:pt x="50" y="10251"/>
                        <a:pt x="50" y="10290"/>
                      </a:cubicBezTo>
                      <a:cubicBezTo>
                        <a:pt x="30" y="10654"/>
                        <a:pt x="20" y="11019"/>
                        <a:pt x="1" y="11383"/>
                      </a:cubicBezTo>
                      <a:cubicBezTo>
                        <a:pt x="1" y="11462"/>
                        <a:pt x="1" y="11531"/>
                        <a:pt x="11" y="11610"/>
                      </a:cubicBezTo>
                      <a:cubicBezTo>
                        <a:pt x="11" y="11659"/>
                        <a:pt x="20" y="11718"/>
                        <a:pt x="50" y="11758"/>
                      </a:cubicBezTo>
                      <a:cubicBezTo>
                        <a:pt x="73" y="11798"/>
                        <a:pt x="106" y="11818"/>
                        <a:pt x="141" y="11818"/>
                      </a:cubicBezTo>
                      <a:cubicBezTo>
                        <a:pt x="167" y="11818"/>
                        <a:pt x="193" y="11808"/>
                        <a:pt x="218" y="11787"/>
                      </a:cubicBezTo>
                      <a:cubicBezTo>
                        <a:pt x="237" y="11777"/>
                        <a:pt x="247" y="11758"/>
                        <a:pt x="257" y="11738"/>
                      </a:cubicBezTo>
                      <a:cubicBezTo>
                        <a:pt x="316" y="11649"/>
                        <a:pt x="385" y="11561"/>
                        <a:pt x="444" y="11472"/>
                      </a:cubicBezTo>
                      <a:cubicBezTo>
                        <a:pt x="523" y="11344"/>
                        <a:pt x="582" y="11206"/>
                        <a:pt x="602" y="11058"/>
                      </a:cubicBezTo>
                      <a:cubicBezTo>
                        <a:pt x="631" y="10881"/>
                        <a:pt x="661" y="10704"/>
                        <a:pt x="680" y="10517"/>
                      </a:cubicBezTo>
                      <a:cubicBezTo>
                        <a:pt x="700" y="10389"/>
                        <a:pt x="720" y="10260"/>
                        <a:pt x="749" y="10132"/>
                      </a:cubicBezTo>
                      <a:cubicBezTo>
                        <a:pt x="779" y="9916"/>
                        <a:pt x="789" y="9689"/>
                        <a:pt x="789" y="9472"/>
                      </a:cubicBezTo>
                      <a:cubicBezTo>
                        <a:pt x="799" y="9088"/>
                        <a:pt x="838" y="8704"/>
                        <a:pt x="887" y="8320"/>
                      </a:cubicBezTo>
                      <a:cubicBezTo>
                        <a:pt x="956" y="7867"/>
                        <a:pt x="1035" y="7414"/>
                        <a:pt x="1104" y="6970"/>
                      </a:cubicBezTo>
                      <a:cubicBezTo>
                        <a:pt x="1143" y="6704"/>
                        <a:pt x="1173" y="6429"/>
                        <a:pt x="1203" y="6163"/>
                      </a:cubicBezTo>
                      <a:cubicBezTo>
                        <a:pt x="1252" y="5729"/>
                        <a:pt x="1291" y="5296"/>
                        <a:pt x="1331" y="4862"/>
                      </a:cubicBezTo>
                      <a:cubicBezTo>
                        <a:pt x="1360" y="4537"/>
                        <a:pt x="1380" y="4222"/>
                        <a:pt x="1419" y="3897"/>
                      </a:cubicBezTo>
                      <a:cubicBezTo>
                        <a:pt x="1439" y="3720"/>
                        <a:pt x="1459" y="3532"/>
                        <a:pt x="1498" y="3355"/>
                      </a:cubicBezTo>
                      <a:cubicBezTo>
                        <a:pt x="1528" y="3178"/>
                        <a:pt x="1577" y="3000"/>
                        <a:pt x="1616" y="2823"/>
                      </a:cubicBezTo>
                      <a:cubicBezTo>
                        <a:pt x="1666" y="2626"/>
                        <a:pt x="1695" y="2429"/>
                        <a:pt x="1685" y="2232"/>
                      </a:cubicBezTo>
                      <a:cubicBezTo>
                        <a:pt x="1685" y="2134"/>
                        <a:pt x="1685" y="2045"/>
                        <a:pt x="1675" y="1956"/>
                      </a:cubicBezTo>
                      <a:cubicBezTo>
                        <a:pt x="1656" y="1680"/>
                        <a:pt x="1695" y="1405"/>
                        <a:pt x="1754" y="1129"/>
                      </a:cubicBezTo>
                      <a:cubicBezTo>
                        <a:pt x="1784" y="971"/>
                        <a:pt x="1813" y="814"/>
                        <a:pt x="1833" y="656"/>
                      </a:cubicBezTo>
                      <a:cubicBezTo>
                        <a:pt x="1853" y="528"/>
                        <a:pt x="1863" y="400"/>
                        <a:pt x="1843" y="272"/>
                      </a:cubicBezTo>
                      <a:cubicBezTo>
                        <a:pt x="1833" y="223"/>
                        <a:pt x="1813" y="173"/>
                        <a:pt x="1794" y="124"/>
                      </a:cubicBezTo>
                      <a:cubicBezTo>
                        <a:pt x="1757" y="43"/>
                        <a:pt x="1693" y="1"/>
                        <a:pt x="161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8" name="Google Shape;1028;p38"/>
                <p:cNvSpPr/>
                <p:nvPr/>
              </p:nvSpPr>
              <p:spPr>
                <a:xfrm>
                  <a:off x="4624410" y="826957"/>
                  <a:ext cx="25086" cy="1875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5533" extrusionOk="0">
                      <a:moveTo>
                        <a:pt x="654" y="0"/>
                      </a:moveTo>
                      <a:cubicBezTo>
                        <a:pt x="628" y="0"/>
                        <a:pt x="600" y="19"/>
                        <a:pt x="591" y="52"/>
                      </a:cubicBezTo>
                      <a:cubicBezTo>
                        <a:pt x="582" y="82"/>
                        <a:pt x="582" y="121"/>
                        <a:pt x="582" y="151"/>
                      </a:cubicBezTo>
                      <a:cubicBezTo>
                        <a:pt x="552" y="416"/>
                        <a:pt x="532" y="682"/>
                        <a:pt x="493" y="948"/>
                      </a:cubicBezTo>
                      <a:cubicBezTo>
                        <a:pt x="434" y="1392"/>
                        <a:pt x="335" y="1845"/>
                        <a:pt x="237" y="2288"/>
                      </a:cubicBezTo>
                      <a:cubicBezTo>
                        <a:pt x="188" y="2525"/>
                        <a:pt x="129" y="2761"/>
                        <a:pt x="89" y="2997"/>
                      </a:cubicBezTo>
                      <a:cubicBezTo>
                        <a:pt x="40" y="3254"/>
                        <a:pt x="0" y="3500"/>
                        <a:pt x="0" y="3756"/>
                      </a:cubicBezTo>
                      <a:cubicBezTo>
                        <a:pt x="10" y="3963"/>
                        <a:pt x="20" y="4170"/>
                        <a:pt x="30" y="4376"/>
                      </a:cubicBezTo>
                      <a:cubicBezTo>
                        <a:pt x="40" y="4642"/>
                        <a:pt x="50" y="4918"/>
                        <a:pt x="50" y="5184"/>
                      </a:cubicBezTo>
                      <a:cubicBezTo>
                        <a:pt x="50" y="5253"/>
                        <a:pt x="40" y="5322"/>
                        <a:pt x="40" y="5391"/>
                      </a:cubicBezTo>
                      <a:cubicBezTo>
                        <a:pt x="40" y="5411"/>
                        <a:pt x="40" y="5440"/>
                        <a:pt x="40" y="5460"/>
                      </a:cubicBezTo>
                      <a:cubicBezTo>
                        <a:pt x="40" y="5499"/>
                        <a:pt x="50" y="5519"/>
                        <a:pt x="79" y="5529"/>
                      </a:cubicBezTo>
                      <a:cubicBezTo>
                        <a:pt x="87" y="5531"/>
                        <a:pt x="94" y="5533"/>
                        <a:pt x="101" y="5533"/>
                      </a:cubicBezTo>
                      <a:cubicBezTo>
                        <a:pt x="123" y="5533"/>
                        <a:pt x="143" y="5522"/>
                        <a:pt x="158" y="5499"/>
                      </a:cubicBezTo>
                      <a:cubicBezTo>
                        <a:pt x="178" y="5480"/>
                        <a:pt x="188" y="5440"/>
                        <a:pt x="197" y="5411"/>
                      </a:cubicBezTo>
                      <a:cubicBezTo>
                        <a:pt x="207" y="5381"/>
                        <a:pt x="207" y="5342"/>
                        <a:pt x="207" y="5302"/>
                      </a:cubicBezTo>
                      <a:cubicBezTo>
                        <a:pt x="227" y="4997"/>
                        <a:pt x="207" y="4692"/>
                        <a:pt x="197" y="4386"/>
                      </a:cubicBezTo>
                      <a:cubicBezTo>
                        <a:pt x="188" y="4209"/>
                        <a:pt x="178" y="4022"/>
                        <a:pt x="168" y="3845"/>
                      </a:cubicBezTo>
                      <a:cubicBezTo>
                        <a:pt x="158" y="3510"/>
                        <a:pt x="207" y="3175"/>
                        <a:pt x="286" y="2840"/>
                      </a:cubicBezTo>
                      <a:cubicBezTo>
                        <a:pt x="375" y="2436"/>
                        <a:pt x="463" y="2022"/>
                        <a:pt x="542" y="1608"/>
                      </a:cubicBezTo>
                      <a:cubicBezTo>
                        <a:pt x="641" y="1126"/>
                        <a:pt x="700" y="633"/>
                        <a:pt x="739" y="151"/>
                      </a:cubicBezTo>
                      <a:cubicBezTo>
                        <a:pt x="739" y="121"/>
                        <a:pt x="739" y="91"/>
                        <a:pt x="739" y="62"/>
                      </a:cubicBezTo>
                      <a:cubicBezTo>
                        <a:pt x="729" y="32"/>
                        <a:pt x="700" y="3"/>
                        <a:pt x="670" y="3"/>
                      </a:cubicBezTo>
                      <a:cubicBezTo>
                        <a:pt x="665" y="1"/>
                        <a:pt x="660" y="0"/>
                        <a:pt x="65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9" name="Google Shape;1029;p38"/>
                <p:cNvSpPr/>
                <p:nvPr/>
              </p:nvSpPr>
              <p:spPr>
                <a:xfrm>
                  <a:off x="4694555" y="698398"/>
                  <a:ext cx="16374" cy="134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3" h="398" extrusionOk="0">
                      <a:moveTo>
                        <a:pt x="419" y="0"/>
                      </a:moveTo>
                      <a:cubicBezTo>
                        <a:pt x="414" y="0"/>
                        <a:pt x="409" y="1"/>
                        <a:pt x="404" y="2"/>
                      </a:cubicBezTo>
                      <a:cubicBezTo>
                        <a:pt x="365" y="2"/>
                        <a:pt x="335" y="22"/>
                        <a:pt x="305" y="51"/>
                      </a:cubicBezTo>
                      <a:cubicBezTo>
                        <a:pt x="237" y="101"/>
                        <a:pt x="168" y="160"/>
                        <a:pt x="99" y="209"/>
                      </a:cubicBezTo>
                      <a:cubicBezTo>
                        <a:pt x="79" y="219"/>
                        <a:pt x="59" y="239"/>
                        <a:pt x="49" y="249"/>
                      </a:cubicBezTo>
                      <a:cubicBezTo>
                        <a:pt x="10" y="288"/>
                        <a:pt x="0" y="337"/>
                        <a:pt x="20" y="367"/>
                      </a:cubicBezTo>
                      <a:cubicBezTo>
                        <a:pt x="36" y="388"/>
                        <a:pt x="57" y="398"/>
                        <a:pt x="80" y="398"/>
                      </a:cubicBezTo>
                      <a:cubicBezTo>
                        <a:pt x="99" y="398"/>
                        <a:pt x="120" y="390"/>
                        <a:pt x="138" y="377"/>
                      </a:cubicBezTo>
                      <a:cubicBezTo>
                        <a:pt x="227" y="308"/>
                        <a:pt x="315" y="249"/>
                        <a:pt x="404" y="180"/>
                      </a:cubicBezTo>
                      <a:cubicBezTo>
                        <a:pt x="424" y="160"/>
                        <a:pt x="443" y="130"/>
                        <a:pt x="463" y="111"/>
                      </a:cubicBezTo>
                      <a:cubicBezTo>
                        <a:pt x="473" y="91"/>
                        <a:pt x="473" y="71"/>
                        <a:pt x="483" y="71"/>
                      </a:cubicBezTo>
                      <a:cubicBezTo>
                        <a:pt x="483" y="28"/>
                        <a:pt x="453" y="0"/>
                        <a:pt x="41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0" name="Google Shape;1030;p38"/>
                <p:cNvSpPr/>
                <p:nvPr/>
              </p:nvSpPr>
              <p:spPr>
                <a:xfrm>
                  <a:off x="4344545" y="686430"/>
                  <a:ext cx="13729" cy="57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" h="169" extrusionOk="0">
                      <a:moveTo>
                        <a:pt x="69" y="1"/>
                      </a:moveTo>
                      <a:cubicBezTo>
                        <a:pt x="40" y="1"/>
                        <a:pt x="20" y="20"/>
                        <a:pt x="10" y="50"/>
                      </a:cubicBezTo>
                      <a:cubicBezTo>
                        <a:pt x="1" y="79"/>
                        <a:pt x="10" y="119"/>
                        <a:pt x="40" y="129"/>
                      </a:cubicBezTo>
                      <a:cubicBezTo>
                        <a:pt x="69" y="148"/>
                        <a:pt x="99" y="158"/>
                        <a:pt x="119" y="158"/>
                      </a:cubicBezTo>
                      <a:cubicBezTo>
                        <a:pt x="178" y="168"/>
                        <a:pt x="237" y="168"/>
                        <a:pt x="296" y="168"/>
                      </a:cubicBezTo>
                      <a:lnTo>
                        <a:pt x="345" y="168"/>
                      </a:lnTo>
                      <a:cubicBezTo>
                        <a:pt x="375" y="158"/>
                        <a:pt x="395" y="139"/>
                        <a:pt x="395" y="109"/>
                      </a:cubicBezTo>
                      <a:cubicBezTo>
                        <a:pt x="404" y="79"/>
                        <a:pt x="385" y="50"/>
                        <a:pt x="365" y="40"/>
                      </a:cubicBezTo>
                      <a:cubicBezTo>
                        <a:pt x="345" y="20"/>
                        <a:pt x="316" y="20"/>
                        <a:pt x="296" y="10"/>
                      </a:cubicBezTo>
                      <a:cubicBezTo>
                        <a:pt x="257" y="10"/>
                        <a:pt x="227" y="1"/>
                        <a:pt x="20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1" name="Google Shape;1031;p38"/>
                <p:cNvSpPr/>
                <p:nvPr/>
              </p:nvSpPr>
              <p:spPr>
                <a:xfrm>
                  <a:off x="4312168" y="689787"/>
                  <a:ext cx="13696" cy="63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" h="188" extrusionOk="0">
                      <a:moveTo>
                        <a:pt x="305" y="0"/>
                      </a:moveTo>
                      <a:cubicBezTo>
                        <a:pt x="227" y="10"/>
                        <a:pt x="148" y="20"/>
                        <a:pt x="59" y="40"/>
                      </a:cubicBezTo>
                      <a:cubicBezTo>
                        <a:pt x="20" y="40"/>
                        <a:pt x="0" y="79"/>
                        <a:pt x="0" y="108"/>
                      </a:cubicBezTo>
                      <a:cubicBezTo>
                        <a:pt x="0" y="138"/>
                        <a:pt x="30" y="177"/>
                        <a:pt x="59" y="177"/>
                      </a:cubicBezTo>
                      <a:cubicBezTo>
                        <a:pt x="79" y="187"/>
                        <a:pt x="89" y="187"/>
                        <a:pt x="108" y="187"/>
                      </a:cubicBezTo>
                      <a:cubicBezTo>
                        <a:pt x="167" y="177"/>
                        <a:pt x="236" y="168"/>
                        <a:pt x="315" y="148"/>
                      </a:cubicBezTo>
                      <a:cubicBezTo>
                        <a:pt x="335" y="148"/>
                        <a:pt x="364" y="118"/>
                        <a:pt x="374" y="99"/>
                      </a:cubicBezTo>
                      <a:cubicBezTo>
                        <a:pt x="404" y="79"/>
                        <a:pt x="394" y="30"/>
                        <a:pt x="355" y="10"/>
                      </a:cubicBezTo>
                      <a:cubicBezTo>
                        <a:pt x="345" y="0"/>
                        <a:pt x="325" y="0"/>
                        <a:pt x="30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2" name="Google Shape;1032;p38"/>
                <p:cNvSpPr/>
                <p:nvPr/>
              </p:nvSpPr>
              <p:spPr>
                <a:xfrm>
                  <a:off x="4367598" y="711349"/>
                  <a:ext cx="7695" cy="115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" h="342" extrusionOk="0">
                      <a:moveTo>
                        <a:pt x="140" y="1"/>
                      </a:moveTo>
                      <a:cubicBezTo>
                        <a:pt x="111" y="1"/>
                        <a:pt x="87" y="14"/>
                        <a:pt x="79" y="44"/>
                      </a:cubicBezTo>
                      <a:cubicBezTo>
                        <a:pt x="49" y="103"/>
                        <a:pt x="30" y="162"/>
                        <a:pt x="10" y="221"/>
                      </a:cubicBezTo>
                      <a:cubicBezTo>
                        <a:pt x="0" y="241"/>
                        <a:pt x="10" y="270"/>
                        <a:pt x="10" y="300"/>
                      </a:cubicBezTo>
                      <a:cubicBezTo>
                        <a:pt x="18" y="324"/>
                        <a:pt x="46" y="342"/>
                        <a:pt x="72" y="342"/>
                      </a:cubicBezTo>
                      <a:cubicBezTo>
                        <a:pt x="78" y="342"/>
                        <a:pt x="84" y="341"/>
                        <a:pt x="89" y="339"/>
                      </a:cubicBezTo>
                      <a:cubicBezTo>
                        <a:pt x="99" y="329"/>
                        <a:pt x="109" y="320"/>
                        <a:pt x="118" y="310"/>
                      </a:cubicBezTo>
                      <a:cubicBezTo>
                        <a:pt x="178" y="251"/>
                        <a:pt x="207" y="172"/>
                        <a:pt x="227" y="103"/>
                      </a:cubicBezTo>
                      <a:cubicBezTo>
                        <a:pt x="227" y="44"/>
                        <a:pt x="207" y="14"/>
                        <a:pt x="168" y="4"/>
                      </a:cubicBezTo>
                      <a:cubicBezTo>
                        <a:pt x="158" y="2"/>
                        <a:pt x="149" y="1"/>
                        <a:pt x="14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3" name="Google Shape;1033;p38"/>
                <p:cNvSpPr/>
                <p:nvPr/>
              </p:nvSpPr>
              <p:spPr>
                <a:xfrm>
                  <a:off x="4390313" y="749896"/>
                  <a:ext cx="5695" cy="66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" h="196" extrusionOk="0">
                      <a:moveTo>
                        <a:pt x="79" y="0"/>
                      </a:moveTo>
                      <a:cubicBezTo>
                        <a:pt x="30" y="0"/>
                        <a:pt x="0" y="40"/>
                        <a:pt x="0" y="79"/>
                      </a:cubicBezTo>
                      <a:cubicBezTo>
                        <a:pt x="0" y="118"/>
                        <a:pt x="30" y="178"/>
                        <a:pt x="69" y="187"/>
                      </a:cubicBezTo>
                      <a:cubicBezTo>
                        <a:pt x="80" y="193"/>
                        <a:pt x="90" y="195"/>
                        <a:pt x="100" y="195"/>
                      </a:cubicBezTo>
                      <a:cubicBezTo>
                        <a:pt x="127" y="195"/>
                        <a:pt x="150" y="177"/>
                        <a:pt x="158" y="148"/>
                      </a:cubicBezTo>
                      <a:cubicBezTo>
                        <a:pt x="168" y="99"/>
                        <a:pt x="148" y="40"/>
                        <a:pt x="108" y="10"/>
                      </a:cubicBezTo>
                      <a:cubicBezTo>
                        <a:pt x="99" y="0"/>
                        <a:pt x="79" y="0"/>
                        <a:pt x="7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4" name="Google Shape;1034;p38"/>
                <p:cNvSpPr/>
                <p:nvPr/>
              </p:nvSpPr>
              <p:spPr>
                <a:xfrm>
                  <a:off x="4358580" y="745895"/>
                  <a:ext cx="5051" cy="67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" h="198" extrusionOk="0">
                      <a:moveTo>
                        <a:pt x="79" y="0"/>
                      </a:moveTo>
                      <a:cubicBezTo>
                        <a:pt x="40" y="0"/>
                        <a:pt x="10" y="30"/>
                        <a:pt x="0" y="59"/>
                      </a:cubicBezTo>
                      <a:cubicBezTo>
                        <a:pt x="0" y="89"/>
                        <a:pt x="0" y="118"/>
                        <a:pt x="0" y="148"/>
                      </a:cubicBezTo>
                      <a:cubicBezTo>
                        <a:pt x="10" y="177"/>
                        <a:pt x="40" y="197"/>
                        <a:pt x="79" y="197"/>
                      </a:cubicBezTo>
                      <a:cubicBezTo>
                        <a:pt x="109" y="197"/>
                        <a:pt x="128" y="177"/>
                        <a:pt x="138" y="158"/>
                      </a:cubicBezTo>
                      <a:cubicBezTo>
                        <a:pt x="148" y="138"/>
                        <a:pt x="148" y="118"/>
                        <a:pt x="148" y="108"/>
                      </a:cubicBezTo>
                      <a:cubicBezTo>
                        <a:pt x="148" y="89"/>
                        <a:pt x="148" y="79"/>
                        <a:pt x="148" y="69"/>
                      </a:cubicBezTo>
                      <a:cubicBezTo>
                        <a:pt x="148" y="30"/>
                        <a:pt x="118" y="10"/>
                        <a:pt x="7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5" name="Google Shape;1035;p38"/>
                <p:cNvSpPr/>
                <p:nvPr/>
              </p:nvSpPr>
              <p:spPr>
                <a:xfrm>
                  <a:off x="4439404" y="556854"/>
                  <a:ext cx="13729" cy="111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" h="3291" extrusionOk="0">
                      <a:moveTo>
                        <a:pt x="315" y="1"/>
                      </a:moveTo>
                      <a:cubicBezTo>
                        <a:pt x="276" y="1"/>
                        <a:pt x="237" y="30"/>
                        <a:pt x="217" y="79"/>
                      </a:cubicBezTo>
                      <a:cubicBezTo>
                        <a:pt x="217" y="99"/>
                        <a:pt x="217" y="109"/>
                        <a:pt x="217" y="129"/>
                      </a:cubicBezTo>
                      <a:cubicBezTo>
                        <a:pt x="207" y="158"/>
                        <a:pt x="197" y="198"/>
                        <a:pt x="197" y="227"/>
                      </a:cubicBezTo>
                      <a:cubicBezTo>
                        <a:pt x="148" y="454"/>
                        <a:pt x="109" y="680"/>
                        <a:pt x="59" y="897"/>
                      </a:cubicBezTo>
                      <a:cubicBezTo>
                        <a:pt x="20" y="1094"/>
                        <a:pt x="0" y="1291"/>
                        <a:pt x="30" y="1488"/>
                      </a:cubicBezTo>
                      <a:cubicBezTo>
                        <a:pt x="49" y="1636"/>
                        <a:pt x="69" y="1793"/>
                        <a:pt x="79" y="1951"/>
                      </a:cubicBezTo>
                      <a:cubicBezTo>
                        <a:pt x="99" y="2168"/>
                        <a:pt x="118" y="2384"/>
                        <a:pt x="128" y="2591"/>
                      </a:cubicBezTo>
                      <a:cubicBezTo>
                        <a:pt x="138" y="2788"/>
                        <a:pt x="168" y="2975"/>
                        <a:pt x="148" y="3163"/>
                      </a:cubicBezTo>
                      <a:cubicBezTo>
                        <a:pt x="148" y="3182"/>
                        <a:pt x="148" y="3202"/>
                        <a:pt x="148" y="3222"/>
                      </a:cubicBezTo>
                      <a:cubicBezTo>
                        <a:pt x="158" y="3261"/>
                        <a:pt x="187" y="3291"/>
                        <a:pt x="227" y="3291"/>
                      </a:cubicBezTo>
                      <a:cubicBezTo>
                        <a:pt x="256" y="3291"/>
                        <a:pt x="296" y="3271"/>
                        <a:pt x="306" y="3241"/>
                      </a:cubicBezTo>
                      <a:cubicBezTo>
                        <a:pt x="315" y="3212"/>
                        <a:pt x="315" y="3192"/>
                        <a:pt x="315" y="3163"/>
                      </a:cubicBezTo>
                      <a:cubicBezTo>
                        <a:pt x="335" y="3035"/>
                        <a:pt x="325" y="2916"/>
                        <a:pt x="315" y="2788"/>
                      </a:cubicBezTo>
                      <a:cubicBezTo>
                        <a:pt x="306" y="2532"/>
                        <a:pt x="286" y="2286"/>
                        <a:pt x="276" y="2030"/>
                      </a:cubicBezTo>
                      <a:cubicBezTo>
                        <a:pt x="256" y="1823"/>
                        <a:pt x="237" y="1616"/>
                        <a:pt x="217" y="1399"/>
                      </a:cubicBezTo>
                      <a:cubicBezTo>
                        <a:pt x="207" y="1281"/>
                        <a:pt x="207" y="1173"/>
                        <a:pt x="237" y="1055"/>
                      </a:cubicBezTo>
                      <a:cubicBezTo>
                        <a:pt x="306" y="779"/>
                        <a:pt x="355" y="513"/>
                        <a:pt x="394" y="227"/>
                      </a:cubicBezTo>
                      <a:cubicBezTo>
                        <a:pt x="394" y="188"/>
                        <a:pt x="404" y="148"/>
                        <a:pt x="394" y="99"/>
                      </a:cubicBezTo>
                      <a:cubicBezTo>
                        <a:pt x="394" y="50"/>
                        <a:pt x="365" y="10"/>
                        <a:pt x="31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6" name="Google Shape;1036;p38"/>
                <p:cNvSpPr/>
                <p:nvPr/>
              </p:nvSpPr>
              <p:spPr>
                <a:xfrm>
                  <a:off x="4366920" y="615981"/>
                  <a:ext cx="10712" cy="11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6" h="328" extrusionOk="0">
                      <a:moveTo>
                        <a:pt x="99" y="0"/>
                      </a:moveTo>
                      <a:cubicBezTo>
                        <a:pt x="40" y="0"/>
                        <a:pt x="1" y="40"/>
                        <a:pt x="10" y="89"/>
                      </a:cubicBezTo>
                      <a:cubicBezTo>
                        <a:pt x="10" y="108"/>
                        <a:pt x="20" y="118"/>
                        <a:pt x="30" y="128"/>
                      </a:cubicBezTo>
                      <a:cubicBezTo>
                        <a:pt x="79" y="187"/>
                        <a:pt x="129" y="246"/>
                        <a:pt x="178" y="296"/>
                      </a:cubicBezTo>
                      <a:cubicBezTo>
                        <a:pt x="198" y="315"/>
                        <a:pt x="217" y="315"/>
                        <a:pt x="237" y="325"/>
                      </a:cubicBezTo>
                      <a:cubicBezTo>
                        <a:pt x="242" y="326"/>
                        <a:pt x="247" y="327"/>
                        <a:pt x="252" y="327"/>
                      </a:cubicBezTo>
                      <a:cubicBezTo>
                        <a:pt x="286" y="327"/>
                        <a:pt x="316" y="300"/>
                        <a:pt x="316" y="266"/>
                      </a:cubicBezTo>
                      <a:cubicBezTo>
                        <a:pt x="316" y="237"/>
                        <a:pt x="306" y="207"/>
                        <a:pt x="286" y="187"/>
                      </a:cubicBezTo>
                      <a:cubicBezTo>
                        <a:pt x="237" y="138"/>
                        <a:pt x="198" y="89"/>
                        <a:pt x="148" y="40"/>
                      </a:cubicBezTo>
                      <a:cubicBezTo>
                        <a:pt x="129" y="20"/>
                        <a:pt x="109" y="10"/>
                        <a:pt x="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7" name="Google Shape;1037;p38"/>
                <p:cNvSpPr/>
                <p:nvPr/>
              </p:nvSpPr>
              <p:spPr>
                <a:xfrm>
                  <a:off x="4351223" y="649036"/>
                  <a:ext cx="12407" cy="77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" h="230" extrusionOk="0">
                      <a:moveTo>
                        <a:pt x="79" y="0"/>
                      </a:moveTo>
                      <a:cubicBezTo>
                        <a:pt x="50" y="0"/>
                        <a:pt x="30" y="20"/>
                        <a:pt x="10" y="40"/>
                      </a:cubicBezTo>
                      <a:cubicBezTo>
                        <a:pt x="1" y="69"/>
                        <a:pt x="1" y="109"/>
                        <a:pt x="30" y="128"/>
                      </a:cubicBezTo>
                      <a:cubicBezTo>
                        <a:pt x="30" y="138"/>
                        <a:pt x="40" y="148"/>
                        <a:pt x="50" y="148"/>
                      </a:cubicBezTo>
                      <a:cubicBezTo>
                        <a:pt x="109" y="178"/>
                        <a:pt x="168" y="197"/>
                        <a:pt x="237" y="227"/>
                      </a:cubicBezTo>
                      <a:lnTo>
                        <a:pt x="267" y="227"/>
                      </a:lnTo>
                      <a:cubicBezTo>
                        <a:pt x="275" y="229"/>
                        <a:pt x="283" y="229"/>
                        <a:pt x="290" y="229"/>
                      </a:cubicBezTo>
                      <a:cubicBezTo>
                        <a:pt x="325" y="229"/>
                        <a:pt x="347" y="210"/>
                        <a:pt x="355" y="178"/>
                      </a:cubicBezTo>
                      <a:cubicBezTo>
                        <a:pt x="365" y="148"/>
                        <a:pt x="355" y="109"/>
                        <a:pt x="316" y="89"/>
                      </a:cubicBezTo>
                      <a:cubicBezTo>
                        <a:pt x="247" y="59"/>
                        <a:pt x="178" y="40"/>
                        <a:pt x="99" y="10"/>
                      </a:cubicBezTo>
                      <a:cubicBezTo>
                        <a:pt x="99" y="0"/>
                        <a:pt x="89" y="0"/>
                        <a:pt x="7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8" name="Google Shape;1038;p38"/>
                <p:cNvSpPr/>
                <p:nvPr/>
              </p:nvSpPr>
              <p:spPr>
                <a:xfrm>
                  <a:off x="4335866" y="626897"/>
                  <a:ext cx="10712" cy="8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6" h="242" extrusionOk="0">
                      <a:moveTo>
                        <a:pt x="79" y="1"/>
                      </a:moveTo>
                      <a:cubicBezTo>
                        <a:pt x="50" y="1"/>
                        <a:pt x="28" y="18"/>
                        <a:pt x="20" y="43"/>
                      </a:cubicBezTo>
                      <a:cubicBezTo>
                        <a:pt x="0" y="72"/>
                        <a:pt x="0" y="102"/>
                        <a:pt x="30" y="131"/>
                      </a:cubicBezTo>
                      <a:cubicBezTo>
                        <a:pt x="89" y="181"/>
                        <a:pt x="158" y="220"/>
                        <a:pt x="227" y="240"/>
                      </a:cubicBezTo>
                      <a:cubicBezTo>
                        <a:pt x="232" y="241"/>
                        <a:pt x="237" y="242"/>
                        <a:pt x="242" y="242"/>
                      </a:cubicBezTo>
                      <a:cubicBezTo>
                        <a:pt x="276" y="242"/>
                        <a:pt x="307" y="215"/>
                        <a:pt x="316" y="181"/>
                      </a:cubicBezTo>
                      <a:cubicBezTo>
                        <a:pt x="316" y="151"/>
                        <a:pt x="306" y="121"/>
                        <a:pt x="276" y="102"/>
                      </a:cubicBezTo>
                      <a:cubicBezTo>
                        <a:pt x="227" y="62"/>
                        <a:pt x="178" y="43"/>
                        <a:pt x="128" y="13"/>
                      </a:cubicBezTo>
                      <a:cubicBezTo>
                        <a:pt x="119" y="3"/>
                        <a:pt x="109" y="3"/>
                        <a:pt x="99" y="3"/>
                      </a:cubicBezTo>
                      <a:cubicBezTo>
                        <a:pt x="92" y="1"/>
                        <a:pt x="85" y="1"/>
                        <a:pt x="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9" name="Google Shape;1039;p38"/>
                <p:cNvSpPr/>
                <p:nvPr/>
              </p:nvSpPr>
              <p:spPr>
                <a:xfrm>
                  <a:off x="4408654" y="610963"/>
                  <a:ext cx="5729" cy="143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" h="422" extrusionOk="0">
                      <a:moveTo>
                        <a:pt x="80" y="0"/>
                      </a:moveTo>
                      <a:cubicBezTo>
                        <a:pt x="50" y="0"/>
                        <a:pt x="21" y="30"/>
                        <a:pt x="1" y="59"/>
                      </a:cubicBezTo>
                      <a:cubicBezTo>
                        <a:pt x="1" y="69"/>
                        <a:pt x="1" y="79"/>
                        <a:pt x="1" y="89"/>
                      </a:cubicBezTo>
                      <a:cubicBezTo>
                        <a:pt x="1" y="178"/>
                        <a:pt x="11" y="256"/>
                        <a:pt x="11" y="335"/>
                      </a:cubicBezTo>
                      <a:cubicBezTo>
                        <a:pt x="11" y="355"/>
                        <a:pt x="21" y="365"/>
                        <a:pt x="30" y="385"/>
                      </a:cubicBezTo>
                      <a:cubicBezTo>
                        <a:pt x="45" y="409"/>
                        <a:pt x="67" y="421"/>
                        <a:pt x="88" y="421"/>
                      </a:cubicBezTo>
                      <a:cubicBezTo>
                        <a:pt x="109" y="421"/>
                        <a:pt x="129" y="409"/>
                        <a:pt x="139" y="385"/>
                      </a:cubicBezTo>
                      <a:cubicBezTo>
                        <a:pt x="158" y="355"/>
                        <a:pt x="158" y="316"/>
                        <a:pt x="168" y="296"/>
                      </a:cubicBezTo>
                      <a:cubicBezTo>
                        <a:pt x="158" y="207"/>
                        <a:pt x="158" y="138"/>
                        <a:pt x="149" y="69"/>
                      </a:cubicBezTo>
                      <a:cubicBezTo>
                        <a:pt x="149" y="30"/>
                        <a:pt x="119" y="10"/>
                        <a:pt x="8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0" name="Google Shape;1040;p38"/>
                <p:cNvSpPr/>
                <p:nvPr/>
              </p:nvSpPr>
              <p:spPr>
                <a:xfrm>
                  <a:off x="4579998" y="606284"/>
                  <a:ext cx="8034" cy="204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" h="604" extrusionOk="0">
                      <a:moveTo>
                        <a:pt x="119" y="0"/>
                      </a:moveTo>
                      <a:cubicBezTo>
                        <a:pt x="89" y="0"/>
                        <a:pt x="50" y="20"/>
                        <a:pt x="40" y="50"/>
                      </a:cubicBezTo>
                      <a:cubicBezTo>
                        <a:pt x="40" y="79"/>
                        <a:pt x="30" y="109"/>
                        <a:pt x="40" y="138"/>
                      </a:cubicBezTo>
                      <a:cubicBezTo>
                        <a:pt x="59" y="197"/>
                        <a:pt x="50" y="257"/>
                        <a:pt x="30" y="326"/>
                      </a:cubicBezTo>
                      <a:cubicBezTo>
                        <a:pt x="10" y="414"/>
                        <a:pt x="0" y="513"/>
                        <a:pt x="59" y="601"/>
                      </a:cubicBezTo>
                      <a:lnTo>
                        <a:pt x="50" y="601"/>
                      </a:lnTo>
                      <a:cubicBezTo>
                        <a:pt x="66" y="603"/>
                        <a:pt x="80" y="604"/>
                        <a:pt x="92" y="604"/>
                      </a:cubicBezTo>
                      <a:cubicBezTo>
                        <a:pt x="163" y="604"/>
                        <a:pt x="178" y="577"/>
                        <a:pt x="178" y="493"/>
                      </a:cubicBezTo>
                      <a:cubicBezTo>
                        <a:pt x="178" y="444"/>
                        <a:pt x="178" y="394"/>
                        <a:pt x="197" y="355"/>
                      </a:cubicBezTo>
                      <a:cubicBezTo>
                        <a:pt x="237" y="247"/>
                        <a:pt x="207" y="148"/>
                        <a:pt x="187" y="50"/>
                      </a:cubicBezTo>
                      <a:cubicBezTo>
                        <a:pt x="187" y="20"/>
                        <a:pt x="158" y="0"/>
                        <a:pt x="11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41" name="Google Shape;1041;p38"/>
            <p:cNvGrpSpPr/>
            <p:nvPr/>
          </p:nvGrpSpPr>
          <p:grpSpPr>
            <a:xfrm>
              <a:off x="159661" y="358871"/>
              <a:ext cx="845100" cy="1964134"/>
              <a:chOff x="159661" y="358871"/>
              <a:chExt cx="845100" cy="1964134"/>
            </a:xfrm>
          </p:grpSpPr>
          <p:sp>
            <p:nvSpPr>
              <p:cNvPr id="1042" name="Google Shape;1042;p38"/>
              <p:cNvSpPr/>
              <p:nvPr/>
            </p:nvSpPr>
            <p:spPr>
              <a:xfrm>
                <a:off x="159661" y="1083174"/>
                <a:ext cx="735297" cy="568755"/>
              </a:xfrm>
              <a:custGeom>
                <a:avLst/>
                <a:gdLst/>
                <a:ahLst/>
                <a:cxnLst/>
                <a:rect l="l" t="t" r="r" b="b"/>
                <a:pathLst>
                  <a:path w="13989" h="10819" extrusionOk="0">
                    <a:moveTo>
                      <a:pt x="11024" y="1"/>
                    </a:moveTo>
                    <a:cubicBezTo>
                      <a:pt x="10749" y="1"/>
                      <a:pt x="10548" y="176"/>
                      <a:pt x="10432" y="485"/>
                    </a:cubicBezTo>
                    <a:cubicBezTo>
                      <a:pt x="10314" y="781"/>
                      <a:pt x="10196" y="1086"/>
                      <a:pt x="10107" y="1391"/>
                    </a:cubicBezTo>
                    <a:cubicBezTo>
                      <a:pt x="9930" y="1992"/>
                      <a:pt x="9654" y="2534"/>
                      <a:pt x="9290" y="3036"/>
                    </a:cubicBezTo>
                    <a:cubicBezTo>
                      <a:pt x="8984" y="3450"/>
                      <a:pt x="8620" y="3785"/>
                      <a:pt x="8088" y="3864"/>
                    </a:cubicBezTo>
                    <a:cubicBezTo>
                      <a:pt x="7965" y="3882"/>
                      <a:pt x="7844" y="3891"/>
                      <a:pt x="7724" y="3891"/>
                    </a:cubicBezTo>
                    <a:cubicBezTo>
                      <a:pt x="7332" y="3891"/>
                      <a:pt x="6953" y="3798"/>
                      <a:pt x="6591" y="3647"/>
                    </a:cubicBezTo>
                    <a:cubicBezTo>
                      <a:pt x="5940" y="3371"/>
                      <a:pt x="5300" y="3066"/>
                      <a:pt x="4660" y="2761"/>
                    </a:cubicBezTo>
                    <a:cubicBezTo>
                      <a:pt x="4325" y="2603"/>
                      <a:pt x="3980" y="2485"/>
                      <a:pt x="3606" y="2465"/>
                    </a:cubicBezTo>
                    <a:cubicBezTo>
                      <a:pt x="3572" y="2464"/>
                      <a:pt x="3539" y="2463"/>
                      <a:pt x="3505" y="2463"/>
                    </a:cubicBezTo>
                    <a:cubicBezTo>
                      <a:pt x="2880" y="2463"/>
                      <a:pt x="2352" y="2725"/>
                      <a:pt x="1931" y="3174"/>
                    </a:cubicBezTo>
                    <a:cubicBezTo>
                      <a:pt x="1478" y="3647"/>
                      <a:pt x="1104" y="4199"/>
                      <a:pt x="670" y="4701"/>
                    </a:cubicBezTo>
                    <a:cubicBezTo>
                      <a:pt x="463" y="4947"/>
                      <a:pt x="227" y="5154"/>
                      <a:pt x="0" y="5381"/>
                    </a:cubicBezTo>
                    <a:lnTo>
                      <a:pt x="0" y="10819"/>
                    </a:lnTo>
                    <a:cubicBezTo>
                      <a:pt x="50" y="10809"/>
                      <a:pt x="89" y="10809"/>
                      <a:pt x="128" y="10789"/>
                    </a:cubicBezTo>
                    <a:cubicBezTo>
                      <a:pt x="857" y="10415"/>
                      <a:pt x="1439" y="9873"/>
                      <a:pt x="1941" y="9233"/>
                    </a:cubicBezTo>
                    <a:cubicBezTo>
                      <a:pt x="2374" y="8681"/>
                      <a:pt x="2788" y="8100"/>
                      <a:pt x="3231" y="7558"/>
                    </a:cubicBezTo>
                    <a:cubicBezTo>
                      <a:pt x="3540" y="7182"/>
                      <a:pt x="3953" y="6957"/>
                      <a:pt x="4450" y="6957"/>
                    </a:cubicBezTo>
                    <a:cubicBezTo>
                      <a:pt x="4461" y="6957"/>
                      <a:pt x="4472" y="6957"/>
                      <a:pt x="4482" y="6957"/>
                    </a:cubicBezTo>
                    <a:cubicBezTo>
                      <a:pt x="4936" y="6967"/>
                      <a:pt x="5349" y="7115"/>
                      <a:pt x="5753" y="7292"/>
                    </a:cubicBezTo>
                    <a:cubicBezTo>
                      <a:pt x="6305" y="7549"/>
                      <a:pt x="6895" y="7686"/>
                      <a:pt x="7494" y="7686"/>
                    </a:cubicBezTo>
                    <a:cubicBezTo>
                      <a:pt x="7514" y="7686"/>
                      <a:pt x="7535" y="7686"/>
                      <a:pt x="7556" y="7686"/>
                    </a:cubicBezTo>
                    <a:cubicBezTo>
                      <a:pt x="8295" y="7676"/>
                      <a:pt x="9014" y="7538"/>
                      <a:pt x="9693" y="7233"/>
                    </a:cubicBezTo>
                    <a:cubicBezTo>
                      <a:pt x="10600" y="6819"/>
                      <a:pt x="11398" y="6287"/>
                      <a:pt x="12018" y="5489"/>
                    </a:cubicBezTo>
                    <a:cubicBezTo>
                      <a:pt x="12619" y="4721"/>
                      <a:pt x="13013" y="3844"/>
                      <a:pt x="13358" y="2938"/>
                    </a:cubicBezTo>
                    <a:cubicBezTo>
                      <a:pt x="13545" y="2475"/>
                      <a:pt x="13732" y="2002"/>
                      <a:pt x="13890" y="1529"/>
                    </a:cubicBezTo>
                    <a:cubicBezTo>
                      <a:pt x="13988" y="1214"/>
                      <a:pt x="13851" y="909"/>
                      <a:pt x="13565" y="800"/>
                    </a:cubicBezTo>
                    <a:cubicBezTo>
                      <a:pt x="12806" y="534"/>
                      <a:pt x="12038" y="268"/>
                      <a:pt x="11270" y="42"/>
                    </a:cubicBezTo>
                    <a:cubicBezTo>
                      <a:pt x="11182" y="14"/>
                      <a:pt x="11100" y="1"/>
                      <a:pt x="1102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38"/>
              <p:cNvSpPr/>
              <p:nvPr/>
            </p:nvSpPr>
            <p:spPr>
              <a:xfrm>
                <a:off x="159661" y="1611354"/>
                <a:ext cx="798477" cy="334976"/>
              </a:xfrm>
              <a:custGeom>
                <a:avLst/>
                <a:gdLst/>
                <a:ahLst/>
                <a:cxnLst/>
                <a:rect l="l" t="t" r="r" b="b"/>
                <a:pathLst>
                  <a:path w="15191" h="6372" extrusionOk="0">
                    <a:moveTo>
                      <a:pt x="12970" y="1"/>
                    </a:moveTo>
                    <a:cubicBezTo>
                      <a:pt x="12951" y="1"/>
                      <a:pt x="12933" y="1"/>
                      <a:pt x="12915" y="2"/>
                    </a:cubicBezTo>
                    <a:cubicBezTo>
                      <a:pt x="12599" y="22"/>
                      <a:pt x="12462" y="268"/>
                      <a:pt x="12324" y="524"/>
                    </a:cubicBezTo>
                    <a:cubicBezTo>
                      <a:pt x="12146" y="889"/>
                      <a:pt x="11949" y="1243"/>
                      <a:pt x="11742" y="1598"/>
                    </a:cubicBezTo>
                    <a:cubicBezTo>
                      <a:pt x="11614" y="1805"/>
                      <a:pt x="11437" y="1972"/>
                      <a:pt x="11181" y="2031"/>
                    </a:cubicBezTo>
                    <a:cubicBezTo>
                      <a:pt x="11087" y="2055"/>
                      <a:pt x="10996" y="2066"/>
                      <a:pt x="10909" y="2066"/>
                    </a:cubicBezTo>
                    <a:cubicBezTo>
                      <a:pt x="10591" y="2066"/>
                      <a:pt x="10313" y="1922"/>
                      <a:pt x="10058" y="1706"/>
                    </a:cubicBezTo>
                    <a:cubicBezTo>
                      <a:pt x="9851" y="1529"/>
                      <a:pt x="9674" y="1322"/>
                      <a:pt x="9477" y="1125"/>
                    </a:cubicBezTo>
                    <a:cubicBezTo>
                      <a:pt x="9290" y="1618"/>
                      <a:pt x="8974" y="2012"/>
                      <a:pt x="8551" y="2337"/>
                    </a:cubicBezTo>
                    <a:cubicBezTo>
                      <a:pt x="8233" y="2582"/>
                      <a:pt x="7810" y="2716"/>
                      <a:pt x="7378" y="2716"/>
                    </a:cubicBezTo>
                    <a:cubicBezTo>
                      <a:pt x="6821" y="2716"/>
                      <a:pt x="6249" y="2492"/>
                      <a:pt x="5871" y="1992"/>
                    </a:cubicBezTo>
                    <a:cubicBezTo>
                      <a:pt x="5684" y="2159"/>
                      <a:pt x="5517" y="2347"/>
                      <a:pt x="5310" y="2485"/>
                    </a:cubicBezTo>
                    <a:cubicBezTo>
                      <a:pt x="5114" y="2615"/>
                      <a:pt x="4891" y="2692"/>
                      <a:pt x="4647" y="2692"/>
                    </a:cubicBezTo>
                    <a:cubicBezTo>
                      <a:pt x="4596" y="2692"/>
                      <a:pt x="4545" y="2688"/>
                      <a:pt x="4492" y="2682"/>
                    </a:cubicBezTo>
                    <a:cubicBezTo>
                      <a:pt x="4019" y="2622"/>
                      <a:pt x="3616" y="2396"/>
                      <a:pt x="3222" y="2159"/>
                    </a:cubicBezTo>
                    <a:cubicBezTo>
                      <a:pt x="2798" y="1913"/>
                      <a:pt x="2374" y="1696"/>
                      <a:pt x="1872" y="1667"/>
                    </a:cubicBezTo>
                    <a:cubicBezTo>
                      <a:pt x="1833" y="1665"/>
                      <a:pt x="1793" y="1664"/>
                      <a:pt x="1755" y="1664"/>
                    </a:cubicBezTo>
                    <a:cubicBezTo>
                      <a:pt x="1105" y="1664"/>
                      <a:pt x="539" y="1894"/>
                      <a:pt x="0" y="2228"/>
                    </a:cubicBezTo>
                    <a:lnTo>
                      <a:pt x="0" y="5538"/>
                    </a:lnTo>
                    <a:cubicBezTo>
                      <a:pt x="79" y="5499"/>
                      <a:pt x="148" y="5459"/>
                      <a:pt x="227" y="5420"/>
                    </a:cubicBezTo>
                    <a:cubicBezTo>
                      <a:pt x="532" y="5223"/>
                      <a:pt x="848" y="5026"/>
                      <a:pt x="1163" y="4839"/>
                    </a:cubicBezTo>
                    <a:cubicBezTo>
                      <a:pt x="1297" y="4761"/>
                      <a:pt x="1430" y="4724"/>
                      <a:pt x="1560" y="4724"/>
                    </a:cubicBezTo>
                    <a:cubicBezTo>
                      <a:pt x="1744" y="4724"/>
                      <a:pt x="1921" y="4799"/>
                      <a:pt x="2089" y="4937"/>
                    </a:cubicBezTo>
                    <a:cubicBezTo>
                      <a:pt x="2246" y="5056"/>
                      <a:pt x="2374" y="5203"/>
                      <a:pt x="2532" y="5331"/>
                    </a:cubicBezTo>
                    <a:cubicBezTo>
                      <a:pt x="2798" y="5568"/>
                      <a:pt x="3054" y="5824"/>
                      <a:pt x="3359" y="6021"/>
                    </a:cubicBezTo>
                    <a:cubicBezTo>
                      <a:pt x="3727" y="6253"/>
                      <a:pt x="4122" y="6371"/>
                      <a:pt x="4546" y="6371"/>
                    </a:cubicBezTo>
                    <a:cubicBezTo>
                      <a:pt x="4680" y="6371"/>
                      <a:pt x="4816" y="6360"/>
                      <a:pt x="4955" y="6336"/>
                    </a:cubicBezTo>
                    <a:cubicBezTo>
                      <a:pt x="5546" y="6238"/>
                      <a:pt x="6019" y="5942"/>
                      <a:pt x="6433" y="5538"/>
                    </a:cubicBezTo>
                    <a:cubicBezTo>
                      <a:pt x="6827" y="5154"/>
                      <a:pt x="7182" y="4731"/>
                      <a:pt x="7566" y="4336"/>
                    </a:cubicBezTo>
                    <a:cubicBezTo>
                      <a:pt x="7705" y="4192"/>
                      <a:pt x="7813" y="4119"/>
                      <a:pt x="7938" y="4119"/>
                    </a:cubicBezTo>
                    <a:cubicBezTo>
                      <a:pt x="8027" y="4119"/>
                      <a:pt x="8123" y="4155"/>
                      <a:pt x="8245" y="4228"/>
                    </a:cubicBezTo>
                    <a:cubicBezTo>
                      <a:pt x="8511" y="4386"/>
                      <a:pt x="8758" y="4593"/>
                      <a:pt x="9004" y="4790"/>
                    </a:cubicBezTo>
                    <a:cubicBezTo>
                      <a:pt x="9549" y="5213"/>
                      <a:pt x="10128" y="5428"/>
                      <a:pt x="10741" y="5428"/>
                    </a:cubicBezTo>
                    <a:cubicBezTo>
                      <a:pt x="11068" y="5428"/>
                      <a:pt x="11406" y="5366"/>
                      <a:pt x="11752" y="5243"/>
                    </a:cubicBezTo>
                    <a:cubicBezTo>
                      <a:pt x="12737" y="4898"/>
                      <a:pt x="13525" y="4277"/>
                      <a:pt x="14185" y="3489"/>
                    </a:cubicBezTo>
                    <a:cubicBezTo>
                      <a:pt x="14609" y="2987"/>
                      <a:pt x="14954" y="2445"/>
                      <a:pt x="15082" y="1785"/>
                    </a:cubicBezTo>
                    <a:cubicBezTo>
                      <a:pt x="15190" y="1194"/>
                      <a:pt x="15092" y="889"/>
                      <a:pt x="14570" y="603"/>
                    </a:cubicBezTo>
                    <a:cubicBezTo>
                      <a:pt x="14215" y="406"/>
                      <a:pt x="13831" y="248"/>
                      <a:pt x="13447" y="91"/>
                    </a:cubicBezTo>
                    <a:cubicBezTo>
                      <a:pt x="13296" y="38"/>
                      <a:pt x="13130" y="1"/>
                      <a:pt x="129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38"/>
              <p:cNvSpPr/>
              <p:nvPr/>
            </p:nvSpPr>
            <p:spPr>
              <a:xfrm>
                <a:off x="159661" y="2128759"/>
                <a:ext cx="830067" cy="194246"/>
              </a:xfrm>
              <a:custGeom>
                <a:avLst/>
                <a:gdLst/>
                <a:ahLst/>
                <a:cxnLst/>
                <a:rect l="l" t="t" r="r" b="b"/>
                <a:pathLst>
                  <a:path w="15792" h="3695" extrusionOk="0">
                    <a:moveTo>
                      <a:pt x="15346" y="0"/>
                    </a:moveTo>
                    <a:cubicBezTo>
                      <a:pt x="15294" y="0"/>
                      <a:pt x="15239" y="7"/>
                      <a:pt x="15180" y="20"/>
                    </a:cubicBezTo>
                    <a:cubicBezTo>
                      <a:pt x="13713" y="345"/>
                      <a:pt x="12245" y="670"/>
                      <a:pt x="10767" y="965"/>
                    </a:cubicBezTo>
                    <a:cubicBezTo>
                      <a:pt x="8935" y="1350"/>
                      <a:pt x="7083" y="1704"/>
                      <a:pt x="5241" y="2059"/>
                    </a:cubicBezTo>
                    <a:cubicBezTo>
                      <a:pt x="4394" y="2226"/>
                      <a:pt x="3527" y="2364"/>
                      <a:pt x="2670" y="2512"/>
                    </a:cubicBezTo>
                    <a:cubicBezTo>
                      <a:pt x="1783" y="2660"/>
                      <a:pt x="897" y="2798"/>
                      <a:pt x="0" y="2945"/>
                    </a:cubicBezTo>
                    <a:lnTo>
                      <a:pt x="0" y="3694"/>
                    </a:lnTo>
                    <a:cubicBezTo>
                      <a:pt x="59" y="3694"/>
                      <a:pt x="119" y="3694"/>
                      <a:pt x="178" y="3684"/>
                    </a:cubicBezTo>
                    <a:cubicBezTo>
                      <a:pt x="1202" y="3517"/>
                      <a:pt x="2236" y="3369"/>
                      <a:pt x="3261" y="3182"/>
                    </a:cubicBezTo>
                    <a:cubicBezTo>
                      <a:pt x="4817" y="2906"/>
                      <a:pt x="6374" y="2630"/>
                      <a:pt x="7930" y="2325"/>
                    </a:cubicBezTo>
                    <a:cubicBezTo>
                      <a:pt x="9684" y="1980"/>
                      <a:pt x="11437" y="1616"/>
                      <a:pt x="13200" y="1251"/>
                    </a:cubicBezTo>
                    <a:cubicBezTo>
                      <a:pt x="13929" y="1093"/>
                      <a:pt x="14668" y="926"/>
                      <a:pt x="15397" y="739"/>
                    </a:cubicBezTo>
                    <a:cubicBezTo>
                      <a:pt x="15673" y="670"/>
                      <a:pt x="15791" y="453"/>
                      <a:pt x="15712" y="227"/>
                    </a:cubicBezTo>
                    <a:cubicBezTo>
                      <a:pt x="15666" y="80"/>
                      <a:pt x="15530" y="0"/>
                      <a:pt x="1534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38"/>
              <p:cNvSpPr/>
              <p:nvPr/>
            </p:nvSpPr>
            <p:spPr>
              <a:xfrm>
                <a:off x="159661" y="1915131"/>
                <a:ext cx="735297" cy="339497"/>
              </a:xfrm>
              <a:custGeom>
                <a:avLst/>
                <a:gdLst/>
                <a:ahLst/>
                <a:cxnLst/>
                <a:rect l="l" t="t" r="r" b="b"/>
                <a:pathLst>
                  <a:path w="13989" h="6458" extrusionOk="0">
                    <a:moveTo>
                      <a:pt x="13552" y="1"/>
                    </a:moveTo>
                    <a:cubicBezTo>
                      <a:pt x="13462" y="1"/>
                      <a:pt x="13359" y="25"/>
                      <a:pt x="13250" y="74"/>
                    </a:cubicBezTo>
                    <a:cubicBezTo>
                      <a:pt x="12422" y="439"/>
                      <a:pt x="11614" y="823"/>
                      <a:pt x="10787" y="1188"/>
                    </a:cubicBezTo>
                    <a:cubicBezTo>
                      <a:pt x="9053" y="1946"/>
                      <a:pt x="7319" y="2724"/>
                      <a:pt x="5576" y="3443"/>
                    </a:cubicBezTo>
                    <a:cubicBezTo>
                      <a:pt x="3724" y="4212"/>
                      <a:pt x="1862" y="4931"/>
                      <a:pt x="0" y="5670"/>
                    </a:cubicBezTo>
                    <a:lnTo>
                      <a:pt x="0" y="6458"/>
                    </a:lnTo>
                    <a:cubicBezTo>
                      <a:pt x="345" y="6340"/>
                      <a:pt x="680" y="6231"/>
                      <a:pt x="1015" y="6103"/>
                    </a:cubicBezTo>
                    <a:cubicBezTo>
                      <a:pt x="2591" y="5473"/>
                      <a:pt x="4177" y="4852"/>
                      <a:pt x="5743" y="4212"/>
                    </a:cubicBezTo>
                    <a:cubicBezTo>
                      <a:pt x="6847" y="3759"/>
                      <a:pt x="7940" y="3306"/>
                      <a:pt x="9024" y="2823"/>
                    </a:cubicBezTo>
                    <a:cubicBezTo>
                      <a:pt x="10541" y="2153"/>
                      <a:pt x="12038" y="1463"/>
                      <a:pt x="13545" y="784"/>
                    </a:cubicBezTo>
                    <a:cubicBezTo>
                      <a:pt x="13870" y="646"/>
                      <a:pt x="13988" y="439"/>
                      <a:pt x="13890" y="222"/>
                    </a:cubicBezTo>
                    <a:cubicBezTo>
                      <a:pt x="13833" y="77"/>
                      <a:pt x="13712" y="1"/>
                      <a:pt x="135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38"/>
              <p:cNvSpPr/>
              <p:nvPr/>
            </p:nvSpPr>
            <p:spPr>
              <a:xfrm>
                <a:off x="159661" y="479509"/>
                <a:ext cx="139869" cy="256910"/>
              </a:xfrm>
              <a:custGeom>
                <a:avLst/>
                <a:gdLst/>
                <a:ahLst/>
                <a:cxnLst/>
                <a:rect l="l" t="t" r="r" b="b"/>
                <a:pathLst>
                  <a:path w="2661" h="4887" extrusionOk="0">
                    <a:moveTo>
                      <a:pt x="0" y="1"/>
                    </a:moveTo>
                    <a:lnTo>
                      <a:pt x="0" y="4886"/>
                    </a:lnTo>
                    <a:cubicBezTo>
                      <a:pt x="848" y="4749"/>
                      <a:pt x="1547" y="4374"/>
                      <a:pt x="2049" y="3665"/>
                    </a:cubicBezTo>
                    <a:cubicBezTo>
                      <a:pt x="2660" y="2808"/>
                      <a:pt x="2601" y="1458"/>
                      <a:pt x="1744" y="759"/>
                    </a:cubicBezTo>
                    <a:cubicBezTo>
                      <a:pt x="1232" y="345"/>
                      <a:pt x="641" y="119"/>
                      <a:pt x="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38"/>
              <p:cNvSpPr/>
              <p:nvPr/>
            </p:nvSpPr>
            <p:spPr>
              <a:xfrm>
                <a:off x="659878" y="889627"/>
                <a:ext cx="92720" cy="92786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1765" extrusionOk="0">
                    <a:moveTo>
                      <a:pt x="916" y="0"/>
                    </a:moveTo>
                    <a:cubicBezTo>
                      <a:pt x="384" y="0"/>
                      <a:pt x="0" y="355"/>
                      <a:pt x="10" y="867"/>
                    </a:cubicBezTo>
                    <a:cubicBezTo>
                      <a:pt x="20" y="1399"/>
                      <a:pt x="424" y="1754"/>
                      <a:pt x="916" y="1764"/>
                    </a:cubicBezTo>
                    <a:cubicBezTo>
                      <a:pt x="927" y="1764"/>
                      <a:pt x="938" y="1764"/>
                      <a:pt x="948" y="1764"/>
                    </a:cubicBezTo>
                    <a:cubicBezTo>
                      <a:pt x="1396" y="1764"/>
                      <a:pt x="1754" y="1359"/>
                      <a:pt x="1754" y="897"/>
                    </a:cubicBezTo>
                    <a:cubicBezTo>
                      <a:pt x="1763" y="316"/>
                      <a:pt x="1468" y="0"/>
                      <a:pt x="9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38"/>
              <p:cNvSpPr/>
              <p:nvPr/>
            </p:nvSpPr>
            <p:spPr>
              <a:xfrm>
                <a:off x="160186" y="944243"/>
                <a:ext cx="758582" cy="584473"/>
              </a:xfrm>
              <a:custGeom>
                <a:avLst/>
                <a:gdLst/>
                <a:ahLst/>
                <a:cxnLst/>
                <a:rect l="l" t="t" r="r" b="b"/>
                <a:pathLst>
                  <a:path w="14432" h="11118" extrusionOk="0">
                    <a:moveTo>
                      <a:pt x="2671" y="0"/>
                    </a:moveTo>
                    <a:cubicBezTo>
                      <a:pt x="2462" y="0"/>
                      <a:pt x="2251" y="17"/>
                      <a:pt x="2039" y="45"/>
                    </a:cubicBezTo>
                    <a:cubicBezTo>
                      <a:pt x="1360" y="143"/>
                      <a:pt x="680" y="321"/>
                      <a:pt x="0" y="459"/>
                    </a:cubicBezTo>
                    <a:lnTo>
                      <a:pt x="0" y="734"/>
                    </a:lnTo>
                    <a:cubicBezTo>
                      <a:pt x="769" y="508"/>
                      <a:pt x="1557" y="331"/>
                      <a:pt x="2355" y="281"/>
                    </a:cubicBezTo>
                    <a:cubicBezTo>
                      <a:pt x="2453" y="275"/>
                      <a:pt x="2550" y="271"/>
                      <a:pt x="2646" y="271"/>
                    </a:cubicBezTo>
                    <a:cubicBezTo>
                      <a:pt x="3276" y="271"/>
                      <a:pt x="3867" y="425"/>
                      <a:pt x="4354" y="912"/>
                    </a:cubicBezTo>
                    <a:cubicBezTo>
                      <a:pt x="4748" y="1306"/>
                      <a:pt x="4906" y="1818"/>
                      <a:pt x="5004" y="2360"/>
                    </a:cubicBezTo>
                    <a:cubicBezTo>
                      <a:pt x="5113" y="2921"/>
                      <a:pt x="5142" y="3502"/>
                      <a:pt x="5300" y="4054"/>
                    </a:cubicBezTo>
                    <a:cubicBezTo>
                      <a:pt x="5649" y="5289"/>
                      <a:pt x="6250" y="5821"/>
                      <a:pt x="7381" y="5821"/>
                    </a:cubicBezTo>
                    <a:cubicBezTo>
                      <a:pt x="7432" y="5821"/>
                      <a:pt x="7483" y="5819"/>
                      <a:pt x="7536" y="5817"/>
                    </a:cubicBezTo>
                    <a:cubicBezTo>
                      <a:pt x="8038" y="5808"/>
                      <a:pt x="8531" y="5768"/>
                      <a:pt x="9033" y="5739"/>
                    </a:cubicBezTo>
                    <a:cubicBezTo>
                      <a:pt x="9264" y="5721"/>
                      <a:pt x="9494" y="5706"/>
                      <a:pt x="9724" y="5706"/>
                    </a:cubicBezTo>
                    <a:cubicBezTo>
                      <a:pt x="10014" y="5706"/>
                      <a:pt x="10304" y="5730"/>
                      <a:pt x="10590" y="5808"/>
                    </a:cubicBezTo>
                    <a:cubicBezTo>
                      <a:pt x="11161" y="5975"/>
                      <a:pt x="11338" y="6300"/>
                      <a:pt x="11171" y="6871"/>
                    </a:cubicBezTo>
                    <a:cubicBezTo>
                      <a:pt x="11082" y="7137"/>
                      <a:pt x="10984" y="7403"/>
                      <a:pt x="10935" y="7679"/>
                    </a:cubicBezTo>
                    <a:cubicBezTo>
                      <a:pt x="10806" y="8270"/>
                      <a:pt x="11122" y="8753"/>
                      <a:pt x="11723" y="8871"/>
                    </a:cubicBezTo>
                    <a:cubicBezTo>
                      <a:pt x="11851" y="8901"/>
                      <a:pt x="11990" y="8914"/>
                      <a:pt x="12123" y="8914"/>
                    </a:cubicBezTo>
                    <a:cubicBezTo>
                      <a:pt x="12165" y="8914"/>
                      <a:pt x="12205" y="8913"/>
                      <a:pt x="12245" y="8910"/>
                    </a:cubicBezTo>
                    <a:cubicBezTo>
                      <a:pt x="12649" y="8871"/>
                      <a:pt x="13052" y="8812"/>
                      <a:pt x="13456" y="8753"/>
                    </a:cubicBezTo>
                    <a:cubicBezTo>
                      <a:pt x="13527" y="8744"/>
                      <a:pt x="13585" y="8738"/>
                      <a:pt x="13633" y="8738"/>
                    </a:cubicBezTo>
                    <a:cubicBezTo>
                      <a:pt x="13794" y="8738"/>
                      <a:pt x="13847" y="8804"/>
                      <a:pt x="13900" y="9039"/>
                    </a:cubicBezTo>
                    <a:cubicBezTo>
                      <a:pt x="13988" y="9383"/>
                      <a:pt x="14047" y="9748"/>
                      <a:pt x="14126" y="10093"/>
                    </a:cubicBezTo>
                    <a:cubicBezTo>
                      <a:pt x="14166" y="10250"/>
                      <a:pt x="14106" y="10339"/>
                      <a:pt x="13969" y="10378"/>
                    </a:cubicBezTo>
                    <a:cubicBezTo>
                      <a:pt x="13673" y="10467"/>
                      <a:pt x="13387" y="10565"/>
                      <a:pt x="13082" y="10644"/>
                    </a:cubicBezTo>
                    <a:cubicBezTo>
                      <a:pt x="12623" y="10760"/>
                      <a:pt x="12168" y="10842"/>
                      <a:pt x="11710" y="10842"/>
                    </a:cubicBezTo>
                    <a:cubicBezTo>
                      <a:pt x="11313" y="10842"/>
                      <a:pt x="10914" y="10780"/>
                      <a:pt x="10511" y="10625"/>
                    </a:cubicBezTo>
                    <a:cubicBezTo>
                      <a:pt x="9733" y="10329"/>
                      <a:pt x="8974" y="9708"/>
                      <a:pt x="9250" y="8556"/>
                    </a:cubicBezTo>
                    <a:cubicBezTo>
                      <a:pt x="9289" y="8418"/>
                      <a:pt x="9299" y="8260"/>
                      <a:pt x="9309" y="8113"/>
                    </a:cubicBezTo>
                    <a:cubicBezTo>
                      <a:pt x="9319" y="7797"/>
                      <a:pt x="9171" y="7610"/>
                      <a:pt x="8846" y="7590"/>
                    </a:cubicBezTo>
                    <a:cubicBezTo>
                      <a:pt x="8786" y="7583"/>
                      <a:pt x="8727" y="7580"/>
                      <a:pt x="8667" y="7580"/>
                    </a:cubicBezTo>
                    <a:cubicBezTo>
                      <a:pt x="8500" y="7580"/>
                      <a:pt x="8333" y="7603"/>
                      <a:pt x="8166" y="7610"/>
                    </a:cubicBezTo>
                    <a:cubicBezTo>
                      <a:pt x="7824" y="7617"/>
                      <a:pt x="7476" y="7666"/>
                      <a:pt x="7139" y="7666"/>
                    </a:cubicBezTo>
                    <a:cubicBezTo>
                      <a:pt x="7010" y="7666"/>
                      <a:pt x="6883" y="7659"/>
                      <a:pt x="6758" y="7640"/>
                    </a:cubicBezTo>
                    <a:cubicBezTo>
                      <a:pt x="5290" y="7413"/>
                      <a:pt x="4344" y="6556"/>
                      <a:pt x="4019" y="5108"/>
                    </a:cubicBezTo>
                    <a:cubicBezTo>
                      <a:pt x="3891" y="4517"/>
                      <a:pt x="3812" y="3916"/>
                      <a:pt x="3704" y="3325"/>
                    </a:cubicBezTo>
                    <a:cubicBezTo>
                      <a:pt x="3596" y="2734"/>
                      <a:pt x="3271" y="2370"/>
                      <a:pt x="2758" y="2311"/>
                    </a:cubicBezTo>
                    <a:cubicBezTo>
                      <a:pt x="2622" y="2297"/>
                      <a:pt x="2483" y="2288"/>
                      <a:pt x="2344" y="2288"/>
                    </a:cubicBezTo>
                    <a:cubicBezTo>
                      <a:pt x="2174" y="2288"/>
                      <a:pt x="2005" y="2302"/>
                      <a:pt x="1842" y="2340"/>
                    </a:cubicBezTo>
                    <a:cubicBezTo>
                      <a:pt x="1222" y="2468"/>
                      <a:pt x="611" y="2655"/>
                      <a:pt x="0" y="2823"/>
                    </a:cubicBezTo>
                    <a:lnTo>
                      <a:pt x="0" y="3099"/>
                    </a:lnTo>
                    <a:cubicBezTo>
                      <a:pt x="375" y="2990"/>
                      <a:pt x="739" y="2872"/>
                      <a:pt x="1113" y="2774"/>
                    </a:cubicBezTo>
                    <a:cubicBezTo>
                      <a:pt x="1533" y="2651"/>
                      <a:pt x="1945" y="2552"/>
                      <a:pt x="2377" y="2552"/>
                    </a:cubicBezTo>
                    <a:cubicBezTo>
                      <a:pt x="2432" y="2552"/>
                      <a:pt x="2487" y="2553"/>
                      <a:pt x="2542" y="2557"/>
                    </a:cubicBezTo>
                    <a:cubicBezTo>
                      <a:pt x="2985" y="2576"/>
                      <a:pt x="3281" y="2783"/>
                      <a:pt x="3399" y="3207"/>
                    </a:cubicBezTo>
                    <a:cubicBezTo>
                      <a:pt x="3428" y="3296"/>
                      <a:pt x="3448" y="3394"/>
                      <a:pt x="3468" y="3493"/>
                    </a:cubicBezTo>
                    <a:cubicBezTo>
                      <a:pt x="3556" y="4044"/>
                      <a:pt x="3635" y="4596"/>
                      <a:pt x="3753" y="5138"/>
                    </a:cubicBezTo>
                    <a:cubicBezTo>
                      <a:pt x="4049" y="6517"/>
                      <a:pt x="4876" y="7413"/>
                      <a:pt x="6236" y="7817"/>
                    </a:cubicBezTo>
                    <a:cubicBezTo>
                      <a:pt x="6551" y="7912"/>
                      <a:pt x="6869" y="7942"/>
                      <a:pt x="7189" y="7942"/>
                    </a:cubicBezTo>
                    <a:cubicBezTo>
                      <a:pt x="7468" y="7942"/>
                      <a:pt x="7748" y="7919"/>
                      <a:pt x="8029" y="7896"/>
                    </a:cubicBezTo>
                    <a:cubicBezTo>
                      <a:pt x="8275" y="7866"/>
                      <a:pt x="8511" y="7837"/>
                      <a:pt x="8758" y="7837"/>
                    </a:cubicBezTo>
                    <a:cubicBezTo>
                      <a:pt x="8984" y="7837"/>
                      <a:pt x="9073" y="7965"/>
                      <a:pt x="9043" y="8201"/>
                    </a:cubicBezTo>
                    <a:cubicBezTo>
                      <a:pt x="9014" y="8379"/>
                      <a:pt x="8974" y="8566"/>
                      <a:pt x="8955" y="8743"/>
                    </a:cubicBezTo>
                    <a:cubicBezTo>
                      <a:pt x="8905" y="9245"/>
                      <a:pt x="8955" y="9718"/>
                      <a:pt x="9299" y="10112"/>
                    </a:cubicBezTo>
                    <a:cubicBezTo>
                      <a:pt x="9546" y="10398"/>
                      <a:pt x="9831" y="10634"/>
                      <a:pt x="10186" y="10782"/>
                    </a:cubicBezTo>
                    <a:cubicBezTo>
                      <a:pt x="10672" y="10993"/>
                      <a:pt x="11174" y="11117"/>
                      <a:pt x="11689" y="11117"/>
                    </a:cubicBezTo>
                    <a:cubicBezTo>
                      <a:pt x="11873" y="11117"/>
                      <a:pt x="12058" y="11102"/>
                      <a:pt x="12245" y="11068"/>
                    </a:cubicBezTo>
                    <a:cubicBezTo>
                      <a:pt x="12836" y="10950"/>
                      <a:pt x="13427" y="10802"/>
                      <a:pt x="14018" y="10644"/>
                    </a:cubicBezTo>
                    <a:cubicBezTo>
                      <a:pt x="14363" y="10556"/>
                      <a:pt x="14432" y="10418"/>
                      <a:pt x="14382" y="10063"/>
                    </a:cubicBezTo>
                    <a:cubicBezTo>
                      <a:pt x="14343" y="9738"/>
                      <a:pt x="14274" y="9423"/>
                      <a:pt x="14195" y="9117"/>
                    </a:cubicBezTo>
                    <a:cubicBezTo>
                      <a:pt x="14084" y="8628"/>
                      <a:pt x="13984" y="8473"/>
                      <a:pt x="13659" y="8473"/>
                    </a:cubicBezTo>
                    <a:cubicBezTo>
                      <a:pt x="13552" y="8473"/>
                      <a:pt x="13422" y="8490"/>
                      <a:pt x="13259" y="8516"/>
                    </a:cubicBezTo>
                    <a:cubicBezTo>
                      <a:pt x="12855" y="8576"/>
                      <a:pt x="12442" y="8635"/>
                      <a:pt x="12028" y="8645"/>
                    </a:cubicBezTo>
                    <a:cubicBezTo>
                      <a:pt x="12021" y="8645"/>
                      <a:pt x="12014" y="8645"/>
                      <a:pt x="12007" y="8645"/>
                    </a:cubicBezTo>
                    <a:cubicBezTo>
                      <a:pt x="11390" y="8645"/>
                      <a:pt x="11045" y="8224"/>
                      <a:pt x="11220" y="7610"/>
                    </a:cubicBezTo>
                    <a:cubicBezTo>
                      <a:pt x="11289" y="7364"/>
                      <a:pt x="11378" y="7128"/>
                      <a:pt x="11447" y="6881"/>
                    </a:cubicBezTo>
                    <a:cubicBezTo>
                      <a:pt x="11624" y="6221"/>
                      <a:pt x="11388" y="5778"/>
                      <a:pt x="10728" y="5571"/>
                    </a:cubicBezTo>
                    <a:cubicBezTo>
                      <a:pt x="10418" y="5473"/>
                      <a:pt x="10103" y="5445"/>
                      <a:pt x="9786" y="5445"/>
                    </a:cubicBezTo>
                    <a:cubicBezTo>
                      <a:pt x="9497" y="5445"/>
                      <a:pt x="9206" y="5468"/>
                      <a:pt x="8915" y="5482"/>
                    </a:cubicBezTo>
                    <a:cubicBezTo>
                      <a:pt x="8370" y="5500"/>
                      <a:pt x="7818" y="5533"/>
                      <a:pt x="7272" y="5533"/>
                    </a:cubicBezTo>
                    <a:cubicBezTo>
                      <a:pt x="7205" y="5533"/>
                      <a:pt x="7139" y="5533"/>
                      <a:pt x="7073" y="5532"/>
                    </a:cubicBezTo>
                    <a:cubicBezTo>
                      <a:pt x="6561" y="5512"/>
                      <a:pt x="6167" y="5246"/>
                      <a:pt x="5901" y="4803"/>
                    </a:cubicBezTo>
                    <a:cubicBezTo>
                      <a:pt x="5694" y="4458"/>
                      <a:pt x="5546" y="4093"/>
                      <a:pt x="5477" y="3690"/>
                    </a:cubicBezTo>
                    <a:cubicBezTo>
                      <a:pt x="5398" y="3187"/>
                      <a:pt x="5339" y="2675"/>
                      <a:pt x="5241" y="2173"/>
                    </a:cubicBezTo>
                    <a:cubicBezTo>
                      <a:pt x="5093" y="1394"/>
                      <a:pt x="4758" y="725"/>
                      <a:pt x="4019" y="321"/>
                    </a:cubicBezTo>
                    <a:cubicBezTo>
                      <a:pt x="3585" y="83"/>
                      <a:pt x="3133" y="0"/>
                      <a:pt x="26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38"/>
              <p:cNvSpPr/>
              <p:nvPr/>
            </p:nvSpPr>
            <p:spPr>
              <a:xfrm>
                <a:off x="160186" y="1667915"/>
                <a:ext cx="768411" cy="595040"/>
              </a:xfrm>
              <a:custGeom>
                <a:avLst/>
                <a:gdLst/>
                <a:ahLst/>
                <a:cxnLst/>
                <a:rect l="l" t="t" r="r" b="b"/>
                <a:pathLst>
                  <a:path w="14619" h="11319" extrusionOk="0">
                    <a:moveTo>
                      <a:pt x="12109" y="1"/>
                    </a:moveTo>
                    <a:cubicBezTo>
                      <a:pt x="11832" y="1"/>
                      <a:pt x="11619" y="128"/>
                      <a:pt x="11466" y="394"/>
                    </a:cubicBezTo>
                    <a:cubicBezTo>
                      <a:pt x="11368" y="561"/>
                      <a:pt x="11279" y="739"/>
                      <a:pt x="11201" y="916"/>
                    </a:cubicBezTo>
                    <a:cubicBezTo>
                      <a:pt x="10954" y="1468"/>
                      <a:pt x="10728" y="2029"/>
                      <a:pt x="10452" y="2571"/>
                    </a:cubicBezTo>
                    <a:cubicBezTo>
                      <a:pt x="10212" y="3056"/>
                      <a:pt x="9960" y="3278"/>
                      <a:pt x="9600" y="3278"/>
                    </a:cubicBezTo>
                    <a:cubicBezTo>
                      <a:pt x="9412" y="3278"/>
                      <a:pt x="9195" y="3218"/>
                      <a:pt x="8935" y="3103"/>
                    </a:cubicBezTo>
                    <a:cubicBezTo>
                      <a:pt x="8492" y="2906"/>
                      <a:pt x="8048" y="2699"/>
                      <a:pt x="7585" y="2551"/>
                    </a:cubicBezTo>
                    <a:cubicBezTo>
                      <a:pt x="7372" y="2480"/>
                      <a:pt x="7165" y="2445"/>
                      <a:pt x="6969" y="2445"/>
                    </a:cubicBezTo>
                    <a:cubicBezTo>
                      <a:pt x="6459" y="2445"/>
                      <a:pt x="6013" y="2683"/>
                      <a:pt x="5664" y="3152"/>
                    </a:cubicBezTo>
                    <a:cubicBezTo>
                      <a:pt x="5428" y="3457"/>
                      <a:pt x="5251" y="3832"/>
                      <a:pt x="5093" y="4186"/>
                    </a:cubicBezTo>
                    <a:cubicBezTo>
                      <a:pt x="4876" y="4659"/>
                      <a:pt x="4719" y="5152"/>
                      <a:pt x="4502" y="5625"/>
                    </a:cubicBezTo>
                    <a:cubicBezTo>
                      <a:pt x="4396" y="5865"/>
                      <a:pt x="4275" y="5963"/>
                      <a:pt x="4087" y="5963"/>
                    </a:cubicBezTo>
                    <a:cubicBezTo>
                      <a:pt x="4014" y="5963"/>
                      <a:pt x="3930" y="5948"/>
                      <a:pt x="3832" y="5920"/>
                    </a:cubicBezTo>
                    <a:cubicBezTo>
                      <a:pt x="3507" y="5832"/>
                      <a:pt x="3182" y="5713"/>
                      <a:pt x="2857" y="5625"/>
                    </a:cubicBezTo>
                    <a:cubicBezTo>
                      <a:pt x="2583" y="5544"/>
                      <a:pt x="2315" y="5497"/>
                      <a:pt x="2053" y="5497"/>
                    </a:cubicBezTo>
                    <a:cubicBezTo>
                      <a:pt x="1672" y="5497"/>
                      <a:pt x="1305" y="5597"/>
                      <a:pt x="956" y="5841"/>
                    </a:cubicBezTo>
                    <a:cubicBezTo>
                      <a:pt x="621" y="6078"/>
                      <a:pt x="355" y="6373"/>
                      <a:pt x="138" y="6708"/>
                    </a:cubicBezTo>
                    <a:cubicBezTo>
                      <a:pt x="99" y="6767"/>
                      <a:pt x="49" y="6817"/>
                      <a:pt x="0" y="6866"/>
                    </a:cubicBezTo>
                    <a:lnTo>
                      <a:pt x="0" y="7417"/>
                    </a:lnTo>
                    <a:cubicBezTo>
                      <a:pt x="40" y="7368"/>
                      <a:pt x="89" y="7329"/>
                      <a:pt x="118" y="7280"/>
                    </a:cubicBezTo>
                    <a:cubicBezTo>
                      <a:pt x="365" y="6935"/>
                      <a:pt x="581" y="6570"/>
                      <a:pt x="867" y="6275"/>
                    </a:cubicBezTo>
                    <a:cubicBezTo>
                      <a:pt x="1188" y="5938"/>
                      <a:pt x="1581" y="5756"/>
                      <a:pt x="2022" y="5756"/>
                    </a:cubicBezTo>
                    <a:cubicBezTo>
                      <a:pt x="2149" y="5756"/>
                      <a:pt x="2279" y="5771"/>
                      <a:pt x="2414" y="5802"/>
                    </a:cubicBezTo>
                    <a:cubicBezTo>
                      <a:pt x="2837" y="5900"/>
                      <a:pt x="3251" y="6048"/>
                      <a:pt x="3665" y="6157"/>
                    </a:cubicBezTo>
                    <a:cubicBezTo>
                      <a:pt x="3830" y="6202"/>
                      <a:pt x="3971" y="6226"/>
                      <a:pt x="4093" y="6226"/>
                    </a:cubicBezTo>
                    <a:cubicBezTo>
                      <a:pt x="4423" y="6226"/>
                      <a:pt x="4621" y="6049"/>
                      <a:pt x="4807" y="5625"/>
                    </a:cubicBezTo>
                    <a:cubicBezTo>
                      <a:pt x="5014" y="5162"/>
                      <a:pt x="5182" y="4689"/>
                      <a:pt x="5359" y="4216"/>
                    </a:cubicBezTo>
                    <a:cubicBezTo>
                      <a:pt x="5526" y="3783"/>
                      <a:pt x="5753" y="3389"/>
                      <a:pt x="6098" y="3073"/>
                    </a:cubicBezTo>
                    <a:cubicBezTo>
                      <a:pt x="6341" y="2864"/>
                      <a:pt x="6606" y="2725"/>
                      <a:pt x="6910" y="2725"/>
                    </a:cubicBezTo>
                    <a:cubicBezTo>
                      <a:pt x="6963" y="2725"/>
                      <a:pt x="7017" y="2730"/>
                      <a:pt x="7073" y="2738"/>
                    </a:cubicBezTo>
                    <a:cubicBezTo>
                      <a:pt x="7359" y="2778"/>
                      <a:pt x="7654" y="2857"/>
                      <a:pt x="7920" y="2955"/>
                    </a:cubicBezTo>
                    <a:cubicBezTo>
                      <a:pt x="8354" y="3113"/>
                      <a:pt x="8767" y="3320"/>
                      <a:pt x="9191" y="3487"/>
                    </a:cubicBezTo>
                    <a:cubicBezTo>
                      <a:pt x="9329" y="3537"/>
                      <a:pt x="9463" y="3562"/>
                      <a:pt x="9591" y="3562"/>
                    </a:cubicBezTo>
                    <a:cubicBezTo>
                      <a:pt x="9866" y="3562"/>
                      <a:pt x="10116" y="3446"/>
                      <a:pt x="10324" y="3211"/>
                    </a:cubicBezTo>
                    <a:cubicBezTo>
                      <a:pt x="10521" y="2975"/>
                      <a:pt x="10688" y="2709"/>
                      <a:pt x="10826" y="2423"/>
                    </a:cubicBezTo>
                    <a:cubicBezTo>
                      <a:pt x="11112" y="1852"/>
                      <a:pt x="11348" y="1251"/>
                      <a:pt x="11624" y="670"/>
                    </a:cubicBezTo>
                    <a:cubicBezTo>
                      <a:pt x="11757" y="389"/>
                      <a:pt x="11886" y="268"/>
                      <a:pt x="12098" y="268"/>
                    </a:cubicBezTo>
                    <a:cubicBezTo>
                      <a:pt x="12184" y="268"/>
                      <a:pt x="12283" y="288"/>
                      <a:pt x="12402" y="325"/>
                    </a:cubicBezTo>
                    <a:cubicBezTo>
                      <a:pt x="12944" y="502"/>
                      <a:pt x="13476" y="699"/>
                      <a:pt x="14008" y="896"/>
                    </a:cubicBezTo>
                    <a:cubicBezTo>
                      <a:pt x="14333" y="1024"/>
                      <a:pt x="14353" y="1064"/>
                      <a:pt x="14294" y="1399"/>
                    </a:cubicBezTo>
                    <a:cubicBezTo>
                      <a:pt x="14106" y="2610"/>
                      <a:pt x="13653" y="3723"/>
                      <a:pt x="12964" y="4728"/>
                    </a:cubicBezTo>
                    <a:cubicBezTo>
                      <a:pt x="12826" y="4925"/>
                      <a:pt x="12649" y="5112"/>
                      <a:pt x="12452" y="5240"/>
                    </a:cubicBezTo>
                    <a:cubicBezTo>
                      <a:pt x="11845" y="5670"/>
                      <a:pt x="11195" y="5906"/>
                      <a:pt x="10506" y="5906"/>
                    </a:cubicBezTo>
                    <a:cubicBezTo>
                      <a:pt x="10200" y="5906"/>
                      <a:pt x="9887" y="5860"/>
                      <a:pt x="9565" y="5763"/>
                    </a:cubicBezTo>
                    <a:cubicBezTo>
                      <a:pt x="9142" y="5644"/>
                      <a:pt x="8728" y="5487"/>
                      <a:pt x="8314" y="5359"/>
                    </a:cubicBezTo>
                    <a:cubicBezTo>
                      <a:pt x="8255" y="5342"/>
                      <a:pt x="8199" y="5334"/>
                      <a:pt x="8145" y="5334"/>
                    </a:cubicBezTo>
                    <a:cubicBezTo>
                      <a:pt x="7973" y="5334"/>
                      <a:pt x="7828" y="5416"/>
                      <a:pt x="7723" y="5566"/>
                    </a:cubicBezTo>
                    <a:cubicBezTo>
                      <a:pt x="7605" y="5743"/>
                      <a:pt x="7487" y="5940"/>
                      <a:pt x="7418" y="6137"/>
                    </a:cubicBezTo>
                    <a:cubicBezTo>
                      <a:pt x="7221" y="6669"/>
                      <a:pt x="6984" y="7181"/>
                      <a:pt x="6640" y="7624"/>
                    </a:cubicBezTo>
                    <a:cubicBezTo>
                      <a:pt x="6259" y="8114"/>
                      <a:pt x="5746" y="8374"/>
                      <a:pt x="5196" y="8374"/>
                    </a:cubicBezTo>
                    <a:cubicBezTo>
                      <a:pt x="4949" y="8374"/>
                      <a:pt x="4696" y="8322"/>
                      <a:pt x="4443" y="8215"/>
                    </a:cubicBezTo>
                    <a:cubicBezTo>
                      <a:pt x="4177" y="8097"/>
                      <a:pt x="3931" y="7949"/>
                      <a:pt x="3675" y="7812"/>
                    </a:cubicBezTo>
                    <a:cubicBezTo>
                      <a:pt x="3471" y="7710"/>
                      <a:pt x="3265" y="7640"/>
                      <a:pt x="3063" y="7640"/>
                    </a:cubicBezTo>
                    <a:cubicBezTo>
                      <a:pt x="2892" y="7640"/>
                      <a:pt x="2724" y="7690"/>
                      <a:pt x="2561" y="7812"/>
                    </a:cubicBezTo>
                    <a:cubicBezTo>
                      <a:pt x="2384" y="7949"/>
                      <a:pt x="2246" y="8146"/>
                      <a:pt x="2138" y="8343"/>
                    </a:cubicBezTo>
                    <a:cubicBezTo>
                      <a:pt x="1901" y="8777"/>
                      <a:pt x="1704" y="9230"/>
                      <a:pt x="1468" y="9654"/>
                    </a:cubicBezTo>
                    <a:cubicBezTo>
                      <a:pt x="1291" y="9979"/>
                      <a:pt x="1074" y="10294"/>
                      <a:pt x="847" y="10580"/>
                    </a:cubicBezTo>
                    <a:cubicBezTo>
                      <a:pt x="641" y="10846"/>
                      <a:pt x="325" y="10944"/>
                      <a:pt x="0" y="11003"/>
                    </a:cubicBezTo>
                    <a:lnTo>
                      <a:pt x="0" y="11318"/>
                    </a:lnTo>
                    <a:cubicBezTo>
                      <a:pt x="148" y="11259"/>
                      <a:pt x="306" y="11230"/>
                      <a:pt x="444" y="11151"/>
                    </a:cubicBezTo>
                    <a:cubicBezTo>
                      <a:pt x="660" y="11033"/>
                      <a:pt x="897" y="10924"/>
                      <a:pt x="1054" y="10747"/>
                    </a:cubicBezTo>
                    <a:cubicBezTo>
                      <a:pt x="1301" y="10461"/>
                      <a:pt x="1507" y="10136"/>
                      <a:pt x="1695" y="9811"/>
                    </a:cubicBezTo>
                    <a:cubicBezTo>
                      <a:pt x="1961" y="9329"/>
                      <a:pt x="2177" y="8816"/>
                      <a:pt x="2453" y="8343"/>
                    </a:cubicBezTo>
                    <a:cubicBezTo>
                      <a:pt x="2614" y="8053"/>
                      <a:pt x="2825" y="7914"/>
                      <a:pt x="3075" y="7914"/>
                    </a:cubicBezTo>
                    <a:cubicBezTo>
                      <a:pt x="3223" y="7914"/>
                      <a:pt x="3384" y="7962"/>
                      <a:pt x="3556" y="8058"/>
                    </a:cubicBezTo>
                    <a:cubicBezTo>
                      <a:pt x="3704" y="8137"/>
                      <a:pt x="3852" y="8235"/>
                      <a:pt x="4000" y="8314"/>
                    </a:cubicBezTo>
                    <a:cubicBezTo>
                      <a:pt x="4374" y="8510"/>
                      <a:pt x="4772" y="8633"/>
                      <a:pt x="5202" y="8633"/>
                    </a:cubicBezTo>
                    <a:cubicBezTo>
                      <a:pt x="5247" y="8633"/>
                      <a:pt x="5293" y="8632"/>
                      <a:pt x="5339" y="8629"/>
                    </a:cubicBezTo>
                    <a:cubicBezTo>
                      <a:pt x="6088" y="8580"/>
                      <a:pt x="6600" y="8186"/>
                      <a:pt x="7004" y="7585"/>
                    </a:cubicBezTo>
                    <a:cubicBezTo>
                      <a:pt x="7309" y="7142"/>
                      <a:pt x="7506" y="6639"/>
                      <a:pt x="7704" y="6137"/>
                    </a:cubicBezTo>
                    <a:cubicBezTo>
                      <a:pt x="7850" y="5768"/>
                      <a:pt x="7951" y="5617"/>
                      <a:pt x="8158" y="5617"/>
                    </a:cubicBezTo>
                    <a:cubicBezTo>
                      <a:pt x="8271" y="5617"/>
                      <a:pt x="8417" y="5663"/>
                      <a:pt x="8620" y="5743"/>
                    </a:cubicBezTo>
                    <a:cubicBezTo>
                      <a:pt x="9209" y="5966"/>
                      <a:pt x="9799" y="6173"/>
                      <a:pt x="10432" y="6173"/>
                    </a:cubicBezTo>
                    <a:cubicBezTo>
                      <a:pt x="10497" y="6173"/>
                      <a:pt x="10563" y="6171"/>
                      <a:pt x="10629" y="6166"/>
                    </a:cubicBezTo>
                    <a:cubicBezTo>
                      <a:pt x="11693" y="6088"/>
                      <a:pt x="12629" y="5713"/>
                      <a:pt x="13249" y="4797"/>
                    </a:cubicBezTo>
                    <a:cubicBezTo>
                      <a:pt x="13959" y="3733"/>
                      <a:pt x="14412" y="2571"/>
                      <a:pt x="14579" y="1300"/>
                    </a:cubicBezTo>
                    <a:cubicBezTo>
                      <a:pt x="14619" y="995"/>
                      <a:pt x="14530" y="808"/>
                      <a:pt x="14225" y="699"/>
                    </a:cubicBezTo>
                    <a:cubicBezTo>
                      <a:pt x="13673" y="483"/>
                      <a:pt x="13112" y="286"/>
                      <a:pt x="12550" y="89"/>
                    </a:cubicBezTo>
                    <a:cubicBezTo>
                      <a:pt x="12471" y="59"/>
                      <a:pt x="12383" y="39"/>
                      <a:pt x="12304" y="20"/>
                    </a:cubicBezTo>
                    <a:cubicBezTo>
                      <a:pt x="12235" y="7"/>
                      <a:pt x="12170" y="1"/>
                      <a:pt x="121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38"/>
              <p:cNvSpPr/>
              <p:nvPr/>
            </p:nvSpPr>
            <p:spPr>
              <a:xfrm>
                <a:off x="160186" y="1394626"/>
                <a:ext cx="379028" cy="534847"/>
              </a:xfrm>
              <a:custGeom>
                <a:avLst/>
                <a:gdLst/>
                <a:ahLst/>
                <a:cxnLst/>
                <a:rect l="l" t="t" r="r" b="b"/>
                <a:pathLst>
                  <a:path w="7211" h="10174" extrusionOk="0">
                    <a:moveTo>
                      <a:pt x="6004" y="0"/>
                    </a:moveTo>
                    <a:cubicBezTo>
                      <a:pt x="5984" y="0"/>
                      <a:pt x="5962" y="3"/>
                      <a:pt x="5940" y="8"/>
                    </a:cubicBezTo>
                    <a:cubicBezTo>
                      <a:pt x="5389" y="116"/>
                      <a:pt x="4837" y="224"/>
                      <a:pt x="4295" y="352"/>
                    </a:cubicBezTo>
                    <a:cubicBezTo>
                      <a:pt x="4098" y="392"/>
                      <a:pt x="4000" y="530"/>
                      <a:pt x="4009" y="746"/>
                    </a:cubicBezTo>
                    <a:cubicBezTo>
                      <a:pt x="4059" y="1328"/>
                      <a:pt x="4108" y="1909"/>
                      <a:pt x="4118" y="2490"/>
                    </a:cubicBezTo>
                    <a:cubicBezTo>
                      <a:pt x="4128" y="2904"/>
                      <a:pt x="4108" y="3327"/>
                      <a:pt x="4049" y="3741"/>
                    </a:cubicBezTo>
                    <a:cubicBezTo>
                      <a:pt x="3980" y="4214"/>
                      <a:pt x="3694" y="4519"/>
                      <a:pt x="3212" y="4628"/>
                    </a:cubicBezTo>
                    <a:cubicBezTo>
                      <a:pt x="3103" y="4647"/>
                      <a:pt x="2985" y="4697"/>
                      <a:pt x="2867" y="4697"/>
                    </a:cubicBezTo>
                    <a:cubicBezTo>
                      <a:pt x="2757" y="4699"/>
                      <a:pt x="2647" y="4701"/>
                      <a:pt x="2536" y="4701"/>
                    </a:cubicBezTo>
                    <a:cubicBezTo>
                      <a:pt x="2268" y="4701"/>
                      <a:pt x="1999" y="4694"/>
                      <a:pt x="1734" y="4687"/>
                    </a:cubicBezTo>
                    <a:cubicBezTo>
                      <a:pt x="1301" y="4687"/>
                      <a:pt x="916" y="4805"/>
                      <a:pt x="581" y="5081"/>
                    </a:cubicBezTo>
                    <a:cubicBezTo>
                      <a:pt x="384" y="5258"/>
                      <a:pt x="197" y="5455"/>
                      <a:pt x="0" y="5642"/>
                    </a:cubicBezTo>
                    <a:lnTo>
                      <a:pt x="0" y="6115"/>
                    </a:lnTo>
                    <a:cubicBezTo>
                      <a:pt x="59" y="6056"/>
                      <a:pt x="118" y="6007"/>
                      <a:pt x="158" y="5948"/>
                    </a:cubicBezTo>
                    <a:cubicBezTo>
                      <a:pt x="569" y="5282"/>
                      <a:pt x="1136" y="4936"/>
                      <a:pt x="1879" y="4936"/>
                    </a:cubicBezTo>
                    <a:cubicBezTo>
                      <a:pt x="1972" y="4936"/>
                      <a:pt x="2068" y="4942"/>
                      <a:pt x="2167" y="4953"/>
                    </a:cubicBezTo>
                    <a:cubicBezTo>
                      <a:pt x="2311" y="4973"/>
                      <a:pt x="2455" y="4984"/>
                      <a:pt x="2598" y="4984"/>
                    </a:cubicBezTo>
                    <a:cubicBezTo>
                      <a:pt x="2877" y="4984"/>
                      <a:pt x="3155" y="4942"/>
                      <a:pt x="3428" y="4844"/>
                    </a:cubicBezTo>
                    <a:cubicBezTo>
                      <a:pt x="3822" y="4706"/>
                      <a:pt x="4118" y="4460"/>
                      <a:pt x="4236" y="4056"/>
                    </a:cubicBezTo>
                    <a:cubicBezTo>
                      <a:pt x="4315" y="3800"/>
                      <a:pt x="4374" y="3524"/>
                      <a:pt x="4374" y="3268"/>
                    </a:cubicBezTo>
                    <a:cubicBezTo>
                      <a:pt x="4364" y="2451"/>
                      <a:pt x="4325" y="1643"/>
                      <a:pt x="4295" y="825"/>
                    </a:cubicBezTo>
                    <a:cubicBezTo>
                      <a:pt x="4285" y="677"/>
                      <a:pt x="4325" y="599"/>
                      <a:pt x="4472" y="569"/>
                    </a:cubicBezTo>
                    <a:cubicBezTo>
                      <a:pt x="4837" y="490"/>
                      <a:pt x="5201" y="392"/>
                      <a:pt x="5566" y="333"/>
                    </a:cubicBezTo>
                    <a:cubicBezTo>
                      <a:pt x="5707" y="310"/>
                      <a:pt x="5809" y="293"/>
                      <a:pt x="5888" y="293"/>
                    </a:cubicBezTo>
                    <a:cubicBezTo>
                      <a:pt x="6078" y="293"/>
                      <a:pt x="6130" y="389"/>
                      <a:pt x="6255" y="717"/>
                    </a:cubicBezTo>
                    <a:cubicBezTo>
                      <a:pt x="6689" y="1800"/>
                      <a:pt x="6965" y="2933"/>
                      <a:pt x="6925" y="4105"/>
                    </a:cubicBezTo>
                    <a:cubicBezTo>
                      <a:pt x="6906" y="4539"/>
                      <a:pt x="6807" y="4962"/>
                      <a:pt x="6551" y="5337"/>
                    </a:cubicBezTo>
                    <a:cubicBezTo>
                      <a:pt x="5822" y="6411"/>
                      <a:pt x="4778" y="6962"/>
                      <a:pt x="3507" y="7090"/>
                    </a:cubicBezTo>
                    <a:cubicBezTo>
                      <a:pt x="2404" y="7199"/>
                      <a:pt x="1527" y="7681"/>
                      <a:pt x="857" y="8558"/>
                    </a:cubicBezTo>
                    <a:cubicBezTo>
                      <a:pt x="572" y="8932"/>
                      <a:pt x="286" y="9316"/>
                      <a:pt x="0" y="9701"/>
                    </a:cubicBezTo>
                    <a:lnTo>
                      <a:pt x="0" y="10173"/>
                    </a:lnTo>
                    <a:cubicBezTo>
                      <a:pt x="30" y="10154"/>
                      <a:pt x="69" y="10154"/>
                      <a:pt x="79" y="10134"/>
                    </a:cubicBezTo>
                    <a:cubicBezTo>
                      <a:pt x="424" y="9651"/>
                      <a:pt x="739" y="9169"/>
                      <a:pt x="1094" y="8706"/>
                    </a:cubicBezTo>
                    <a:cubicBezTo>
                      <a:pt x="1685" y="7928"/>
                      <a:pt x="2453" y="7474"/>
                      <a:pt x="3428" y="7376"/>
                    </a:cubicBezTo>
                    <a:cubicBezTo>
                      <a:pt x="4679" y="7248"/>
                      <a:pt x="5753" y="6775"/>
                      <a:pt x="6571" y="5780"/>
                    </a:cubicBezTo>
                    <a:cubicBezTo>
                      <a:pt x="7063" y="5169"/>
                      <a:pt x="7211" y="4490"/>
                      <a:pt x="7201" y="3741"/>
                    </a:cubicBezTo>
                    <a:cubicBezTo>
                      <a:pt x="7191" y="2914"/>
                      <a:pt x="7004" y="2116"/>
                      <a:pt x="6768" y="1328"/>
                    </a:cubicBezTo>
                    <a:cubicBezTo>
                      <a:pt x="6649" y="953"/>
                      <a:pt x="6472" y="589"/>
                      <a:pt x="6305" y="224"/>
                    </a:cubicBezTo>
                    <a:cubicBezTo>
                      <a:pt x="6244" y="112"/>
                      <a:pt x="6146" y="0"/>
                      <a:pt x="6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38"/>
              <p:cNvSpPr/>
              <p:nvPr/>
            </p:nvSpPr>
            <p:spPr>
              <a:xfrm>
                <a:off x="160186" y="551787"/>
                <a:ext cx="482103" cy="367464"/>
              </a:xfrm>
              <a:custGeom>
                <a:avLst/>
                <a:gdLst/>
                <a:ahLst/>
                <a:cxnLst/>
                <a:rect l="l" t="t" r="r" b="b"/>
                <a:pathLst>
                  <a:path w="9172" h="6990" extrusionOk="0">
                    <a:moveTo>
                      <a:pt x="37" y="0"/>
                    </a:moveTo>
                    <a:cubicBezTo>
                      <a:pt x="26" y="0"/>
                      <a:pt x="13" y="5"/>
                      <a:pt x="0" y="5"/>
                    </a:cubicBezTo>
                    <a:lnTo>
                      <a:pt x="0" y="359"/>
                    </a:lnTo>
                    <a:cubicBezTo>
                      <a:pt x="109" y="438"/>
                      <a:pt x="227" y="517"/>
                      <a:pt x="325" y="596"/>
                    </a:cubicBezTo>
                    <a:cubicBezTo>
                      <a:pt x="1153" y="1246"/>
                      <a:pt x="2118" y="1581"/>
                      <a:pt x="3133" y="1768"/>
                    </a:cubicBezTo>
                    <a:cubicBezTo>
                      <a:pt x="3980" y="1916"/>
                      <a:pt x="4837" y="1994"/>
                      <a:pt x="5684" y="2093"/>
                    </a:cubicBezTo>
                    <a:cubicBezTo>
                      <a:pt x="6413" y="2182"/>
                      <a:pt x="7152" y="2231"/>
                      <a:pt x="7841" y="2487"/>
                    </a:cubicBezTo>
                    <a:cubicBezTo>
                      <a:pt x="8137" y="2605"/>
                      <a:pt x="8413" y="2753"/>
                      <a:pt x="8620" y="3009"/>
                    </a:cubicBezTo>
                    <a:cubicBezTo>
                      <a:pt x="8856" y="3314"/>
                      <a:pt x="8787" y="3571"/>
                      <a:pt x="8413" y="3659"/>
                    </a:cubicBezTo>
                    <a:cubicBezTo>
                      <a:pt x="8038" y="3748"/>
                      <a:pt x="7644" y="3797"/>
                      <a:pt x="7250" y="3817"/>
                    </a:cubicBezTo>
                    <a:cubicBezTo>
                      <a:pt x="6482" y="3837"/>
                      <a:pt x="5714" y="3817"/>
                      <a:pt x="4965" y="3984"/>
                    </a:cubicBezTo>
                    <a:cubicBezTo>
                      <a:pt x="4857" y="4004"/>
                      <a:pt x="4748" y="4043"/>
                      <a:pt x="4650" y="4093"/>
                    </a:cubicBezTo>
                    <a:cubicBezTo>
                      <a:pt x="4305" y="4250"/>
                      <a:pt x="4177" y="4526"/>
                      <a:pt x="4295" y="4881"/>
                    </a:cubicBezTo>
                    <a:cubicBezTo>
                      <a:pt x="4364" y="5117"/>
                      <a:pt x="4492" y="5334"/>
                      <a:pt x="4551" y="5560"/>
                    </a:cubicBezTo>
                    <a:cubicBezTo>
                      <a:pt x="4610" y="5817"/>
                      <a:pt x="4650" y="6092"/>
                      <a:pt x="4640" y="6358"/>
                    </a:cubicBezTo>
                    <a:cubicBezTo>
                      <a:pt x="4632" y="6607"/>
                      <a:pt x="4498" y="6737"/>
                      <a:pt x="4280" y="6737"/>
                    </a:cubicBezTo>
                    <a:cubicBezTo>
                      <a:pt x="4239" y="6737"/>
                      <a:pt x="4194" y="6732"/>
                      <a:pt x="4147" y="6723"/>
                    </a:cubicBezTo>
                    <a:cubicBezTo>
                      <a:pt x="3606" y="6614"/>
                      <a:pt x="3093" y="6408"/>
                      <a:pt x="2640" y="6122"/>
                    </a:cubicBezTo>
                    <a:cubicBezTo>
                      <a:pt x="1832" y="5610"/>
                      <a:pt x="1044" y="5058"/>
                      <a:pt x="246" y="4536"/>
                    </a:cubicBezTo>
                    <a:cubicBezTo>
                      <a:pt x="168" y="4487"/>
                      <a:pt x="79" y="4457"/>
                      <a:pt x="0" y="4418"/>
                    </a:cubicBezTo>
                    <a:lnTo>
                      <a:pt x="0" y="4733"/>
                    </a:lnTo>
                    <a:cubicBezTo>
                      <a:pt x="286" y="4920"/>
                      <a:pt x="572" y="5088"/>
                      <a:pt x="847" y="5285"/>
                    </a:cubicBezTo>
                    <a:cubicBezTo>
                      <a:pt x="1616" y="5836"/>
                      <a:pt x="2394" y="6368"/>
                      <a:pt x="3271" y="6733"/>
                    </a:cubicBezTo>
                    <a:cubicBezTo>
                      <a:pt x="3593" y="6866"/>
                      <a:pt x="3916" y="6989"/>
                      <a:pt x="4274" y="6989"/>
                    </a:cubicBezTo>
                    <a:cubicBezTo>
                      <a:pt x="4288" y="6989"/>
                      <a:pt x="4301" y="6989"/>
                      <a:pt x="4315" y="6989"/>
                    </a:cubicBezTo>
                    <a:cubicBezTo>
                      <a:pt x="4581" y="6989"/>
                      <a:pt x="4778" y="6871"/>
                      <a:pt x="4837" y="6634"/>
                    </a:cubicBezTo>
                    <a:cubicBezTo>
                      <a:pt x="4906" y="6378"/>
                      <a:pt x="4945" y="6092"/>
                      <a:pt x="4896" y="5836"/>
                    </a:cubicBezTo>
                    <a:cubicBezTo>
                      <a:pt x="4837" y="5511"/>
                      <a:pt x="4689" y="5196"/>
                      <a:pt x="4571" y="4881"/>
                    </a:cubicBezTo>
                    <a:cubicBezTo>
                      <a:pt x="4472" y="4595"/>
                      <a:pt x="4532" y="4418"/>
                      <a:pt x="4817" y="4309"/>
                    </a:cubicBezTo>
                    <a:cubicBezTo>
                      <a:pt x="4975" y="4250"/>
                      <a:pt x="5142" y="4201"/>
                      <a:pt x="5310" y="4191"/>
                    </a:cubicBezTo>
                    <a:cubicBezTo>
                      <a:pt x="6039" y="4142"/>
                      <a:pt x="6768" y="4122"/>
                      <a:pt x="7487" y="4063"/>
                    </a:cubicBezTo>
                    <a:cubicBezTo>
                      <a:pt x="7841" y="4043"/>
                      <a:pt x="8196" y="4004"/>
                      <a:pt x="8531" y="3906"/>
                    </a:cubicBezTo>
                    <a:cubicBezTo>
                      <a:pt x="9053" y="3748"/>
                      <a:pt x="9171" y="3305"/>
                      <a:pt x="8846" y="2871"/>
                    </a:cubicBezTo>
                    <a:cubicBezTo>
                      <a:pt x="8600" y="2526"/>
                      <a:pt x="8235" y="2339"/>
                      <a:pt x="7851" y="2201"/>
                    </a:cubicBezTo>
                    <a:cubicBezTo>
                      <a:pt x="7063" y="1935"/>
                      <a:pt x="6246" y="1876"/>
                      <a:pt x="5428" y="1817"/>
                    </a:cubicBezTo>
                    <a:cubicBezTo>
                      <a:pt x="4532" y="1738"/>
                      <a:pt x="3645" y="1640"/>
                      <a:pt x="2768" y="1413"/>
                    </a:cubicBezTo>
                    <a:cubicBezTo>
                      <a:pt x="1754" y="1157"/>
                      <a:pt x="808" y="763"/>
                      <a:pt x="49" y="5"/>
                    </a:cubicBezTo>
                    <a:cubicBezTo>
                      <a:pt x="46" y="1"/>
                      <a:pt x="42" y="0"/>
                      <a:pt x="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38"/>
              <p:cNvSpPr/>
              <p:nvPr/>
            </p:nvSpPr>
            <p:spPr>
              <a:xfrm>
                <a:off x="160186" y="585166"/>
                <a:ext cx="440158" cy="300543"/>
              </a:xfrm>
              <a:custGeom>
                <a:avLst/>
                <a:gdLst/>
                <a:ahLst/>
                <a:cxnLst/>
                <a:rect l="l" t="t" r="r" b="b"/>
                <a:pathLst>
                  <a:path w="8374" h="5717" extrusionOk="0">
                    <a:moveTo>
                      <a:pt x="0" y="0"/>
                    </a:moveTo>
                    <a:lnTo>
                      <a:pt x="0" y="315"/>
                    </a:lnTo>
                    <a:cubicBezTo>
                      <a:pt x="158" y="414"/>
                      <a:pt x="325" y="502"/>
                      <a:pt x="483" y="611"/>
                    </a:cubicBezTo>
                    <a:cubicBezTo>
                      <a:pt x="1389" y="1251"/>
                      <a:pt x="2404" y="1665"/>
                      <a:pt x="3507" y="1783"/>
                    </a:cubicBezTo>
                    <a:cubicBezTo>
                      <a:pt x="4266" y="1862"/>
                      <a:pt x="5024" y="1891"/>
                      <a:pt x="5783" y="1941"/>
                    </a:cubicBezTo>
                    <a:cubicBezTo>
                      <a:pt x="6413" y="1970"/>
                      <a:pt x="7034" y="2108"/>
                      <a:pt x="7635" y="2285"/>
                    </a:cubicBezTo>
                    <a:cubicBezTo>
                      <a:pt x="7792" y="2325"/>
                      <a:pt x="7930" y="2433"/>
                      <a:pt x="8078" y="2512"/>
                    </a:cubicBezTo>
                    <a:cubicBezTo>
                      <a:pt x="8068" y="2532"/>
                      <a:pt x="8058" y="2551"/>
                      <a:pt x="8048" y="2581"/>
                    </a:cubicBezTo>
                    <a:cubicBezTo>
                      <a:pt x="7573" y="2599"/>
                      <a:pt x="7089" y="2641"/>
                      <a:pt x="6605" y="2641"/>
                    </a:cubicBezTo>
                    <a:cubicBezTo>
                      <a:pt x="6557" y="2641"/>
                      <a:pt x="6510" y="2641"/>
                      <a:pt x="6462" y="2640"/>
                    </a:cubicBezTo>
                    <a:cubicBezTo>
                      <a:pt x="6424" y="2640"/>
                      <a:pt x="6386" y="2639"/>
                      <a:pt x="6348" y="2639"/>
                    </a:cubicBezTo>
                    <a:cubicBezTo>
                      <a:pt x="5709" y="2639"/>
                      <a:pt x="5086" y="2717"/>
                      <a:pt x="4472" y="2847"/>
                    </a:cubicBezTo>
                    <a:cubicBezTo>
                      <a:pt x="3793" y="2985"/>
                      <a:pt x="3478" y="3536"/>
                      <a:pt x="3665" y="4206"/>
                    </a:cubicBezTo>
                    <a:cubicBezTo>
                      <a:pt x="3744" y="4502"/>
                      <a:pt x="3842" y="4788"/>
                      <a:pt x="3911" y="5083"/>
                    </a:cubicBezTo>
                    <a:cubicBezTo>
                      <a:pt x="3931" y="5172"/>
                      <a:pt x="3921" y="5339"/>
                      <a:pt x="3872" y="5379"/>
                    </a:cubicBezTo>
                    <a:cubicBezTo>
                      <a:pt x="3830" y="5405"/>
                      <a:pt x="3766" y="5417"/>
                      <a:pt x="3703" y="5417"/>
                    </a:cubicBezTo>
                    <a:cubicBezTo>
                      <a:pt x="3646" y="5417"/>
                      <a:pt x="3588" y="5407"/>
                      <a:pt x="3546" y="5388"/>
                    </a:cubicBezTo>
                    <a:cubicBezTo>
                      <a:pt x="3221" y="5221"/>
                      <a:pt x="2896" y="5053"/>
                      <a:pt x="2591" y="4847"/>
                    </a:cubicBezTo>
                    <a:cubicBezTo>
                      <a:pt x="1783" y="4315"/>
                      <a:pt x="985" y="3763"/>
                      <a:pt x="187" y="3211"/>
                    </a:cubicBezTo>
                    <a:cubicBezTo>
                      <a:pt x="128" y="3182"/>
                      <a:pt x="59" y="3172"/>
                      <a:pt x="0" y="3152"/>
                    </a:cubicBezTo>
                    <a:lnTo>
                      <a:pt x="0" y="3428"/>
                    </a:lnTo>
                    <a:cubicBezTo>
                      <a:pt x="40" y="3448"/>
                      <a:pt x="69" y="3468"/>
                      <a:pt x="109" y="3487"/>
                    </a:cubicBezTo>
                    <a:cubicBezTo>
                      <a:pt x="897" y="4029"/>
                      <a:pt x="1685" y="4581"/>
                      <a:pt x="2492" y="5103"/>
                    </a:cubicBezTo>
                    <a:cubicBezTo>
                      <a:pt x="2837" y="5329"/>
                      <a:pt x="3192" y="5526"/>
                      <a:pt x="3566" y="5674"/>
                    </a:cubicBezTo>
                    <a:cubicBezTo>
                      <a:pt x="3638" y="5703"/>
                      <a:pt x="3708" y="5716"/>
                      <a:pt x="3773" y="5716"/>
                    </a:cubicBezTo>
                    <a:cubicBezTo>
                      <a:pt x="4065" y="5716"/>
                      <a:pt x="4267" y="5451"/>
                      <a:pt x="4187" y="5113"/>
                    </a:cubicBezTo>
                    <a:cubicBezTo>
                      <a:pt x="4108" y="4768"/>
                      <a:pt x="4000" y="4433"/>
                      <a:pt x="3911" y="4088"/>
                    </a:cubicBezTo>
                    <a:cubicBezTo>
                      <a:pt x="3783" y="3635"/>
                      <a:pt x="3990" y="3241"/>
                      <a:pt x="4453" y="3133"/>
                    </a:cubicBezTo>
                    <a:cubicBezTo>
                      <a:pt x="4896" y="3034"/>
                      <a:pt x="5359" y="2965"/>
                      <a:pt x="5822" y="2926"/>
                    </a:cubicBezTo>
                    <a:cubicBezTo>
                      <a:pt x="6571" y="2876"/>
                      <a:pt x="7319" y="2867"/>
                      <a:pt x="8058" y="2827"/>
                    </a:cubicBezTo>
                    <a:cubicBezTo>
                      <a:pt x="8166" y="2827"/>
                      <a:pt x="8324" y="2758"/>
                      <a:pt x="8344" y="2679"/>
                    </a:cubicBezTo>
                    <a:cubicBezTo>
                      <a:pt x="8373" y="2591"/>
                      <a:pt x="8334" y="2423"/>
                      <a:pt x="8255" y="2354"/>
                    </a:cubicBezTo>
                    <a:cubicBezTo>
                      <a:pt x="8107" y="2226"/>
                      <a:pt x="7940" y="2098"/>
                      <a:pt x="7753" y="2039"/>
                    </a:cubicBezTo>
                    <a:cubicBezTo>
                      <a:pt x="7398" y="1921"/>
                      <a:pt x="7034" y="1813"/>
                      <a:pt x="6659" y="1773"/>
                    </a:cubicBezTo>
                    <a:cubicBezTo>
                      <a:pt x="5861" y="1685"/>
                      <a:pt x="5064" y="1625"/>
                      <a:pt x="4256" y="1586"/>
                    </a:cubicBezTo>
                    <a:cubicBezTo>
                      <a:pt x="3074" y="1517"/>
                      <a:pt x="1961" y="1251"/>
                      <a:pt x="966" y="601"/>
                    </a:cubicBezTo>
                    <a:cubicBezTo>
                      <a:pt x="680" y="414"/>
                      <a:pt x="394" y="227"/>
                      <a:pt x="109" y="39"/>
                    </a:cubicBezTo>
                    <a:cubicBezTo>
                      <a:pt x="79" y="20"/>
                      <a:pt x="40" y="1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38"/>
              <p:cNvSpPr/>
              <p:nvPr/>
            </p:nvSpPr>
            <p:spPr>
              <a:xfrm>
                <a:off x="160186" y="993602"/>
                <a:ext cx="698503" cy="476442"/>
              </a:xfrm>
              <a:custGeom>
                <a:avLst/>
                <a:gdLst/>
                <a:ahLst/>
                <a:cxnLst/>
                <a:rect l="l" t="t" r="r" b="b"/>
                <a:pathLst>
                  <a:path w="13289" h="9063" extrusionOk="0">
                    <a:moveTo>
                      <a:pt x="2000" y="1"/>
                    </a:moveTo>
                    <a:cubicBezTo>
                      <a:pt x="1670" y="1"/>
                      <a:pt x="1342" y="34"/>
                      <a:pt x="1015" y="91"/>
                    </a:cubicBezTo>
                    <a:cubicBezTo>
                      <a:pt x="680" y="150"/>
                      <a:pt x="345" y="229"/>
                      <a:pt x="0" y="308"/>
                    </a:cubicBezTo>
                    <a:lnTo>
                      <a:pt x="0" y="583"/>
                    </a:lnTo>
                    <a:cubicBezTo>
                      <a:pt x="89" y="564"/>
                      <a:pt x="168" y="554"/>
                      <a:pt x="246" y="534"/>
                    </a:cubicBezTo>
                    <a:cubicBezTo>
                      <a:pt x="810" y="368"/>
                      <a:pt x="1374" y="265"/>
                      <a:pt x="1950" y="265"/>
                    </a:cubicBezTo>
                    <a:cubicBezTo>
                      <a:pt x="2159" y="265"/>
                      <a:pt x="2369" y="279"/>
                      <a:pt x="2581" y="308"/>
                    </a:cubicBezTo>
                    <a:cubicBezTo>
                      <a:pt x="3487" y="426"/>
                      <a:pt x="3970" y="879"/>
                      <a:pt x="4197" y="1756"/>
                    </a:cubicBezTo>
                    <a:cubicBezTo>
                      <a:pt x="4374" y="2445"/>
                      <a:pt x="4551" y="3125"/>
                      <a:pt x="4778" y="3795"/>
                    </a:cubicBezTo>
                    <a:cubicBezTo>
                      <a:pt x="4945" y="4277"/>
                      <a:pt x="5123" y="4760"/>
                      <a:pt x="5526" y="5115"/>
                    </a:cubicBezTo>
                    <a:cubicBezTo>
                      <a:pt x="6034" y="5575"/>
                      <a:pt x="6644" y="5746"/>
                      <a:pt x="7303" y="5746"/>
                    </a:cubicBezTo>
                    <a:cubicBezTo>
                      <a:pt x="7321" y="5746"/>
                      <a:pt x="7340" y="5746"/>
                      <a:pt x="7359" y="5745"/>
                    </a:cubicBezTo>
                    <a:cubicBezTo>
                      <a:pt x="7859" y="5745"/>
                      <a:pt x="8360" y="5711"/>
                      <a:pt x="8861" y="5711"/>
                    </a:cubicBezTo>
                    <a:cubicBezTo>
                      <a:pt x="8961" y="5711"/>
                      <a:pt x="9061" y="5712"/>
                      <a:pt x="9161" y="5716"/>
                    </a:cubicBezTo>
                    <a:cubicBezTo>
                      <a:pt x="9949" y="5745"/>
                      <a:pt x="10087" y="6100"/>
                      <a:pt x="9979" y="6651"/>
                    </a:cubicBezTo>
                    <a:cubicBezTo>
                      <a:pt x="9930" y="6878"/>
                      <a:pt x="9900" y="7095"/>
                      <a:pt x="9861" y="7311"/>
                    </a:cubicBezTo>
                    <a:cubicBezTo>
                      <a:pt x="9782" y="7834"/>
                      <a:pt x="9920" y="8277"/>
                      <a:pt x="10334" y="8622"/>
                    </a:cubicBezTo>
                    <a:cubicBezTo>
                      <a:pt x="10600" y="8848"/>
                      <a:pt x="10905" y="9026"/>
                      <a:pt x="11240" y="9045"/>
                    </a:cubicBezTo>
                    <a:cubicBezTo>
                      <a:pt x="11407" y="9058"/>
                      <a:pt x="11576" y="9062"/>
                      <a:pt x="11745" y="9062"/>
                    </a:cubicBezTo>
                    <a:cubicBezTo>
                      <a:pt x="12102" y="9062"/>
                      <a:pt x="12461" y="9042"/>
                      <a:pt x="12816" y="9035"/>
                    </a:cubicBezTo>
                    <a:cubicBezTo>
                      <a:pt x="12924" y="9035"/>
                      <a:pt x="13043" y="9035"/>
                      <a:pt x="13141" y="8996"/>
                    </a:cubicBezTo>
                    <a:cubicBezTo>
                      <a:pt x="13200" y="8976"/>
                      <a:pt x="13240" y="8897"/>
                      <a:pt x="13289" y="8838"/>
                    </a:cubicBezTo>
                    <a:cubicBezTo>
                      <a:pt x="13230" y="8809"/>
                      <a:pt x="13161" y="8740"/>
                      <a:pt x="13112" y="8740"/>
                    </a:cubicBezTo>
                    <a:cubicBezTo>
                      <a:pt x="12678" y="8760"/>
                      <a:pt x="12245" y="8789"/>
                      <a:pt x="11811" y="8829"/>
                    </a:cubicBezTo>
                    <a:cubicBezTo>
                      <a:pt x="11766" y="8831"/>
                      <a:pt x="11721" y="8833"/>
                      <a:pt x="11677" y="8833"/>
                    </a:cubicBezTo>
                    <a:cubicBezTo>
                      <a:pt x="11278" y="8833"/>
                      <a:pt x="10918" y="8713"/>
                      <a:pt x="10590" y="8474"/>
                    </a:cubicBezTo>
                    <a:cubicBezTo>
                      <a:pt x="10235" y="8228"/>
                      <a:pt x="10048" y="7883"/>
                      <a:pt x="10127" y="7430"/>
                    </a:cubicBezTo>
                    <a:cubicBezTo>
                      <a:pt x="10166" y="7193"/>
                      <a:pt x="10196" y="6957"/>
                      <a:pt x="10235" y="6730"/>
                    </a:cubicBezTo>
                    <a:cubicBezTo>
                      <a:pt x="10363" y="6001"/>
                      <a:pt x="10097" y="5578"/>
                      <a:pt x="9437" y="5479"/>
                    </a:cubicBezTo>
                    <a:cubicBezTo>
                      <a:pt x="9211" y="5440"/>
                      <a:pt x="8964" y="5440"/>
                      <a:pt x="8728" y="5440"/>
                    </a:cubicBezTo>
                    <a:cubicBezTo>
                      <a:pt x="8333" y="5447"/>
                      <a:pt x="7938" y="5467"/>
                      <a:pt x="7544" y="5467"/>
                    </a:cubicBezTo>
                    <a:cubicBezTo>
                      <a:pt x="7357" y="5467"/>
                      <a:pt x="7171" y="5462"/>
                      <a:pt x="6984" y="5450"/>
                    </a:cubicBezTo>
                    <a:cubicBezTo>
                      <a:pt x="6186" y="5400"/>
                      <a:pt x="5586" y="5016"/>
                      <a:pt x="5251" y="4258"/>
                    </a:cubicBezTo>
                    <a:cubicBezTo>
                      <a:pt x="4896" y="3440"/>
                      <a:pt x="4640" y="2583"/>
                      <a:pt x="4453" y="1716"/>
                    </a:cubicBezTo>
                    <a:cubicBezTo>
                      <a:pt x="4246" y="751"/>
                      <a:pt x="3704" y="239"/>
                      <a:pt x="2739" y="61"/>
                    </a:cubicBezTo>
                    <a:cubicBezTo>
                      <a:pt x="2491" y="19"/>
                      <a:pt x="2245" y="1"/>
                      <a:pt x="20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38"/>
              <p:cNvSpPr/>
              <p:nvPr/>
            </p:nvSpPr>
            <p:spPr>
              <a:xfrm>
                <a:off x="160186" y="1535344"/>
                <a:ext cx="330881" cy="313317"/>
              </a:xfrm>
              <a:custGeom>
                <a:avLst/>
                <a:gdLst/>
                <a:ahLst/>
                <a:cxnLst/>
                <a:rect l="l" t="t" r="r" b="b"/>
                <a:pathLst>
                  <a:path w="6295" h="5960" extrusionOk="0">
                    <a:moveTo>
                      <a:pt x="6098" y="0"/>
                    </a:moveTo>
                    <a:cubicBezTo>
                      <a:pt x="6058" y="59"/>
                      <a:pt x="5989" y="118"/>
                      <a:pt x="5989" y="177"/>
                    </a:cubicBezTo>
                    <a:cubicBezTo>
                      <a:pt x="5970" y="581"/>
                      <a:pt x="5980" y="995"/>
                      <a:pt x="5940" y="1399"/>
                    </a:cubicBezTo>
                    <a:cubicBezTo>
                      <a:pt x="5861" y="2266"/>
                      <a:pt x="5438" y="2926"/>
                      <a:pt x="4620" y="3300"/>
                    </a:cubicBezTo>
                    <a:cubicBezTo>
                      <a:pt x="4443" y="3389"/>
                      <a:pt x="4266" y="3458"/>
                      <a:pt x="4078" y="3517"/>
                    </a:cubicBezTo>
                    <a:cubicBezTo>
                      <a:pt x="3359" y="3724"/>
                      <a:pt x="2640" y="3921"/>
                      <a:pt x="1921" y="4137"/>
                    </a:cubicBezTo>
                    <a:cubicBezTo>
                      <a:pt x="1182" y="4364"/>
                      <a:pt x="601" y="4817"/>
                      <a:pt x="128" y="5428"/>
                    </a:cubicBezTo>
                    <a:cubicBezTo>
                      <a:pt x="99" y="5477"/>
                      <a:pt x="49" y="5517"/>
                      <a:pt x="0" y="5566"/>
                    </a:cubicBezTo>
                    <a:lnTo>
                      <a:pt x="0" y="5960"/>
                    </a:lnTo>
                    <a:cubicBezTo>
                      <a:pt x="49" y="5920"/>
                      <a:pt x="109" y="5901"/>
                      <a:pt x="148" y="5851"/>
                    </a:cubicBezTo>
                    <a:cubicBezTo>
                      <a:pt x="483" y="5369"/>
                      <a:pt x="867" y="4916"/>
                      <a:pt x="1409" y="4669"/>
                    </a:cubicBezTo>
                    <a:cubicBezTo>
                      <a:pt x="1941" y="4433"/>
                      <a:pt x="2512" y="4256"/>
                      <a:pt x="3064" y="4068"/>
                    </a:cubicBezTo>
                    <a:cubicBezTo>
                      <a:pt x="3517" y="3921"/>
                      <a:pt x="3990" y="3822"/>
                      <a:pt x="4443" y="3665"/>
                    </a:cubicBezTo>
                    <a:cubicBezTo>
                      <a:pt x="4876" y="3527"/>
                      <a:pt x="5261" y="3300"/>
                      <a:pt x="5576" y="2945"/>
                    </a:cubicBezTo>
                    <a:cubicBezTo>
                      <a:pt x="6295" y="2128"/>
                      <a:pt x="6275" y="1143"/>
                      <a:pt x="6246" y="158"/>
                    </a:cubicBezTo>
                    <a:cubicBezTo>
                      <a:pt x="6236" y="99"/>
                      <a:pt x="6147" y="59"/>
                      <a:pt x="60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38"/>
              <p:cNvSpPr/>
              <p:nvPr/>
            </p:nvSpPr>
            <p:spPr>
              <a:xfrm>
                <a:off x="160186" y="1274671"/>
                <a:ext cx="196268" cy="172692"/>
              </a:xfrm>
              <a:custGeom>
                <a:avLst/>
                <a:gdLst/>
                <a:ahLst/>
                <a:cxnLst/>
                <a:rect l="l" t="t" r="r" b="b"/>
                <a:pathLst>
                  <a:path w="3734" h="3285" extrusionOk="0">
                    <a:moveTo>
                      <a:pt x="2403" y="1"/>
                    </a:moveTo>
                    <a:cubicBezTo>
                      <a:pt x="2352" y="1"/>
                      <a:pt x="2293" y="33"/>
                      <a:pt x="2207" y="93"/>
                    </a:cubicBezTo>
                    <a:cubicBezTo>
                      <a:pt x="1951" y="260"/>
                      <a:pt x="1704" y="447"/>
                      <a:pt x="1429" y="595"/>
                    </a:cubicBezTo>
                    <a:cubicBezTo>
                      <a:pt x="996" y="836"/>
                      <a:pt x="545" y="1029"/>
                      <a:pt x="38" y="1029"/>
                    </a:cubicBezTo>
                    <a:cubicBezTo>
                      <a:pt x="25" y="1029"/>
                      <a:pt x="13" y="1029"/>
                      <a:pt x="0" y="1029"/>
                    </a:cubicBezTo>
                    <a:lnTo>
                      <a:pt x="0" y="1304"/>
                    </a:lnTo>
                    <a:cubicBezTo>
                      <a:pt x="906" y="1275"/>
                      <a:pt x="1645" y="822"/>
                      <a:pt x="2364" y="310"/>
                    </a:cubicBezTo>
                    <a:cubicBezTo>
                      <a:pt x="2699" y="851"/>
                      <a:pt x="3024" y="1383"/>
                      <a:pt x="3359" y="1925"/>
                    </a:cubicBezTo>
                    <a:cubicBezTo>
                      <a:pt x="2409" y="2490"/>
                      <a:pt x="1458" y="3014"/>
                      <a:pt x="336" y="3014"/>
                    </a:cubicBezTo>
                    <a:cubicBezTo>
                      <a:pt x="226" y="3014"/>
                      <a:pt x="114" y="3009"/>
                      <a:pt x="0" y="2999"/>
                    </a:cubicBezTo>
                    <a:lnTo>
                      <a:pt x="0" y="3275"/>
                    </a:lnTo>
                    <a:cubicBezTo>
                      <a:pt x="20" y="3265"/>
                      <a:pt x="40" y="3255"/>
                      <a:pt x="59" y="3255"/>
                    </a:cubicBezTo>
                    <a:cubicBezTo>
                      <a:pt x="186" y="3276"/>
                      <a:pt x="310" y="3285"/>
                      <a:pt x="434" y="3285"/>
                    </a:cubicBezTo>
                    <a:cubicBezTo>
                      <a:pt x="784" y="3285"/>
                      <a:pt x="1126" y="3212"/>
                      <a:pt x="1468" y="3117"/>
                    </a:cubicBezTo>
                    <a:cubicBezTo>
                      <a:pt x="2158" y="2930"/>
                      <a:pt x="2778" y="2585"/>
                      <a:pt x="3389" y="2230"/>
                    </a:cubicBezTo>
                    <a:cubicBezTo>
                      <a:pt x="3724" y="2033"/>
                      <a:pt x="3734" y="2024"/>
                      <a:pt x="3527" y="1689"/>
                    </a:cubicBezTo>
                    <a:cubicBezTo>
                      <a:pt x="3221" y="1186"/>
                      <a:pt x="2906" y="684"/>
                      <a:pt x="2591" y="172"/>
                    </a:cubicBezTo>
                    <a:cubicBezTo>
                      <a:pt x="2519" y="55"/>
                      <a:pt x="2468" y="1"/>
                      <a:pt x="24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38"/>
              <p:cNvSpPr/>
              <p:nvPr/>
            </p:nvSpPr>
            <p:spPr>
              <a:xfrm>
                <a:off x="160186" y="1873973"/>
                <a:ext cx="346439" cy="233621"/>
              </a:xfrm>
              <a:custGeom>
                <a:avLst/>
                <a:gdLst/>
                <a:ahLst/>
                <a:cxnLst/>
                <a:rect l="l" t="t" r="r" b="b"/>
                <a:pathLst>
                  <a:path w="6591" h="4444" extrusionOk="0">
                    <a:moveTo>
                      <a:pt x="6541" y="0"/>
                    </a:moveTo>
                    <a:cubicBezTo>
                      <a:pt x="6482" y="20"/>
                      <a:pt x="6403" y="40"/>
                      <a:pt x="6364" y="79"/>
                    </a:cubicBezTo>
                    <a:cubicBezTo>
                      <a:pt x="6295" y="178"/>
                      <a:pt x="6246" y="286"/>
                      <a:pt x="6186" y="385"/>
                    </a:cubicBezTo>
                    <a:cubicBezTo>
                      <a:pt x="5832" y="986"/>
                      <a:pt x="5497" y="1586"/>
                      <a:pt x="5132" y="2177"/>
                    </a:cubicBezTo>
                    <a:cubicBezTo>
                      <a:pt x="4886" y="2565"/>
                      <a:pt x="4536" y="2788"/>
                      <a:pt x="4091" y="2788"/>
                    </a:cubicBezTo>
                    <a:cubicBezTo>
                      <a:pt x="4039" y="2788"/>
                      <a:pt x="3985" y="2785"/>
                      <a:pt x="3931" y="2778"/>
                    </a:cubicBezTo>
                    <a:cubicBezTo>
                      <a:pt x="3753" y="2759"/>
                      <a:pt x="3566" y="2729"/>
                      <a:pt x="3389" y="2680"/>
                    </a:cubicBezTo>
                    <a:cubicBezTo>
                      <a:pt x="3031" y="2589"/>
                      <a:pt x="2674" y="2538"/>
                      <a:pt x="2312" y="2538"/>
                    </a:cubicBezTo>
                    <a:cubicBezTo>
                      <a:pt x="2205" y="2538"/>
                      <a:pt x="2098" y="2543"/>
                      <a:pt x="1990" y="2552"/>
                    </a:cubicBezTo>
                    <a:cubicBezTo>
                      <a:pt x="1527" y="2581"/>
                      <a:pt x="1153" y="2818"/>
                      <a:pt x="828" y="3123"/>
                    </a:cubicBezTo>
                    <a:cubicBezTo>
                      <a:pt x="542" y="3409"/>
                      <a:pt x="276" y="3714"/>
                      <a:pt x="0" y="4010"/>
                    </a:cubicBezTo>
                    <a:lnTo>
                      <a:pt x="0" y="4443"/>
                    </a:lnTo>
                    <a:cubicBezTo>
                      <a:pt x="49" y="4404"/>
                      <a:pt x="89" y="4364"/>
                      <a:pt x="128" y="4325"/>
                    </a:cubicBezTo>
                    <a:cubicBezTo>
                      <a:pt x="444" y="3970"/>
                      <a:pt x="739" y="3596"/>
                      <a:pt x="1084" y="3261"/>
                    </a:cubicBezTo>
                    <a:cubicBezTo>
                      <a:pt x="1411" y="2958"/>
                      <a:pt x="1797" y="2790"/>
                      <a:pt x="2225" y="2790"/>
                    </a:cubicBezTo>
                    <a:cubicBezTo>
                      <a:pt x="2325" y="2790"/>
                      <a:pt x="2428" y="2799"/>
                      <a:pt x="2532" y="2818"/>
                    </a:cubicBezTo>
                    <a:cubicBezTo>
                      <a:pt x="2906" y="2877"/>
                      <a:pt x="3271" y="2946"/>
                      <a:pt x="3635" y="3015"/>
                    </a:cubicBezTo>
                    <a:cubicBezTo>
                      <a:pt x="3774" y="3039"/>
                      <a:pt x="3908" y="3052"/>
                      <a:pt x="4036" y="3052"/>
                    </a:cubicBezTo>
                    <a:cubicBezTo>
                      <a:pt x="4583" y="3052"/>
                      <a:pt x="5036" y="2824"/>
                      <a:pt x="5379" y="2306"/>
                    </a:cubicBezTo>
                    <a:cubicBezTo>
                      <a:pt x="5448" y="2197"/>
                      <a:pt x="5517" y="2089"/>
                      <a:pt x="5586" y="1980"/>
                    </a:cubicBezTo>
                    <a:cubicBezTo>
                      <a:pt x="5891" y="1439"/>
                      <a:pt x="6206" y="897"/>
                      <a:pt x="6512" y="355"/>
                    </a:cubicBezTo>
                    <a:cubicBezTo>
                      <a:pt x="6541" y="306"/>
                      <a:pt x="6590" y="257"/>
                      <a:pt x="6590" y="197"/>
                    </a:cubicBezTo>
                    <a:cubicBezTo>
                      <a:pt x="6590" y="138"/>
                      <a:pt x="6561" y="69"/>
                      <a:pt x="65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38"/>
              <p:cNvSpPr/>
              <p:nvPr/>
            </p:nvSpPr>
            <p:spPr>
              <a:xfrm>
                <a:off x="160186" y="1484040"/>
                <a:ext cx="267753" cy="287978"/>
              </a:xfrm>
              <a:custGeom>
                <a:avLst/>
                <a:gdLst/>
                <a:ahLst/>
                <a:cxnLst/>
                <a:rect l="l" t="t" r="r" b="b"/>
                <a:pathLst>
                  <a:path w="5094" h="5478" extrusionOk="0">
                    <a:moveTo>
                      <a:pt x="4768" y="1"/>
                    </a:moveTo>
                    <a:cubicBezTo>
                      <a:pt x="4748" y="50"/>
                      <a:pt x="4709" y="99"/>
                      <a:pt x="4689" y="159"/>
                    </a:cubicBezTo>
                    <a:cubicBezTo>
                      <a:pt x="4679" y="198"/>
                      <a:pt x="4699" y="237"/>
                      <a:pt x="4709" y="277"/>
                    </a:cubicBezTo>
                    <a:cubicBezTo>
                      <a:pt x="4827" y="1006"/>
                      <a:pt x="4847" y="1725"/>
                      <a:pt x="4571" y="2424"/>
                    </a:cubicBezTo>
                    <a:cubicBezTo>
                      <a:pt x="4275" y="3183"/>
                      <a:pt x="3773" y="3705"/>
                      <a:pt x="2936" y="3853"/>
                    </a:cubicBezTo>
                    <a:cubicBezTo>
                      <a:pt x="2768" y="3882"/>
                      <a:pt x="2601" y="3912"/>
                      <a:pt x="2433" y="3941"/>
                    </a:cubicBezTo>
                    <a:cubicBezTo>
                      <a:pt x="1527" y="4089"/>
                      <a:pt x="680" y="4375"/>
                      <a:pt x="40" y="5084"/>
                    </a:cubicBezTo>
                    <a:lnTo>
                      <a:pt x="0" y="5084"/>
                    </a:lnTo>
                    <a:lnTo>
                      <a:pt x="0" y="5478"/>
                    </a:lnTo>
                    <a:cubicBezTo>
                      <a:pt x="40" y="5458"/>
                      <a:pt x="89" y="5438"/>
                      <a:pt x="109" y="5409"/>
                    </a:cubicBezTo>
                    <a:cubicBezTo>
                      <a:pt x="424" y="5005"/>
                      <a:pt x="818" y="4690"/>
                      <a:pt x="1301" y="4532"/>
                    </a:cubicBezTo>
                    <a:cubicBezTo>
                      <a:pt x="1803" y="4375"/>
                      <a:pt x="2325" y="4227"/>
                      <a:pt x="2857" y="4148"/>
                    </a:cubicBezTo>
                    <a:cubicBezTo>
                      <a:pt x="3941" y="3971"/>
                      <a:pt x="4571" y="3330"/>
                      <a:pt x="4896" y="2316"/>
                    </a:cubicBezTo>
                    <a:cubicBezTo>
                      <a:pt x="5093" y="1676"/>
                      <a:pt x="5083" y="1025"/>
                      <a:pt x="4995" y="375"/>
                    </a:cubicBezTo>
                    <a:cubicBezTo>
                      <a:pt x="4985" y="277"/>
                      <a:pt x="4975" y="188"/>
                      <a:pt x="4935" y="109"/>
                    </a:cubicBezTo>
                    <a:cubicBezTo>
                      <a:pt x="4906" y="60"/>
                      <a:pt x="4827" y="30"/>
                      <a:pt x="47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38"/>
              <p:cNvSpPr/>
              <p:nvPr/>
            </p:nvSpPr>
            <p:spPr>
              <a:xfrm>
                <a:off x="160186" y="1028033"/>
                <a:ext cx="158476" cy="31489"/>
              </a:xfrm>
              <a:custGeom>
                <a:avLst/>
                <a:gdLst/>
                <a:ahLst/>
                <a:cxnLst/>
                <a:rect l="l" t="t" r="r" b="b"/>
                <a:pathLst>
                  <a:path w="3015" h="599" extrusionOk="0">
                    <a:moveTo>
                      <a:pt x="1994" y="1"/>
                    </a:moveTo>
                    <a:cubicBezTo>
                      <a:pt x="1668" y="1"/>
                      <a:pt x="1341" y="39"/>
                      <a:pt x="1015" y="106"/>
                    </a:cubicBezTo>
                    <a:cubicBezTo>
                      <a:pt x="680" y="175"/>
                      <a:pt x="345" y="254"/>
                      <a:pt x="0" y="322"/>
                    </a:cubicBezTo>
                    <a:lnTo>
                      <a:pt x="0" y="598"/>
                    </a:lnTo>
                    <a:lnTo>
                      <a:pt x="40" y="598"/>
                    </a:lnTo>
                    <a:cubicBezTo>
                      <a:pt x="684" y="429"/>
                      <a:pt x="1324" y="273"/>
                      <a:pt x="1975" y="273"/>
                    </a:cubicBezTo>
                    <a:cubicBezTo>
                      <a:pt x="2270" y="273"/>
                      <a:pt x="2566" y="305"/>
                      <a:pt x="2867" y="382"/>
                    </a:cubicBezTo>
                    <a:cubicBezTo>
                      <a:pt x="2870" y="382"/>
                      <a:pt x="2873" y="383"/>
                      <a:pt x="2877" y="383"/>
                    </a:cubicBezTo>
                    <a:cubicBezTo>
                      <a:pt x="2919" y="383"/>
                      <a:pt x="2996" y="330"/>
                      <a:pt x="3005" y="303"/>
                    </a:cubicBezTo>
                    <a:cubicBezTo>
                      <a:pt x="3015" y="254"/>
                      <a:pt x="2975" y="175"/>
                      <a:pt x="2936" y="145"/>
                    </a:cubicBezTo>
                    <a:cubicBezTo>
                      <a:pt x="2886" y="106"/>
                      <a:pt x="2818" y="96"/>
                      <a:pt x="2758" y="76"/>
                    </a:cubicBezTo>
                    <a:cubicBezTo>
                      <a:pt x="2504" y="24"/>
                      <a:pt x="2249" y="1"/>
                      <a:pt x="19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38"/>
              <p:cNvSpPr/>
              <p:nvPr/>
            </p:nvSpPr>
            <p:spPr>
              <a:xfrm>
                <a:off x="160186" y="2070200"/>
                <a:ext cx="99974" cy="116075"/>
              </a:xfrm>
              <a:custGeom>
                <a:avLst/>
                <a:gdLst/>
                <a:ahLst/>
                <a:cxnLst/>
                <a:rect l="l" t="t" r="r" b="b"/>
                <a:pathLst>
                  <a:path w="1902" h="2208" extrusionOk="0">
                    <a:moveTo>
                      <a:pt x="1811" y="0"/>
                    </a:moveTo>
                    <a:cubicBezTo>
                      <a:pt x="1777" y="0"/>
                      <a:pt x="1735" y="8"/>
                      <a:pt x="1704" y="21"/>
                    </a:cubicBezTo>
                    <a:cubicBezTo>
                      <a:pt x="1665" y="30"/>
                      <a:pt x="1645" y="80"/>
                      <a:pt x="1616" y="119"/>
                    </a:cubicBezTo>
                    <a:cubicBezTo>
                      <a:pt x="1074" y="710"/>
                      <a:pt x="542" y="1301"/>
                      <a:pt x="0" y="1892"/>
                    </a:cubicBezTo>
                    <a:lnTo>
                      <a:pt x="0" y="2207"/>
                    </a:lnTo>
                    <a:cubicBezTo>
                      <a:pt x="89" y="2138"/>
                      <a:pt x="187" y="2089"/>
                      <a:pt x="256" y="2010"/>
                    </a:cubicBezTo>
                    <a:cubicBezTo>
                      <a:pt x="778" y="1449"/>
                      <a:pt x="1291" y="868"/>
                      <a:pt x="1813" y="296"/>
                    </a:cubicBezTo>
                    <a:cubicBezTo>
                      <a:pt x="1842" y="257"/>
                      <a:pt x="1892" y="218"/>
                      <a:pt x="1892" y="168"/>
                    </a:cubicBezTo>
                    <a:cubicBezTo>
                      <a:pt x="1901" y="119"/>
                      <a:pt x="1901" y="40"/>
                      <a:pt x="1862" y="11"/>
                    </a:cubicBezTo>
                    <a:cubicBezTo>
                      <a:pt x="1851" y="3"/>
                      <a:pt x="1832" y="0"/>
                      <a:pt x="18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38"/>
              <p:cNvSpPr/>
              <p:nvPr/>
            </p:nvSpPr>
            <p:spPr>
              <a:xfrm>
                <a:off x="160186" y="1366345"/>
                <a:ext cx="142444" cy="45263"/>
              </a:xfrm>
              <a:custGeom>
                <a:avLst/>
                <a:gdLst/>
                <a:ahLst/>
                <a:cxnLst/>
                <a:rect l="l" t="t" r="r" b="b"/>
                <a:pathLst>
                  <a:path w="2710" h="861" extrusionOk="0">
                    <a:moveTo>
                      <a:pt x="2550" y="0"/>
                    </a:moveTo>
                    <a:cubicBezTo>
                      <a:pt x="2525" y="0"/>
                      <a:pt x="2502" y="4"/>
                      <a:pt x="2483" y="14"/>
                    </a:cubicBezTo>
                    <a:cubicBezTo>
                      <a:pt x="1704" y="418"/>
                      <a:pt x="867" y="555"/>
                      <a:pt x="0" y="585"/>
                    </a:cubicBezTo>
                    <a:lnTo>
                      <a:pt x="0" y="861"/>
                    </a:lnTo>
                    <a:cubicBezTo>
                      <a:pt x="355" y="821"/>
                      <a:pt x="719" y="792"/>
                      <a:pt x="1074" y="733"/>
                    </a:cubicBezTo>
                    <a:cubicBezTo>
                      <a:pt x="1606" y="644"/>
                      <a:pt x="2138" y="526"/>
                      <a:pt x="2601" y="230"/>
                    </a:cubicBezTo>
                    <a:cubicBezTo>
                      <a:pt x="2660" y="191"/>
                      <a:pt x="2670" y="83"/>
                      <a:pt x="2709" y="14"/>
                    </a:cubicBezTo>
                    <a:cubicBezTo>
                      <a:pt x="2657" y="14"/>
                      <a:pt x="2600" y="0"/>
                      <a:pt x="25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38"/>
              <p:cNvSpPr/>
              <p:nvPr/>
            </p:nvSpPr>
            <p:spPr>
              <a:xfrm>
                <a:off x="160186" y="1369499"/>
                <a:ext cx="25913" cy="13563"/>
              </a:xfrm>
              <a:custGeom>
                <a:avLst/>
                <a:gdLst/>
                <a:ahLst/>
                <a:cxnLst/>
                <a:rect l="l" t="t" r="r" b="b"/>
                <a:pathLst>
                  <a:path w="493" h="258" extrusionOk="0">
                    <a:moveTo>
                      <a:pt x="255" y="0"/>
                    </a:moveTo>
                    <a:cubicBezTo>
                      <a:pt x="174" y="0"/>
                      <a:pt x="87" y="13"/>
                      <a:pt x="0" y="13"/>
                    </a:cubicBezTo>
                    <a:lnTo>
                      <a:pt x="0" y="249"/>
                    </a:lnTo>
                    <a:cubicBezTo>
                      <a:pt x="72" y="249"/>
                      <a:pt x="145" y="258"/>
                      <a:pt x="214" y="258"/>
                    </a:cubicBezTo>
                    <a:cubicBezTo>
                      <a:pt x="249" y="258"/>
                      <a:pt x="283" y="256"/>
                      <a:pt x="315" y="249"/>
                    </a:cubicBezTo>
                    <a:cubicBezTo>
                      <a:pt x="375" y="229"/>
                      <a:pt x="434" y="160"/>
                      <a:pt x="493" y="111"/>
                    </a:cubicBezTo>
                    <a:cubicBezTo>
                      <a:pt x="434" y="72"/>
                      <a:pt x="375" y="13"/>
                      <a:pt x="315" y="3"/>
                    </a:cubicBezTo>
                    <a:cubicBezTo>
                      <a:pt x="296" y="1"/>
                      <a:pt x="276" y="0"/>
                      <a:pt x="2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38"/>
              <p:cNvSpPr/>
              <p:nvPr/>
            </p:nvSpPr>
            <p:spPr>
              <a:xfrm>
                <a:off x="476580" y="834170"/>
                <a:ext cx="165204" cy="329982"/>
              </a:xfrm>
              <a:custGeom>
                <a:avLst/>
                <a:gdLst/>
                <a:ahLst/>
                <a:cxnLst/>
                <a:rect l="l" t="t" r="r" b="b"/>
                <a:pathLst>
                  <a:path w="3143" h="6277" extrusionOk="0">
                    <a:moveTo>
                      <a:pt x="1271" y="257"/>
                    </a:moveTo>
                    <a:cubicBezTo>
                      <a:pt x="1340" y="405"/>
                      <a:pt x="1409" y="553"/>
                      <a:pt x="1478" y="691"/>
                    </a:cubicBezTo>
                    <a:cubicBezTo>
                      <a:pt x="1517" y="779"/>
                      <a:pt x="1547" y="868"/>
                      <a:pt x="1576" y="947"/>
                    </a:cubicBezTo>
                    <a:cubicBezTo>
                      <a:pt x="1656" y="1210"/>
                      <a:pt x="1754" y="1329"/>
                      <a:pt x="1891" y="1329"/>
                    </a:cubicBezTo>
                    <a:cubicBezTo>
                      <a:pt x="1974" y="1329"/>
                      <a:pt x="2071" y="1285"/>
                      <a:pt x="2187" y="1203"/>
                    </a:cubicBezTo>
                    <a:cubicBezTo>
                      <a:pt x="2216" y="1173"/>
                      <a:pt x="2276" y="1164"/>
                      <a:pt x="2364" y="1134"/>
                    </a:cubicBezTo>
                    <a:lnTo>
                      <a:pt x="2364" y="1134"/>
                    </a:lnTo>
                    <a:cubicBezTo>
                      <a:pt x="2335" y="1361"/>
                      <a:pt x="2315" y="1548"/>
                      <a:pt x="2285" y="1725"/>
                    </a:cubicBezTo>
                    <a:cubicBezTo>
                      <a:pt x="2256" y="1912"/>
                      <a:pt x="2216" y="2090"/>
                      <a:pt x="2187" y="2267"/>
                    </a:cubicBezTo>
                    <a:cubicBezTo>
                      <a:pt x="2149" y="2540"/>
                      <a:pt x="2237" y="2642"/>
                      <a:pt x="2486" y="2642"/>
                    </a:cubicBezTo>
                    <a:cubicBezTo>
                      <a:pt x="2497" y="2642"/>
                      <a:pt x="2509" y="2642"/>
                      <a:pt x="2522" y="2641"/>
                    </a:cubicBezTo>
                    <a:cubicBezTo>
                      <a:pt x="2578" y="2637"/>
                      <a:pt x="2626" y="2634"/>
                      <a:pt x="2668" y="2634"/>
                    </a:cubicBezTo>
                    <a:cubicBezTo>
                      <a:pt x="2897" y="2634"/>
                      <a:pt x="2917" y="2715"/>
                      <a:pt x="2817" y="3016"/>
                    </a:cubicBezTo>
                    <a:cubicBezTo>
                      <a:pt x="2640" y="3498"/>
                      <a:pt x="2433" y="3961"/>
                      <a:pt x="2236" y="4434"/>
                    </a:cubicBezTo>
                    <a:cubicBezTo>
                      <a:pt x="2216" y="4434"/>
                      <a:pt x="2197" y="4424"/>
                      <a:pt x="2177" y="4424"/>
                    </a:cubicBezTo>
                    <a:cubicBezTo>
                      <a:pt x="2049" y="3833"/>
                      <a:pt x="1921" y="3242"/>
                      <a:pt x="1793" y="2651"/>
                    </a:cubicBezTo>
                    <a:cubicBezTo>
                      <a:pt x="1724" y="2365"/>
                      <a:pt x="1675" y="2070"/>
                      <a:pt x="1616" y="1784"/>
                    </a:cubicBezTo>
                    <a:cubicBezTo>
                      <a:pt x="1598" y="1698"/>
                      <a:pt x="1589" y="1590"/>
                      <a:pt x="1495" y="1590"/>
                    </a:cubicBezTo>
                    <a:cubicBezTo>
                      <a:pt x="1481" y="1590"/>
                      <a:pt x="1466" y="1592"/>
                      <a:pt x="1448" y="1597"/>
                    </a:cubicBezTo>
                    <a:cubicBezTo>
                      <a:pt x="1399" y="1607"/>
                      <a:pt x="1340" y="1755"/>
                      <a:pt x="1359" y="1824"/>
                    </a:cubicBezTo>
                    <a:cubicBezTo>
                      <a:pt x="1487" y="2484"/>
                      <a:pt x="1625" y="3134"/>
                      <a:pt x="1763" y="3794"/>
                    </a:cubicBezTo>
                    <a:cubicBezTo>
                      <a:pt x="1832" y="4099"/>
                      <a:pt x="1911" y="4414"/>
                      <a:pt x="1990" y="4769"/>
                    </a:cubicBezTo>
                    <a:cubicBezTo>
                      <a:pt x="1409" y="4414"/>
                      <a:pt x="837" y="4109"/>
                      <a:pt x="433" y="3538"/>
                    </a:cubicBezTo>
                    <a:cubicBezTo>
                      <a:pt x="552" y="3508"/>
                      <a:pt x="630" y="3479"/>
                      <a:pt x="709" y="3459"/>
                    </a:cubicBezTo>
                    <a:cubicBezTo>
                      <a:pt x="916" y="3410"/>
                      <a:pt x="956" y="3301"/>
                      <a:pt x="847" y="3114"/>
                    </a:cubicBezTo>
                    <a:cubicBezTo>
                      <a:pt x="699" y="2878"/>
                      <a:pt x="552" y="2631"/>
                      <a:pt x="414" y="2385"/>
                    </a:cubicBezTo>
                    <a:cubicBezTo>
                      <a:pt x="374" y="2326"/>
                      <a:pt x="365" y="2257"/>
                      <a:pt x="335" y="2168"/>
                    </a:cubicBezTo>
                    <a:lnTo>
                      <a:pt x="719" y="2168"/>
                    </a:lnTo>
                    <a:cubicBezTo>
                      <a:pt x="956" y="2159"/>
                      <a:pt x="1034" y="2090"/>
                      <a:pt x="1044" y="1853"/>
                    </a:cubicBezTo>
                    <a:cubicBezTo>
                      <a:pt x="1054" y="1479"/>
                      <a:pt x="1054" y="1114"/>
                      <a:pt x="1084" y="750"/>
                    </a:cubicBezTo>
                    <a:cubicBezTo>
                      <a:pt x="1093" y="582"/>
                      <a:pt x="1162" y="425"/>
                      <a:pt x="1202" y="267"/>
                    </a:cubicBezTo>
                    <a:cubicBezTo>
                      <a:pt x="1231" y="267"/>
                      <a:pt x="1251" y="267"/>
                      <a:pt x="1271" y="257"/>
                    </a:cubicBezTo>
                    <a:close/>
                    <a:moveTo>
                      <a:pt x="1226" y="1"/>
                    </a:moveTo>
                    <a:cubicBezTo>
                      <a:pt x="1221" y="1"/>
                      <a:pt x="1216" y="1"/>
                      <a:pt x="1212" y="1"/>
                    </a:cubicBezTo>
                    <a:cubicBezTo>
                      <a:pt x="1113" y="11"/>
                      <a:pt x="1025" y="139"/>
                      <a:pt x="936" y="238"/>
                    </a:cubicBezTo>
                    <a:cubicBezTo>
                      <a:pt x="896" y="277"/>
                      <a:pt x="887" y="356"/>
                      <a:pt x="877" y="415"/>
                    </a:cubicBezTo>
                    <a:cubicBezTo>
                      <a:pt x="837" y="829"/>
                      <a:pt x="808" y="1252"/>
                      <a:pt x="778" y="1666"/>
                    </a:cubicBezTo>
                    <a:cubicBezTo>
                      <a:pt x="768" y="1745"/>
                      <a:pt x="778" y="1824"/>
                      <a:pt x="778" y="1902"/>
                    </a:cubicBezTo>
                    <a:cubicBezTo>
                      <a:pt x="650" y="1893"/>
                      <a:pt x="552" y="1883"/>
                      <a:pt x="463" y="1883"/>
                    </a:cubicBezTo>
                    <a:cubicBezTo>
                      <a:pt x="128" y="1883"/>
                      <a:pt x="0" y="2050"/>
                      <a:pt x="108" y="2365"/>
                    </a:cubicBezTo>
                    <a:cubicBezTo>
                      <a:pt x="138" y="2464"/>
                      <a:pt x="187" y="2562"/>
                      <a:pt x="236" y="2651"/>
                    </a:cubicBezTo>
                    <a:cubicBezTo>
                      <a:pt x="345" y="2828"/>
                      <a:pt x="453" y="3006"/>
                      <a:pt x="571" y="3203"/>
                    </a:cubicBezTo>
                    <a:cubicBezTo>
                      <a:pt x="158" y="3360"/>
                      <a:pt x="79" y="3548"/>
                      <a:pt x="325" y="3843"/>
                    </a:cubicBezTo>
                    <a:cubicBezTo>
                      <a:pt x="768" y="4365"/>
                      <a:pt x="1340" y="4710"/>
                      <a:pt x="1941" y="5005"/>
                    </a:cubicBezTo>
                    <a:cubicBezTo>
                      <a:pt x="2049" y="5065"/>
                      <a:pt x="2108" y="5114"/>
                      <a:pt x="2147" y="5222"/>
                    </a:cubicBezTo>
                    <a:cubicBezTo>
                      <a:pt x="2256" y="5488"/>
                      <a:pt x="2364" y="5754"/>
                      <a:pt x="2492" y="6020"/>
                    </a:cubicBezTo>
                    <a:cubicBezTo>
                      <a:pt x="2532" y="6109"/>
                      <a:pt x="2581" y="6197"/>
                      <a:pt x="2650" y="6256"/>
                    </a:cubicBezTo>
                    <a:cubicBezTo>
                      <a:pt x="2666" y="6272"/>
                      <a:pt x="2691" y="6277"/>
                      <a:pt x="2720" y="6277"/>
                    </a:cubicBezTo>
                    <a:cubicBezTo>
                      <a:pt x="2763" y="6277"/>
                      <a:pt x="2815" y="6266"/>
                      <a:pt x="2857" y="6266"/>
                    </a:cubicBezTo>
                    <a:cubicBezTo>
                      <a:pt x="2857" y="6207"/>
                      <a:pt x="2867" y="6148"/>
                      <a:pt x="2847" y="6099"/>
                    </a:cubicBezTo>
                    <a:cubicBezTo>
                      <a:pt x="2679" y="5695"/>
                      <a:pt x="2502" y="5311"/>
                      <a:pt x="2325" y="4907"/>
                    </a:cubicBezTo>
                    <a:cubicBezTo>
                      <a:pt x="2315" y="4868"/>
                      <a:pt x="2315" y="4808"/>
                      <a:pt x="2335" y="4769"/>
                    </a:cubicBezTo>
                    <a:cubicBezTo>
                      <a:pt x="2551" y="4296"/>
                      <a:pt x="2788" y="3843"/>
                      <a:pt x="2985" y="3360"/>
                    </a:cubicBezTo>
                    <a:cubicBezTo>
                      <a:pt x="3064" y="3163"/>
                      <a:pt x="3113" y="2937"/>
                      <a:pt x="3123" y="2720"/>
                    </a:cubicBezTo>
                    <a:cubicBezTo>
                      <a:pt x="3142" y="2484"/>
                      <a:pt x="2985" y="2356"/>
                      <a:pt x="2758" y="2346"/>
                    </a:cubicBezTo>
                    <a:lnTo>
                      <a:pt x="2453" y="2346"/>
                    </a:lnTo>
                    <a:cubicBezTo>
                      <a:pt x="2463" y="2277"/>
                      <a:pt x="2473" y="2198"/>
                      <a:pt x="2482" y="2119"/>
                    </a:cubicBezTo>
                    <a:cubicBezTo>
                      <a:pt x="2532" y="1824"/>
                      <a:pt x="2601" y="1528"/>
                      <a:pt x="2610" y="1223"/>
                    </a:cubicBezTo>
                    <a:cubicBezTo>
                      <a:pt x="2626" y="996"/>
                      <a:pt x="2519" y="873"/>
                      <a:pt x="2339" y="873"/>
                    </a:cubicBezTo>
                    <a:cubicBezTo>
                      <a:pt x="2285" y="873"/>
                      <a:pt x="2224" y="885"/>
                      <a:pt x="2157" y="908"/>
                    </a:cubicBezTo>
                    <a:cubicBezTo>
                      <a:pt x="2079" y="937"/>
                      <a:pt x="2000" y="986"/>
                      <a:pt x="1901" y="1036"/>
                    </a:cubicBezTo>
                    <a:cubicBezTo>
                      <a:pt x="1862" y="927"/>
                      <a:pt x="1822" y="829"/>
                      <a:pt x="1783" y="730"/>
                    </a:cubicBezTo>
                    <a:cubicBezTo>
                      <a:pt x="1704" y="553"/>
                      <a:pt x="1635" y="356"/>
                      <a:pt x="1527" y="188"/>
                    </a:cubicBezTo>
                    <a:cubicBezTo>
                      <a:pt x="1461" y="94"/>
                      <a:pt x="1324" y="1"/>
                      <a:pt x="12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38"/>
              <p:cNvSpPr/>
              <p:nvPr/>
            </p:nvSpPr>
            <p:spPr>
              <a:xfrm>
                <a:off x="966915" y="1275407"/>
                <a:ext cx="37845" cy="35748"/>
              </a:xfrm>
              <a:custGeom>
                <a:avLst/>
                <a:gdLst/>
                <a:ahLst/>
                <a:cxnLst/>
                <a:rect l="l" t="t" r="r" b="b"/>
                <a:pathLst>
                  <a:path w="720" h="680" extrusionOk="0">
                    <a:moveTo>
                      <a:pt x="326" y="0"/>
                    </a:moveTo>
                    <a:cubicBezTo>
                      <a:pt x="178" y="10"/>
                      <a:pt x="1" y="197"/>
                      <a:pt x="11" y="365"/>
                    </a:cubicBezTo>
                    <a:cubicBezTo>
                      <a:pt x="11" y="552"/>
                      <a:pt x="158" y="680"/>
                      <a:pt x="345" y="680"/>
                    </a:cubicBezTo>
                    <a:cubicBezTo>
                      <a:pt x="483" y="670"/>
                      <a:pt x="710" y="453"/>
                      <a:pt x="720" y="325"/>
                    </a:cubicBezTo>
                    <a:cubicBezTo>
                      <a:pt x="720" y="148"/>
                      <a:pt x="542" y="0"/>
                      <a:pt x="3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38"/>
              <p:cNvSpPr/>
              <p:nvPr/>
            </p:nvSpPr>
            <p:spPr>
              <a:xfrm>
                <a:off x="360567" y="368701"/>
                <a:ext cx="35269" cy="33224"/>
              </a:xfrm>
              <a:custGeom>
                <a:avLst/>
                <a:gdLst/>
                <a:ahLst/>
                <a:cxnLst/>
                <a:rect l="l" t="t" r="r" b="b"/>
                <a:pathLst>
                  <a:path w="671" h="632" extrusionOk="0">
                    <a:moveTo>
                      <a:pt x="337" y="0"/>
                    </a:moveTo>
                    <a:cubicBezTo>
                      <a:pt x="157" y="0"/>
                      <a:pt x="0" y="144"/>
                      <a:pt x="0" y="306"/>
                    </a:cubicBezTo>
                    <a:cubicBezTo>
                      <a:pt x="0" y="434"/>
                      <a:pt x="178" y="621"/>
                      <a:pt x="345" y="631"/>
                    </a:cubicBezTo>
                    <a:cubicBezTo>
                      <a:pt x="350" y="631"/>
                      <a:pt x="355" y="631"/>
                      <a:pt x="360" y="631"/>
                    </a:cubicBezTo>
                    <a:cubicBezTo>
                      <a:pt x="530" y="631"/>
                      <a:pt x="661" y="468"/>
                      <a:pt x="670" y="276"/>
                    </a:cubicBezTo>
                    <a:cubicBezTo>
                      <a:pt x="670" y="89"/>
                      <a:pt x="592" y="10"/>
                      <a:pt x="355" y="0"/>
                    </a:cubicBezTo>
                    <a:cubicBezTo>
                      <a:pt x="349" y="0"/>
                      <a:pt x="343" y="0"/>
                      <a:pt x="3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38"/>
              <p:cNvSpPr/>
              <p:nvPr/>
            </p:nvSpPr>
            <p:spPr>
              <a:xfrm>
                <a:off x="390583" y="419427"/>
                <a:ext cx="33219" cy="36852"/>
              </a:xfrm>
              <a:custGeom>
                <a:avLst/>
                <a:gdLst/>
                <a:ahLst/>
                <a:cxnLst/>
                <a:rect l="l" t="t" r="r" b="b"/>
                <a:pathLst>
                  <a:path w="632" h="701" extrusionOk="0">
                    <a:moveTo>
                      <a:pt x="365" y="1"/>
                    </a:moveTo>
                    <a:cubicBezTo>
                      <a:pt x="208" y="1"/>
                      <a:pt x="1" y="237"/>
                      <a:pt x="1" y="415"/>
                    </a:cubicBezTo>
                    <a:cubicBezTo>
                      <a:pt x="11" y="533"/>
                      <a:pt x="178" y="690"/>
                      <a:pt x="316" y="700"/>
                    </a:cubicBezTo>
                    <a:cubicBezTo>
                      <a:pt x="493" y="700"/>
                      <a:pt x="631" y="533"/>
                      <a:pt x="631" y="306"/>
                    </a:cubicBezTo>
                    <a:cubicBezTo>
                      <a:pt x="621" y="89"/>
                      <a:pt x="543" y="1"/>
                      <a:pt x="36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38"/>
              <p:cNvSpPr/>
              <p:nvPr/>
            </p:nvSpPr>
            <p:spPr>
              <a:xfrm>
                <a:off x="906832" y="1289389"/>
                <a:ext cx="36846" cy="33172"/>
              </a:xfrm>
              <a:custGeom>
                <a:avLst/>
                <a:gdLst/>
                <a:ahLst/>
                <a:cxnLst/>
                <a:rect l="l" t="t" r="r" b="b"/>
                <a:pathLst>
                  <a:path w="701" h="631" extrusionOk="0">
                    <a:moveTo>
                      <a:pt x="356" y="0"/>
                    </a:moveTo>
                    <a:cubicBezTo>
                      <a:pt x="198" y="0"/>
                      <a:pt x="11" y="167"/>
                      <a:pt x="1" y="315"/>
                    </a:cubicBezTo>
                    <a:cubicBezTo>
                      <a:pt x="1" y="483"/>
                      <a:pt x="168" y="630"/>
                      <a:pt x="365" y="630"/>
                    </a:cubicBezTo>
                    <a:cubicBezTo>
                      <a:pt x="494" y="630"/>
                      <a:pt x="700" y="463"/>
                      <a:pt x="700" y="345"/>
                    </a:cubicBezTo>
                    <a:cubicBezTo>
                      <a:pt x="700" y="187"/>
                      <a:pt x="513" y="10"/>
                      <a:pt x="35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38"/>
              <p:cNvSpPr/>
              <p:nvPr/>
            </p:nvSpPr>
            <p:spPr>
              <a:xfrm>
                <a:off x="425276" y="358871"/>
                <a:ext cx="35795" cy="32699"/>
              </a:xfrm>
              <a:custGeom>
                <a:avLst/>
                <a:gdLst/>
                <a:ahLst/>
                <a:cxnLst/>
                <a:rect l="l" t="t" r="r" b="b"/>
                <a:pathLst>
                  <a:path w="681" h="622" extrusionOk="0">
                    <a:moveTo>
                      <a:pt x="385" y="0"/>
                    </a:moveTo>
                    <a:cubicBezTo>
                      <a:pt x="227" y="0"/>
                      <a:pt x="11" y="178"/>
                      <a:pt x="1" y="306"/>
                    </a:cubicBezTo>
                    <a:cubicBezTo>
                      <a:pt x="1" y="496"/>
                      <a:pt x="111" y="621"/>
                      <a:pt x="313" y="621"/>
                    </a:cubicBezTo>
                    <a:cubicBezTo>
                      <a:pt x="320" y="621"/>
                      <a:pt x="328" y="621"/>
                      <a:pt x="336" y="621"/>
                    </a:cubicBezTo>
                    <a:cubicBezTo>
                      <a:pt x="523" y="621"/>
                      <a:pt x="681" y="453"/>
                      <a:pt x="671" y="247"/>
                    </a:cubicBezTo>
                    <a:cubicBezTo>
                      <a:pt x="671" y="148"/>
                      <a:pt x="503" y="0"/>
                      <a:pt x="38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38"/>
              <p:cNvSpPr/>
              <p:nvPr/>
            </p:nvSpPr>
            <p:spPr>
              <a:xfrm>
                <a:off x="915138" y="1247915"/>
                <a:ext cx="34218" cy="32699"/>
              </a:xfrm>
              <a:custGeom>
                <a:avLst/>
                <a:gdLst/>
                <a:ahLst/>
                <a:cxnLst/>
                <a:rect l="l" t="t" r="r" b="b"/>
                <a:pathLst>
                  <a:path w="651" h="622" extrusionOk="0">
                    <a:moveTo>
                      <a:pt x="326" y="1"/>
                    </a:moveTo>
                    <a:cubicBezTo>
                      <a:pt x="168" y="1"/>
                      <a:pt x="1" y="178"/>
                      <a:pt x="10" y="316"/>
                    </a:cubicBezTo>
                    <a:cubicBezTo>
                      <a:pt x="10" y="425"/>
                      <a:pt x="227" y="622"/>
                      <a:pt x="355" y="622"/>
                    </a:cubicBezTo>
                    <a:cubicBezTo>
                      <a:pt x="473" y="612"/>
                      <a:pt x="651" y="444"/>
                      <a:pt x="651" y="316"/>
                    </a:cubicBezTo>
                    <a:cubicBezTo>
                      <a:pt x="641" y="149"/>
                      <a:pt x="503" y="1"/>
                      <a:pt x="3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38"/>
              <p:cNvSpPr/>
              <p:nvPr/>
            </p:nvSpPr>
            <p:spPr>
              <a:xfrm>
                <a:off x="532458" y="1739036"/>
                <a:ext cx="297819" cy="155712"/>
              </a:xfrm>
              <a:custGeom>
                <a:avLst/>
                <a:gdLst/>
                <a:ahLst/>
                <a:cxnLst/>
                <a:rect l="l" t="t" r="r" b="b"/>
                <a:pathLst>
                  <a:path w="5666" h="2962" extrusionOk="0">
                    <a:moveTo>
                      <a:pt x="5465" y="0"/>
                    </a:moveTo>
                    <a:cubicBezTo>
                      <a:pt x="5387" y="0"/>
                      <a:pt x="5360" y="92"/>
                      <a:pt x="5320" y="164"/>
                    </a:cubicBezTo>
                    <a:cubicBezTo>
                      <a:pt x="5094" y="587"/>
                      <a:pt x="4877" y="1021"/>
                      <a:pt x="4631" y="1444"/>
                    </a:cubicBezTo>
                    <a:cubicBezTo>
                      <a:pt x="4148" y="2272"/>
                      <a:pt x="3409" y="2686"/>
                      <a:pt x="2464" y="2705"/>
                    </a:cubicBezTo>
                    <a:cubicBezTo>
                      <a:pt x="2439" y="2706"/>
                      <a:pt x="2414" y="2706"/>
                      <a:pt x="2389" y="2706"/>
                    </a:cubicBezTo>
                    <a:cubicBezTo>
                      <a:pt x="1913" y="2706"/>
                      <a:pt x="1446" y="2615"/>
                      <a:pt x="1016" y="2400"/>
                    </a:cubicBezTo>
                    <a:cubicBezTo>
                      <a:pt x="848" y="2321"/>
                      <a:pt x="671" y="2262"/>
                      <a:pt x="493" y="2223"/>
                    </a:cubicBezTo>
                    <a:cubicBezTo>
                      <a:pt x="423" y="2206"/>
                      <a:pt x="349" y="2199"/>
                      <a:pt x="275" y="2199"/>
                    </a:cubicBezTo>
                    <a:cubicBezTo>
                      <a:pt x="214" y="2199"/>
                      <a:pt x="152" y="2204"/>
                      <a:pt x="90" y="2213"/>
                    </a:cubicBezTo>
                    <a:cubicBezTo>
                      <a:pt x="50" y="2213"/>
                      <a:pt x="1" y="2302"/>
                      <a:pt x="1" y="2351"/>
                    </a:cubicBezTo>
                    <a:cubicBezTo>
                      <a:pt x="1" y="2380"/>
                      <a:pt x="80" y="2430"/>
                      <a:pt x="129" y="2439"/>
                    </a:cubicBezTo>
                    <a:cubicBezTo>
                      <a:pt x="375" y="2508"/>
                      <a:pt x="641" y="2528"/>
                      <a:pt x="878" y="2636"/>
                    </a:cubicBezTo>
                    <a:cubicBezTo>
                      <a:pt x="1360" y="2863"/>
                      <a:pt x="1873" y="2942"/>
                      <a:pt x="2237" y="2962"/>
                    </a:cubicBezTo>
                    <a:cubicBezTo>
                      <a:pt x="3449" y="2962"/>
                      <a:pt x="4296" y="2518"/>
                      <a:pt x="4798" y="1681"/>
                    </a:cubicBezTo>
                    <a:cubicBezTo>
                      <a:pt x="5074" y="1238"/>
                      <a:pt x="5310" y="755"/>
                      <a:pt x="5557" y="282"/>
                    </a:cubicBezTo>
                    <a:cubicBezTo>
                      <a:pt x="5606" y="193"/>
                      <a:pt x="5665" y="75"/>
                      <a:pt x="5527" y="16"/>
                    </a:cubicBezTo>
                    <a:cubicBezTo>
                      <a:pt x="5503" y="5"/>
                      <a:pt x="5483" y="0"/>
                      <a:pt x="54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38"/>
              <p:cNvSpPr/>
              <p:nvPr/>
            </p:nvSpPr>
            <p:spPr>
              <a:xfrm>
                <a:off x="616879" y="1829975"/>
                <a:ext cx="226860" cy="116022"/>
              </a:xfrm>
              <a:custGeom>
                <a:avLst/>
                <a:gdLst/>
                <a:ahLst/>
                <a:cxnLst/>
                <a:rect l="l" t="t" r="r" b="b"/>
                <a:pathLst>
                  <a:path w="4316" h="2207" extrusionOk="0">
                    <a:moveTo>
                      <a:pt x="4236" y="0"/>
                    </a:moveTo>
                    <a:cubicBezTo>
                      <a:pt x="4177" y="40"/>
                      <a:pt x="4098" y="59"/>
                      <a:pt x="4049" y="109"/>
                    </a:cubicBezTo>
                    <a:cubicBezTo>
                      <a:pt x="3714" y="493"/>
                      <a:pt x="3419" y="906"/>
                      <a:pt x="3054" y="1271"/>
                    </a:cubicBezTo>
                    <a:cubicBezTo>
                      <a:pt x="2739" y="1586"/>
                      <a:pt x="2335" y="1783"/>
                      <a:pt x="1882" y="1862"/>
                    </a:cubicBezTo>
                    <a:cubicBezTo>
                      <a:pt x="1696" y="1895"/>
                      <a:pt x="1511" y="1910"/>
                      <a:pt x="1327" y="1910"/>
                    </a:cubicBezTo>
                    <a:cubicBezTo>
                      <a:pt x="965" y="1910"/>
                      <a:pt x="606" y="1851"/>
                      <a:pt x="247" y="1754"/>
                    </a:cubicBezTo>
                    <a:cubicBezTo>
                      <a:pt x="199" y="1744"/>
                      <a:pt x="149" y="1728"/>
                      <a:pt x="107" y="1728"/>
                    </a:cubicBezTo>
                    <a:cubicBezTo>
                      <a:pt x="62" y="1728"/>
                      <a:pt x="26" y="1746"/>
                      <a:pt x="10" y="1813"/>
                    </a:cubicBezTo>
                    <a:cubicBezTo>
                      <a:pt x="1" y="1872"/>
                      <a:pt x="109" y="1990"/>
                      <a:pt x="178" y="2000"/>
                    </a:cubicBezTo>
                    <a:cubicBezTo>
                      <a:pt x="572" y="2079"/>
                      <a:pt x="966" y="2138"/>
                      <a:pt x="1360" y="2207"/>
                    </a:cubicBezTo>
                    <a:cubicBezTo>
                      <a:pt x="1360" y="2197"/>
                      <a:pt x="1360" y="2187"/>
                      <a:pt x="1360" y="2167"/>
                    </a:cubicBezTo>
                    <a:lnTo>
                      <a:pt x="1616" y="2167"/>
                    </a:lnTo>
                    <a:cubicBezTo>
                      <a:pt x="1665" y="2167"/>
                      <a:pt x="1724" y="2157"/>
                      <a:pt x="1774" y="2148"/>
                    </a:cubicBezTo>
                    <a:cubicBezTo>
                      <a:pt x="2601" y="2049"/>
                      <a:pt x="3222" y="1596"/>
                      <a:pt x="3734" y="975"/>
                    </a:cubicBezTo>
                    <a:cubicBezTo>
                      <a:pt x="3941" y="739"/>
                      <a:pt x="4118" y="483"/>
                      <a:pt x="4286" y="217"/>
                    </a:cubicBezTo>
                    <a:cubicBezTo>
                      <a:pt x="4315" y="177"/>
                      <a:pt x="4256" y="79"/>
                      <a:pt x="42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38"/>
              <p:cNvSpPr/>
              <p:nvPr/>
            </p:nvSpPr>
            <p:spPr>
              <a:xfrm>
                <a:off x="408192" y="1937998"/>
                <a:ext cx="132615" cy="130216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2477" extrusionOk="0">
                    <a:moveTo>
                      <a:pt x="2424" y="0"/>
                    </a:moveTo>
                    <a:cubicBezTo>
                      <a:pt x="2379" y="0"/>
                      <a:pt x="2326" y="13"/>
                      <a:pt x="2296" y="43"/>
                    </a:cubicBezTo>
                    <a:cubicBezTo>
                      <a:pt x="2257" y="73"/>
                      <a:pt x="2237" y="142"/>
                      <a:pt x="2207" y="191"/>
                    </a:cubicBezTo>
                    <a:cubicBezTo>
                      <a:pt x="1951" y="615"/>
                      <a:pt x="1715" y="1048"/>
                      <a:pt x="1419" y="1452"/>
                    </a:cubicBezTo>
                    <a:cubicBezTo>
                      <a:pt x="1134" y="1866"/>
                      <a:pt x="690" y="2082"/>
                      <a:pt x="208" y="2191"/>
                    </a:cubicBezTo>
                    <a:cubicBezTo>
                      <a:pt x="109" y="2211"/>
                      <a:pt x="1" y="2211"/>
                      <a:pt x="30" y="2329"/>
                    </a:cubicBezTo>
                    <a:cubicBezTo>
                      <a:pt x="40" y="2388"/>
                      <a:pt x="148" y="2427"/>
                      <a:pt x="208" y="2476"/>
                    </a:cubicBezTo>
                    <a:cubicBezTo>
                      <a:pt x="217" y="2467"/>
                      <a:pt x="227" y="2457"/>
                      <a:pt x="237" y="2447"/>
                    </a:cubicBezTo>
                    <a:cubicBezTo>
                      <a:pt x="286" y="2447"/>
                      <a:pt x="326" y="2447"/>
                      <a:pt x="375" y="2437"/>
                    </a:cubicBezTo>
                    <a:cubicBezTo>
                      <a:pt x="434" y="2417"/>
                      <a:pt x="503" y="2398"/>
                      <a:pt x="562" y="2378"/>
                    </a:cubicBezTo>
                    <a:cubicBezTo>
                      <a:pt x="1616" y="1994"/>
                      <a:pt x="2079" y="1088"/>
                      <a:pt x="2503" y="152"/>
                    </a:cubicBezTo>
                    <a:cubicBezTo>
                      <a:pt x="2523" y="112"/>
                      <a:pt x="2493" y="14"/>
                      <a:pt x="2463" y="4"/>
                    </a:cubicBezTo>
                    <a:cubicBezTo>
                      <a:pt x="2452" y="2"/>
                      <a:pt x="2439" y="0"/>
                      <a:pt x="24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38"/>
              <p:cNvSpPr/>
              <p:nvPr/>
            </p:nvSpPr>
            <p:spPr>
              <a:xfrm>
                <a:off x="851954" y="1753860"/>
                <a:ext cx="26492" cy="46630"/>
              </a:xfrm>
              <a:custGeom>
                <a:avLst/>
                <a:gdLst/>
                <a:ahLst/>
                <a:cxnLst/>
                <a:rect l="l" t="t" r="r" b="b"/>
                <a:pathLst>
                  <a:path w="504" h="887" extrusionOk="0">
                    <a:moveTo>
                      <a:pt x="454" y="0"/>
                    </a:moveTo>
                    <a:cubicBezTo>
                      <a:pt x="385" y="20"/>
                      <a:pt x="286" y="30"/>
                      <a:pt x="257" y="79"/>
                    </a:cubicBezTo>
                    <a:cubicBezTo>
                      <a:pt x="158" y="276"/>
                      <a:pt x="80" y="483"/>
                      <a:pt x="11" y="700"/>
                    </a:cubicBezTo>
                    <a:cubicBezTo>
                      <a:pt x="1" y="749"/>
                      <a:pt x="50" y="818"/>
                      <a:pt x="70" y="877"/>
                    </a:cubicBezTo>
                    <a:cubicBezTo>
                      <a:pt x="89" y="877"/>
                      <a:pt x="119" y="887"/>
                      <a:pt x="139" y="887"/>
                    </a:cubicBezTo>
                    <a:cubicBezTo>
                      <a:pt x="178" y="837"/>
                      <a:pt x="237" y="788"/>
                      <a:pt x="267" y="729"/>
                    </a:cubicBezTo>
                    <a:cubicBezTo>
                      <a:pt x="346" y="552"/>
                      <a:pt x="424" y="374"/>
                      <a:pt x="483" y="187"/>
                    </a:cubicBezTo>
                    <a:cubicBezTo>
                      <a:pt x="503" y="128"/>
                      <a:pt x="464" y="59"/>
                      <a:pt x="4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38"/>
              <p:cNvSpPr/>
              <p:nvPr/>
            </p:nvSpPr>
            <p:spPr>
              <a:xfrm>
                <a:off x="715808" y="1478836"/>
                <a:ext cx="86991" cy="2649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504" extrusionOk="0">
                    <a:moveTo>
                      <a:pt x="181" y="0"/>
                    </a:moveTo>
                    <a:cubicBezTo>
                      <a:pt x="126" y="0"/>
                      <a:pt x="63" y="43"/>
                      <a:pt x="0" y="60"/>
                    </a:cubicBezTo>
                    <a:cubicBezTo>
                      <a:pt x="39" y="120"/>
                      <a:pt x="69" y="179"/>
                      <a:pt x="108" y="238"/>
                    </a:cubicBezTo>
                    <a:cubicBezTo>
                      <a:pt x="118" y="258"/>
                      <a:pt x="158" y="267"/>
                      <a:pt x="177" y="267"/>
                    </a:cubicBezTo>
                    <a:cubicBezTo>
                      <a:pt x="542" y="346"/>
                      <a:pt x="906" y="425"/>
                      <a:pt x="1271" y="504"/>
                    </a:cubicBezTo>
                    <a:cubicBezTo>
                      <a:pt x="1281" y="494"/>
                      <a:pt x="1281" y="484"/>
                      <a:pt x="1281" y="464"/>
                    </a:cubicBezTo>
                    <a:cubicBezTo>
                      <a:pt x="1315" y="464"/>
                      <a:pt x="1355" y="467"/>
                      <a:pt x="1393" y="467"/>
                    </a:cubicBezTo>
                    <a:cubicBezTo>
                      <a:pt x="1431" y="467"/>
                      <a:pt x="1468" y="464"/>
                      <a:pt x="1497" y="455"/>
                    </a:cubicBezTo>
                    <a:cubicBezTo>
                      <a:pt x="1556" y="425"/>
                      <a:pt x="1606" y="346"/>
                      <a:pt x="1655" y="297"/>
                    </a:cubicBezTo>
                    <a:cubicBezTo>
                      <a:pt x="1596" y="267"/>
                      <a:pt x="1537" y="218"/>
                      <a:pt x="1468" y="208"/>
                    </a:cubicBezTo>
                    <a:cubicBezTo>
                      <a:pt x="1330" y="189"/>
                      <a:pt x="1182" y="208"/>
                      <a:pt x="1044" y="179"/>
                    </a:cubicBezTo>
                    <a:cubicBezTo>
                      <a:pt x="759" y="129"/>
                      <a:pt x="483" y="51"/>
                      <a:pt x="197" y="1"/>
                    </a:cubicBezTo>
                    <a:cubicBezTo>
                      <a:pt x="192" y="1"/>
                      <a:pt x="186" y="0"/>
                      <a:pt x="1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38"/>
              <p:cNvSpPr/>
              <p:nvPr/>
            </p:nvSpPr>
            <p:spPr>
              <a:xfrm>
                <a:off x="472953" y="1306841"/>
                <a:ext cx="66281" cy="18820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358" extrusionOk="0">
                    <a:moveTo>
                      <a:pt x="232" y="0"/>
                    </a:moveTo>
                    <a:cubicBezTo>
                      <a:pt x="156" y="0"/>
                      <a:pt x="66" y="20"/>
                      <a:pt x="49" y="52"/>
                    </a:cubicBezTo>
                    <a:cubicBezTo>
                      <a:pt x="0" y="180"/>
                      <a:pt x="108" y="230"/>
                      <a:pt x="207" y="249"/>
                    </a:cubicBezTo>
                    <a:cubicBezTo>
                      <a:pt x="453" y="289"/>
                      <a:pt x="699" y="328"/>
                      <a:pt x="946" y="358"/>
                    </a:cubicBezTo>
                    <a:cubicBezTo>
                      <a:pt x="946" y="358"/>
                      <a:pt x="946" y="348"/>
                      <a:pt x="946" y="348"/>
                    </a:cubicBezTo>
                    <a:lnTo>
                      <a:pt x="1005" y="348"/>
                    </a:lnTo>
                    <a:cubicBezTo>
                      <a:pt x="1016" y="347"/>
                      <a:pt x="1027" y="346"/>
                      <a:pt x="1039" y="346"/>
                    </a:cubicBezTo>
                    <a:cubicBezTo>
                      <a:pt x="1065" y="346"/>
                      <a:pt x="1092" y="348"/>
                      <a:pt x="1119" y="348"/>
                    </a:cubicBezTo>
                    <a:cubicBezTo>
                      <a:pt x="1189" y="348"/>
                      <a:pt x="1251" y="335"/>
                      <a:pt x="1251" y="239"/>
                    </a:cubicBezTo>
                    <a:cubicBezTo>
                      <a:pt x="1261" y="72"/>
                      <a:pt x="1113" y="101"/>
                      <a:pt x="1005" y="92"/>
                    </a:cubicBezTo>
                    <a:cubicBezTo>
                      <a:pt x="759" y="62"/>
                      <a:pt x="522" y="23"/>
                      <a:pt x="276" y="3"/>
                    </a:cubicBezTo>
                    <a:cubicBezTo>
                      <a:pt x="262" y="1"/>
                      <a:pt x="247" y="0"/>
                      <a:pt x="2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38"/>
              <p:cNvSpPr/>
              <p:nvPr/>
            </p:nvSpPr>
            <p:spPr>
              <a:xfrm>
                <a:off x="730789" y="1414443"/>
                <a:ext cx="48725" cy="24130"/>
              </a:xfrm>
              <a:custGeom>
                <a:avLst/>
                <a:gdLst/>
                <a:ahLst/>
                <a:cxnLst/>
                <a:rect l="l" t="t" r="r" b="b"/>
                <a:pathLst>
                  <a:path w="927" h="459" extrusionOk="0">
                    <a:moveTo>
                      <a:pt x="156" y="1"/>
                    </a:moveTo>
                    <a:cubicBezTo>
                      <a:pt x="110" y="1"/>
                      <a:pt x="52" y="47"/>
                      <a:pt x="1" y="64"/>
                    </a:cubicBezTo>
                    <a:cubicBezTo>
                      <a:pt x="30" y="123"/>
                      <a:pt x="40" y="212"/>
                      <a:pt x="89" y="231"/>
                    </a:cubicBezTo>
                    <a:cubicBezTo>
                      <a:pt x="306" y="310"/>
                      <a:pt x="533" y="379"/>
                      <a:pt x="779" y="458"/>
                    </a:cubicBezTo>
                    <a:cubicBezTo>
                      <a:pt x="838" y="419"/>
                      <a:pt x="917" y="379"/>
                      <a:pt x="927" y="340"/>
                    </a:cubicBezTo>
                    <a:cubicBezTo>
                      <a:pt x="927" y="291"/>
                      <a:pt x="868" y="212"/>
                      <a:pt x="818" y="192"/>
                    </a:cubicBezTo>
                    <a:cubicBezTo>
                      <a:pt x="611" y="113"/>
                      <a:pt x="395" y="54"/>
                      <a:pt x="178" y="5"/>
                    </a:cubicBezTo>
                    <a:cubicBezTo>
                      <a:pt x="171" y="2"/>
                      <a:pt x="164" y="1"/>
                      <a:pt x="1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38"/>
              <p:cNvSpPr/>
              <p:nvPr/>
            </p:nvSpPr>
            <p:spPr>
              <a:xfrm>
                <a:off x="574406" y="1308523"/>
                <a:ext cx="45624" cy="16612"/>
              </a:xfrm>
              <a:custGeom>
                <a:avLst/>
                <a:gdLst/>
                <a:ahLst/>
                <a:cxnLst/>
                <a:rect l="l" t="t" r="r" b="b"/>
                <a:pathLst>
                  <a:path w="868" h="316" extrusionOk="0">
                    <a:moveTo>
                      <a:pt x="710" y="1"/>
                    </a:moveTo>
                    <a:cubicBezTo>
                      <a:pt x="513" y="1"/>
                      <a:pt x="306" y="30"/>
                      <a:pt x="109" y="60"/>
                    </a:cubicBezTo>
                    <a:cubicBezTo>
                      <a:pt x="70" y="69"/>
                      <a:pt x="11" y="119"/>
                      <a:pt x="11" y="158"/>
                    </a:cubicBezTo>
                    <a:cubicBezTo>
                      <a:pt x="1" y="198"/>
                      <a:pt x="40" y="257"/>
                      <a:pt x="80" y="276"/>
                    </a:cubicBezTo>
                    <a:cubicBezTo>
                      <a:pt x="129" y="306"/>
                      <a:pt x="188" y="306"/>
                      <a:pt x="227" y="316"/>
                    </a:cubicBezTo>
                    <a:cubicBezTo>
                      <a:pt x="415" y="286"/>
                      <a:pt x="572" y="276"/>
                      <a:pt x="730" y="247"/>
                    </a:cubicBezTo>
                    <a:cubicBezTo>
                      <a:pt x="789" y="237"/>
                      <a:pt x="818" y="158"/>
                      <a:pt x="868" y="109"/>
                    </a:cubicBezTo>
                    <a:cubicBezTo>
                      <a:pt x="818" y="69"/>
                      <a:pt x="759" y="1"/>
                      <a:pt x="7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38"/>
              <p:cNvSpPr/>
              <p:nvPr/>
            </p:nvSpPr>
            <p:spPr>
              <a:xfrm>
                <a:off x="688842" y="1262265"/>
                <a:ext cx="37845" cy="21028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0" extrusionOk="0">
                    <a:moveTo>
                      <a:pt x="133" y="0"/>
                    </a:moveTo>
                    <a:cubicBezTo>
                      <a:pt x="95" y="0"/>
                      <a:pt x="44" y="57"/>
                      <a:pt x="1" y="83"/>
                    </a:cubicBezTo>
                    <a:cubicBezTo>
                      <a:pt x="30" y="132"/>
                      <a:pt x="50" y="201"/>
                      <a:pt x="99" y="230"/>
                    </a:cubicBezTo>
                    <a:cubicBezTo>
                      <a:pt x="227" y="299"/>
                      <a:pt x="355" y="358"/>
                      <a:pt x="493" y="398"/>
                    </a:cubicBezTo>
                    <a:cubicBezTo>
                      <a:pt x="499" y="399"/>
                      <a:pt x="504" y="399"/>
                      <a:pt x="509" y="399"/>
                    </a:cubicBezTo>
                    <a:cubicBezTo>
                      <a:pt x="565" y="399"/>
                      <a:pt x="630" y="355"/>
                      <a:pt x="720" y="319"/>
                    </a:cubicBezTo>
                    <a:cubicBezTo>
                      <a:pt x="651" y="230"/>
                      <a:pt x="621" y="171"/>
                      <a:pt x="582" y="161"/>
                    </a:cubicBezTo>
                    <a:cubicBezTo>
                      <a:pt x="444" y="92"/>
                      <a:pt x="296" y="33"/>
                      <a:pt x="149" y="4"/>
                    </a:cubicBezTo>
                    <a:cubicBezTo>
                      <a:pt x="144" y="1"/>
                      <a:pt x="139" y="0"/>
                      <a:pt x="1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38"/>
              <p:cNvSpPr/>
              <p:nvPr/>
            </p:nvSpPr>
            <p:spPr>
              <a:xfrm>
                <a:off x="455344" y="1444984"/>
                <a:ext cx="22812" cy="63978"/>
              </a:xfrm>
              <a:custGeom>
                <a:avLst/>
                <a:gdLst/>
                <a:ahLst/>
                <a:cxnLst/>
                <a:rect l="l" t="t" r="r" b="b"/>
                <a:pathLst>
                  <a:path w="434" h="1217" extrusionOk="0">
                    <a:moveTo>
                      <a:pt x="174" y="0"/>
                    </a:moveTo>
                    <a:cubicBezTo>
                      <a:pt x="164" y="0"/>
                      <a:pt x="152" y="2"/>
                      <a:pt x="138" y="5"/>
                    </a:cubicBezTo>
                    <a:cubicBezTo>
                      <a:pt x="79" y="15"/>
                      <a:pt x="30" y="123"/>
                      <a:pt x="0" y="163"/>
                    </a:cubicBezTo>
                    <a:cubicBezTo>
                      <a:pt x="59" y="498"/>
                      <a:pt x="118" y="793"/>
                      <a:pt x="187" y="1079"/>
                    </a:cubicBezTo>
                    <a:cubicBezTo>
                      <a:pt x="197" y="1138"/>
                      <a:pt x="296" y="1167"/>
                      <a:pt x="355" y="1217"/>
                    </a:cubicBezTo>
                    <a:cubicBezTo>
                      <a:pt x="384" y="1148"/>
                      <a:pt x="434" y="1079"/>
                      <a:pt x="424" y="1020"/>
                    </a:cubicBezTo>
                    <a:cubicBezTo>
                      <a:pt x="384" y="744"/>
                      <a:pt x="315" y="468"/>
                      <a:pt x="266" y="192"/>
                    </a:cubicBezTo>
                    <a:cubicBezTo>
                      <a:pt x="257" y="104"/>
                      <a:pt x="264" y="0"/>
                      <a:pt x="1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38"/>
              <p:cNvSpPr/>
              <p:nvPr/>
            </p:nvSpPr>
            <p:spPr>
              <a:xfrm>
                <a:off x="429429" y="1601630"/>
                <a:ext cx="23338" cy="47681"/>
              </a:xfrm>
              <a:custGeom>
                <a:avLst/>
                <a:gdLst/>
                <a:ahLst/>
                <a:cxnLst/>
                <a:rect l="l" t="t" r="r" b="b"/>
                <a:pathLst>
                  <a:path w="444" h="907" extrusionOk="0">
                    <a:moveTo>
                      <a:pt x="345" y="0"/>
                    </a:moveTo>
                    <a:cubicBezTo>
                      <a:pt x="296" y="0"/>
                      <a:pt x="207" y="39"/>
                      <a:pt x="198" y="79"/>
                    </a:cubicBezTo>
                    <a:cubicBezTo>
                      <a:pt x="119" y="305"/>
                      <a:pt x="60" y="532"/>
                      <a:pt x="10" y="759"/>
                    </a:cubicBezTo>
                    <a:cubicBezTo>
                      <a:pt x="1" y="798"/>
                      <a:pt x="70" y="857"/>
                      <a:pt x="99" y="906"/>
                    </a:cubicBezTo>
                    <a:cubicBezTo>
                      <a:pt x="148" y="877"/>
                      <a:pt x="227" y="847"/>
                      <a:pt x="237" y="808"/>
                    </a:cubicBezTo>
                    <a:cubicBezTo>
                      <a:pt x="316" y="591"/>
                      <a:pt x="375" y="364"/>
                      <a:pt x="444" y="118"/>
                    </a:cubicBezTo>
                    <a:cubicBezTo>
                      <a:pt x="424" y="89"/>
                      <a:pt x="385" y="10"/>
                      <a:pt x="3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38"/>
              <p:cNvSpPr/>
              <p:nvPr/>
            </p:nvSpPr>
            <p:spPr>
              <a:xfrm>
                <a:off x="421123" y="1436941"/>
                <a:ext cx="16137" cy="32173"/>
              </a:xfrm>
              <a:custGeom>
                <a:avLst/>
                <a:gdLst/>
                <a:ahLst/>
                <a:cxnLst/>
                <a:rect l="l" t="t" r="r" b="b"/>
                <a:pathLst>
                  <a:path w="307" h="612" extrusionOk="0">
                    <a:moveTo>
                      <a:pt x="168" y="0"/>
                    </a:moveTo>
                    <a:cubicBezTo>
                      <a:pt x="119" y="60"/>
                      <a:pt x="21" y="129"/>
                      <a:pt x="11" y="197"/>
                    </a:cubicBezTo>
                    <a:cubicBezTo>
                      <a:pt x="1" y="306"/>
                      <a:pt x="31" y="414"/>
                      <a:pt x="70" y="513"/>
                    </a:cubicBezTo>
                    <a:cubicBezTo>
                      <a:pt x="90" y="562"/>
                      <a:pt x="178" y="582"/>
                      <a:pt x="237" y="611"/>
                    </a:cubicBezTo>
                    <a:cubicBezTo>
                      <a:pt x="257" y="552"/>
                      <a:pt x="297" y="493"/>
                      <a:pt x="297" y="434"/>
                    </a:cubicBezTo>
                    <a:cubicBezTo>
                      <a:pt x="306" y="365"/>
                      <a:pt x="277" y="286"/>
                      <a:pt x="257" y="207"/>
                    </a:cubicBezTo>
                    <a:cubicBezTo>
                      <a:pt x="277" y="197"/>
                      <a:pt x="297" y="188"/>
                      <a:pt x="306" y="178"/>
                    </a:cubicBezTo>
                    <a:cubicBezTo>
                      <a:pt x="267" y="119"/>
                      <a:pt x="218" y="60"/>
                      <a:pt x="1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38"/>
              <p:cNvSpPr/>
              <p:nvPr/>
            </p:nvSpPr>
            <p:spPr>
              <a:xfrm>
                <a:off x="200031" y="1326343"/>
                <a:ext cx="83942" cy="41793"/>
              </a:xfrm>
              <a:custGeom>
                <a:avLst/>
                <a:gdLst/>
                <a:ahLst/>
                <a:cxnLst/>
                <a:rect l="l" t="t" r="r" b="b"/>
                <a:pathLst>
                  <a:path w="1597" h="795" extrusionOk="0">
                    <a:moveTo>
                      <a:pt x="1431" y="1"/>
                    </a:moveTo>
                    <a:cubicBezTo>
                      <a:pt x="1419" y="1"/>
                      <a:pt x="1409" y="3"/>
                      <a:pt x="1400" y="6"/>
                    </a:cubicBezTo>
                    <a:cubicBezTo>
                      <a:pt x="966" y="174"/>
                      <a:pt x="533" y="351"/>
                      <a:pt x="109" y="538"/>
                    </a:cubicBezTo>
                    <a:cubicBezTo>
                      <a:pt x="60" y="558"/>
                      <a:pt x="11" y="637"/>
                      <a:pt x="1" y="696"/>
                    </a:cubicBezTo>
                    <a:cubicBezTo>
                      <a:pt x="1" y="725"/>
                      <a:pt x="89" y="765"/>
                      <a:pt x="119" y="794"/>
                    </a:cubicBezTo>
                    <a:cubicBezTo>
                      <a:pt x="178" y="784"/>
                      <a:pt x="208" y="784"/>
                      <a:pt x="227" y="775"/>
                    </a:cubicBezTo>
                    <a:cubicBezTo>
                      <a:pt x="651" y="597"/>
                      <a:pt x="1084" y="420"/>
                      <a:pt x="1508" y="233"/>
                    </a:cubicBezTo>
                    <a:cubicBezTo>
                      <a:pt x="1557" y="203"/>
                      <a:pt x="1567" y="105"/>
                      <a:pt x="1597" y="46"/>
                    </a:cubicBezTo>
                    <a:cubicBezTo>
                      <a:pt x="1541" y="30"/>
                      <a:pt x="1479" y="1"/>
                      <a:pt x="14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2" name="Google Shape;1082;p38"/>
            <p:cNvGrpSpPr/>
            <p:nvPr/>
          </p:nvGrpSpPr>
          <p:grpSpPr>
            <a:xfrm>
              <a:off x="1513767" y="1912839"/>
              <a:ext cx="1327547" cy="1919869"/>
              <a:chOff x="1529813" y="1978170"/>
              <a:chExt cx="1275506" cy="1844609"/>
            </a:xfrm>
          </p:grpSpPr>
          <p:sp>
            <p:nvSpPr>
              <p:cNvPr id="1083" name="Google Shape;1083;p38"/>
              <p:cNvSpPr/>
              <p:nvPr/>
            </p:nvSpPr>
            <p:spPr>
              <a:xfrm>
                <a:off x="2017525" y="2733166"/>
                <a:ext cx="787793" cy="794589"/>
              </a:xfrm>
              <a:custGeom>
                <a:avLst/>
                <a:gdLst/>
                <a:ahLst/>
                <a:cxnLst/>
                <a:rect l="l" t="t" r="r" b="b"/>
                <a:pathLst>
                  <a:path w="15812" h="15946" extrusionOk="0">
                    <a:moveTo>
                      <a:pt x="9110" y="1"/>
                    </a:moveTo>
                    <a:cubicBezTo>
                      <a:pt x="9054" y="1"/>
                      <a:pt x="9000" y="14"/>
                      <a:pt x="8945" y="58"/>
                    </a:cubicBezTo>
                    <a:cubicBezTo>
                      <a:pt x="8926" y="77"/>
                      <a:pt x="8896" y="77"/>
                      <a:pt x="8866" y="77"/>
                    </a:cubicBezTo>
                    <a:cubicBezTo>
                      <a:pt x="8730" y="93"/>
                      <a:pt x="8593" y="109"/>
                      <a:pt x="8456" y="109"/>
                    </a:cubicBezTo>
                    <a:cubicBezTo>
                      <a:pt x="8426" y="109"/>
                      <a:pt x="8395" y="109"/>
                      <a:pt x="8364" y="107"/>
                    </a:cubicBezTo>
                    <a:cubicBezTo>
                      <a:pt x="8290" y="102"/>
                      <a:pt x="8217" y="100"/>
                      <a:pt x="8143" y="100"/>
                    </a:cubicBezTo>
                    <a:cubicBezTo>
                      <a:pt x="7796" y="100"/>
                      <a:pt x="7453" y="148"/>
                      <a:pt x="7103" y="156"/>
                    </a:cubicBezTo>
                    <a:cubicBezTo>
                      <a:pt x="7074" y="166"/>
                      <a:pt x="7044" y="166"/>
                      <a:pt x="7015" y="176"/>
                    </a:cubicBezTo>
                    <a:cubicBezTo>
                      <a:pt x="6926" y="196"/>
                      <a:pt x="6847" y="215"/>
                      <a:pt x="6788" y="294"/>
                    </a:cubicBezTo>
                    <a:cubicBezTo>
                      <a:pt x="6770" y="336"/>
                      <a:pt x="6738" y="352"/>
                      <a:pt x="6698" y="352"/>
                    </a:cubicBezTo>
                    <a:cubicBezTo>
                      <a:pt x="6671" y="352"/>
                      <a:pt x="6642" y="345"/>
                      <a:pt x="6611" y="333"/>
                    </a:cubicBezTo>
                    <a:cubicBezTo>
                      <a:pt x="6578" y="317"/>
                      <a:pt x="6533" y="301"/>
                      <a:pt x="6491" y="301"/>
                    </a:cubicBezTo>
                    <a:cubicBezTo>
                      <a:pt x="6481" y="301"/>
                      <a:pt x="6472" y="302"/>
                      <a:pt x="6463" y="304"/>
                    </a:cubicBezTo>
                    <a:cubicBezTo>
                      <a:pt x="6217" y="363"/>
                      <a:pt x="5970" y="432"/>
                      <a:pt x="5724" y="501"/>
                    </a:cubicBezTo>
                    <a:cubicBezTo>
                      <a:pt x="5695" y="501"/>
                      <a:pt x="5665" y="521"/>
                      <a:pt x="5645" y="540"/>
                    </a:cubicBezTo>
                    <a:cubicBezTo>
                      <a:pt x="5478" y="629"/>
                      <a:pt x="5310" y="727"/>
                      <a:pt x="5143" y="826"/>
                    </a:cubicBezTo>
                    <a:cubicBezTo>
                      <a:pt x="5074" y="865"/>
                      <a:pt x="5015" y="915"/>
                      <a:pt x="4916" y="915"/>
                    </a:cubicBezTo>
                    <a:cubicBezTo>
                      <a:pt x="4877" y="895"/>
                      <a:pt x="4837" y="885"/>
                      <a:pt x="4798" y="865"/>
                    </a:cubicBezTo>
                    <a:cubicBezTo>
                      <a:pt x="4768" y="848"/>
                      <a:pt x="4740" y="840"/>
                      <a:pt x="4712" y="840"/>
                    </a:cubicBezTo>
                    <a:cubicBezTo>
                      <a:pt x="4677" y="840"/>
                      <a:pt x="4644" y="853"/>
                      <a:pt x="4611" y="875"/>
                    </a:cubicBezTo>
                    <a:cubicBezTo>
                      <a:pt x="4581" y="905"/>
                      <a:pt x="4542" y="934"/>
                      <a:pt x="4512" y="964"/>
                    </a:cubicBezTo>
                    <a:cubicBezTo>
                      <a:pt x="4404" y="1062"/>
                      <a:pt x="4296" y="1161"/>
                      <a:pt x="4187" y="1250"/>
                    </a:cubicBezTo>
                    <a:cubicBezTo>
                      <a:pt x="4138" y="1299"/>
                      <a:pt x="4079" y="1328"/>
                      <a:pt x="4010" y="1338"/>
                    </a:cubicBezTo>
                    <a:cubicBezTo>
                      <a:pt x="3912" y="1348"/>
                      <a:pt x="3803" y="1387"/>
                      <a:pt x="3715" y="1437"/>
                    </a:cubicBezTo>
                    <a:cubicBezTo>
                      <a:pt x="3586" y="1525"/>
                      <a:pt x="3458" y="1624"/>
                      <a:pt x="3340" y="1732"/>
                    </a:cubicBezTo>
                    <a:cubicBezTo>
                      <a:pt x="3212" y="1850"/>
                      <a:pt x="3084" y="1939"/>
                      <a:pt x="2907" y="1998"/>
                    </a:cubicBezTo>
                    <a:cubicBezTo>
                      <a:pt x="2828" y="2018"/>
                      <a:pt x="2759" y="2057"/>
                      <a:pt x="2710" y="2126"/>
                    </a:cubicBezTo>
                    <a:cubicBezTo>
                      <a:pt x="2532" y="2392"/>
                      <a:pt x="2217" y="2540"/>
                      <a:pt x="2030" y="2796"/>
                    </a:cubicBezTo>
                    <a:cubicBezTo>
                      <a:pt x="2020" y="2806"/>
                      <a:pt x="2000" y="2816"/>
                      <a:pt x="1981" y="2826"/>
                    </a:cubicBezTo>
                    <a:cubicBezTo>
                      <a:pt x="1892" y="2845"/>
                      <a:pt x="1863" y="2914"/>
                      <a:pt x="1823" y="2973"/>
                    </a:cubicBezTo>
                    <a:cubicBezTo>
                      <a:pt x="1695" y="3200"/>
                      <a:pt x="1528" y="3387"/>
                      <a:pt x="1301" y="3545"/>
                    </a:cubicBezTo>
                    <a:cubicBezTo>
                      <a:pt x="1262" y="3574"/>
                      <a:pt x="1222" y="3624"/>
                      <a:pt x="1203" y="3673"/>
                    </a:cubicBezTo>
                    <a:cubicBezTo>
                      <a:pt x="1114" y="3830"/>
                      <a:pt x="1025" y="3988"/>
                      <a:pt x="956" y="4146"/>
                    </a:cubicBezTo>
                    <a:cubicBezTo>
                      <a:pt x="878" y="4362"/>
                      <a:pt x="789" y="4589"/>
                      <a:pt x="868" y="4835"/>
                    </a:cubicBezTo>
                    <a:cubicBezTo>
                      <a:pt x="828" y="4875"/>
                      <a:pt x="779" y="4924"/>
                      <a:pt x="749" y="4973"/>
                    </a:cubicBezTo>
                    <a:cubicBezTo>
                      <a:pt x="621" y="5170"/>
                      <a:pt x="464" y="5338"/>
                      <a:pt x="533" y="5584"/>
                    </a:cubicBezTo>
                    <a:cubicBezTo>
                      <a:pt x="355" y="5682"/>
                      <a:pt x="355" y="5682"/>
                      <a:pt x="326" y="5860"/>
                    </a:cubicBezTo>
                    <a:cubicBezTo>
                      <a:pt x="316" y="5919"/>
                      <a:pt x="316" y="5978"/>
                      <a:pt x="306" y="6027"/>
                    </a:cubicBezTo>
                    <a:cubicBezTo>
                      <a:pt x="277" y="6224"/>
                      <a:pt x="237" y="6411"/>
                      <a:pt x="158" y="6598"/>
                    </a:cubicBezTo>
                    <a:cubicBezTo>
                      <a:pt x="89" y="6756"/>
                      <a:pt x="50" y="6924"/>
                      <a:pt x="11" y="7081"/>
                    </a:cubicBezTo>
                    <a:cubicBezTo>
                      <a:pt x="1" y="7121"/>
                      <a:pt x="1" y="7160"/>
                      <a:pt x="1" y="7190"/>
                    </a:cubicBezTo>
                    <a:cubicBezTo>
                      <a:pt x="30" y="7495"/>
                      <a:pt x="50" y="7800"/>
                      <a:pt x="30" y="8115"/>
                    </a:cubicBezTo>
                    <a:cubicBezTo>
                      <a:pt x="20" y="8303"/>
                      <a:pt x="40" y="8490"/>
                      <a:pt x="50" y="8677"/>
                    </a:cubicBezTo>
                    <a:cubicBezTo>
                      <a:pt x="50" y="8756"/>
                      <a:pt x="60" y="8835"/>
                      <a:pt x="80" y="8913"/>
                    </a:cubicBezTo>
                    <a:cubicBezTo>
                      <a:pt x="99" y="9032"/>
                      <a:pt x="109" y="9160"/>
                      <a:pt x="188" y="9268"/>
                    </a:cubicBezTo>
                    <a:cubicBezTo>
                      <a:pt x="267" y="9386"/>
                      <a:pt x="218" y="9534"/>
                      <a:pt x="296" y="9652"/>
                    </a:cubicBezTo>
                    <a:cubicBezTo>
                      <a:pt x="326" y="9701"/>
                      <a:pt x="326" y="9761"/>
                      <a:pt x="316" y="9820"/>
                    </a:cubicBezTo>
                    <a:cubicBezTo>
                      <a:pt x="316" y="9879"/>
                      <a:pt x="326" y="9938"/>
                      <a:pt x="346" y="10007"/>
                    </a:cubicBezTo>
                    <a:cubicBezTo>
                      <a:pt x="355" y="10076"/>
                      <a:pt x="395" y="10155"/>
                      <a:pt x="405" y="10224"/>
                    </a:cubicBezTo>
                    <a:cubicBezTo>
                      <a:pt x="415" y="10263"/>
                      <a:pt x="434" y="10322"/>
                      <a:pt x="415" y="10342"/>
                    </a:cubicBezTo>
                    <a:cubicBezTo>
                      <a:pt x="326" y="10460"/>
                      <a:pt x="385" y="10558"/>
                      <a:pt x="444" y="10657"/>
                    </a:cubicBezTo>
                    <a:cubicBezTo>
                      <a:pt x="523" y="10805"/>
                      <a:pt x="602" y="10943"/>
                      <a:pt x="651" y="11100"/>
                    </a:cubicBezTo>
                    <a:cubicBezTo>
                      <a:pt x="710" y="11278"/>
                      <a:pt x="769" y="11445"/>
                      <a:pt x="838" y="11613"/>
                    </a:cubicBezTo>
                    <a:cubicBezTo>
                      <a:pt x="868" y="11691"/>
                      <a:pt x="907" y="11760"/>
                      <a:pt x="966" y="11810"/>
                    </a:cubicBezTo>
                    <a:cubicBezTo>
                      <a:pt x="1015" y="11869"/>
                      <a:pt x="1065" y="11918"/>
                      <a:pt x="1114" y="11967"/>
                    </a:cubicBezTo>
                    <a:cubicBezTo>
                      <a:pt x="1222" y="12075"/>
                      <a:pt x="1321" y="12184"/>
                      <a:pt x="1400" y="12312"/>
                    </a:cubicBezTo>
                    <a:cubicBezTo>
                      <a:pt x="1508" y="12479"/>
                      <a:pt x="1646" y="12627"/>
                      <a:pt x="1764" y="12775"/>
                    </a:cubicBezTo>
                    <a:cubicBezTo>
                      <a:pt x="1813" y="12824"/>
                      <a:pt x="1863" y="12883"/>
                      <a:pt x="1902" y="12932"/>
                    </a:cubicBezTo>
                    <a:cubicBezTo>
                      <a:pt x="2099" y="13149"/>
                      <a:pt x="2276" y="13366"/>
                      <a:pt x="2473" y="13563"/>
                    </a:cubicBezTo>
                    <a:cubicBezTo>
                      <a:pt x="2670" y="13750"/>
                      <a:pt x="2887" y="13937"/>
                      <a:pt x="3153" y="14046"/>
                    </a:cubicBezTo>
                    <a:cubicBezTo>
                      <a:pt x="3192" y="14055"/>
                      <a:pt x="3212" y="14105"/>
                      <a:pt x="3242" y="14134"/>
                    </a:cubicBezTo>
                    <a:cubicBezTo>
                      <a:pt x="3350" y="14243"/>
                      <a:pt x="3439" y="14361"/>
                      <a:pt x="3547" y="14469"/>
                    </a:cubicBezTo>
                    <a:cubicBezTo>
                      <a:pt x="3602" y="14524"/>
                      <a:pt x="3665" y="14579"/>
                      <a:pt x="3760" y="14579"/>
                    </a:cubicBezTo>
                    <a:cubicBezTo>
                      <a:pt x="3768" y="14579"/>
                      <a:pt x="3775" y="14578"/>
                      <a:pt x="3783" y="14578"/>
                    </a:cubicBezTo>
                    <a:cubicBezTo>
                      <a:pt x="3833" y="14578"/>
                      <a:pt x="3882" y="14607"/>
                      <a:pt x="3921" y="14627"/>
                    </a:cubicBezTo>
                    <a:cubicBezTo>
                      <a:pt x="4010" y="14680"/>
                      <a:pt x="4106" y="14717"/>
                      <a:pt x="4217" y="14717"/>
                    </a:cubicBezTo>
                    <a:cubicBezTo>
                      <a:pt x="4230" y="14717"/>
                      <a:pt x="4243" y="14716"/>
                      <a:pt x="4256" y="14715"/>
                    </a:cubicBezTo>
                    <a:cubicBezTo>
                      <a:pt x="4276" y="14745"/>
                      <a:pt x="4306" y="14784"/>
                      <a:pt x="4335" y="14814"/>
                    </a:cubicBezTo>
                    <a:cubicBezTo>
                      <a:pt x="4434" y="14893"/>
                      <a:pt x="4532" y="14972"/>
                      <a:pt x="4631" y="15041"/>
                    </a:cubicBezTo>
                    <a:cubicBezTo>
                      <a:pt x="4681" y="15076"/>
                      <a:pt x="4731" y="15102"/>
                      <a:pt x="4792" y="15102"/>
                    </a:cubicBezTo>
                    <a:cubicBezTo>
                      <a:pt x="4815" y="15102"/>
                      <a:pt x="4840" y="15098"/>
                      <a:pt x="4867" y="15090"/>
                    </a:cubicBezTo>
                    <a:cubicBezTo>
                      <a:pt x="4884" y="15081"/>
                      <a:pt x="4901" y="15078"/>
                      <a:pt x="4917" y="15078"/>
                    </a:cubicBezTo>
                    <a:cubicBezTo>
                      <a:pt x="4956" y="15078"/>
                      <a:pt x="4993" y="15098"/>
                      <a:pt x="5035" y="15119"/>
                    </a:cubicBezTo>
                    <a:cubicBezTo>
                      <a:pt x="5192" y="15208"/>
                      <a:pt x="5360" y="15297"/>
                      <a:pt x="5527" y="15375"/>
                    </a:cubicBezTo>
                    <a:cubicBezTo>
                      <a:pt x="5557" y="15395"/>
                      <a:pt x="5596" y="15415"/>
                      <a:pt x="5606" y="15444"/>
                    </a:cubicBezTo>
                    <a:cubicBezTo>
                      <a:pt x="5655" y="15543"/>
                      <a:pt x="5744" y="15563"/>
                      <a:pt x="5852" y="15572"/>
                    </a:cubicBezTo>
                    <a:cubicBezTo>
                      <a:pt x="6098" y="15592"/>
                      <a:pt x="6335" y="15651"/>
                      <a:pt x="6571" y="15740"/>
                    </a:cubicBezTo>
                    <a:cubicBezTo>
                      <a:pt x="6650" y="15769"/>
                      <a:pt x="6729" y="15769"/>
                      <a:pt x="6808" y="15789"/>
                    </a:cubicBezTo>
                    <a:cubicBezTo>
                      <a:pt x="6847" y="15799"/>
                      <a:pt x="6886" y="15799"/>
                      <a:pt x="6926" y="15799"/>
                    </a:cubicBezTo>
                    <a:cubicBezTo>
                      <a:pt x="7243" y="15870"/>
                      <a:pt x="7560" y="15940"/>
                      <a:pt x="7892" y="15940"/>
                    </a:cubicBezTo>
                    <a:cubicBezTo>
                      <a:pt x="7931" y="15940"/>
                      <a:pt x="7970" y="15939"/>
                      <a:pt x="8009" y="15937"/>
                    </a:cubicBezTo>
                    <a:cubicBezTo>
                      <a:pt x="8069" y="15937"/>
                      <a:pt x="8128" y="15946"/>
                      <a:pt x="8184" y="15946"/>
                    </a:cubicBezTo>
                    <a:cubicBezTo>
                      <a:pt x="8212" y="15946"/>
                      <a:pt x="8239" y="15944"/>
                      <a:pt x="8266" y="15937"/>
                    </a:cubicBezTo>
                    <a:cubicBezTo>
                      <a:pt x="8423" y="15907"/>
                      <a:pt x="8581" y="15858"/>
                      <a:pt x="8738" y="15819"/>
                    </a:cubicBezTo>
                    <a:cubicBezTo>
                      <a:pt x="8817" y="15799"/>
                      <a:pt x="8896" y="15769"/>
                      <a:pt x="8985" y="15760"/>
                    </a:cubicBezTo>
                    <a:cubicBezTo>
                      <a:pt x="9201" y="15760"/>
                      <a:pt x="9428" y="15760"/>
                      <a:pt x="9655" y="15750"/>
                    </a:cubicBezTo>
                    <a:cubicBezTo>
                      <a:pt x="9733" y="15750"/>
                      <a:pt x="9802" y="15750"/>
                      <a:pt x="9871" y="15799"/>
                    </a:cubicBezTo>
                    <a:cubicBezTo>
                      <a:pt x="9905" y="15827"/>
                      <a:pt x="9938" y="15839"/>
                      <a:pt x="9973" y="15839"/>
                    </a:cubicBezTo>
                    <a:cubicBezTo>
                      <a:pt x="10000" y="15839"/>
                      <a:pt x="10028" y="15832"/>
                      <a:pt x="10058" y="15819"/>
                    </a:cubicBezTo>
                    <a:cubicBezTo>
                      <a:pt x="10088" y="15809"/>
                      <a:pt x="10117" y="15789"/>
                      <a:pt x="10137" y="15779"/>
                    </a:cubicBezTo>
                    <a:cubicBezTo>
                      <a:pt x="10403" y="15661"/>
                      <a:pt x="10669" y="15543"/>
                      <a:pt x="10965" y="15504"/>
                    </a:cubicBezTo>
                    <a:cubicBezTo>
                      <a:pt x="11024" y="15504"/>
                      <a:pt x="11103" y="15484"/>
                      <a:pt x="11122" y="15444"/>
                    </a:cubicBezTo>
                    <a:cubicBezTo>
                      <a:pt x="11201" y="15336"/>
                      <a:pt x="11319" y="15307"/>
                      <a:pt x="11437" y="15287"/>
                    </a:cubicBezTo>
                    <a:cubicBezTo>
                      <a:pt x="11575" y="15257"/>
                      <a:pt x="11703" y="15188"/>
                      <a:pt x="11822" y="15119"/>
                    </a:cubicBezTo>
                    <a:cubicBezTo>
                      <a:pt x="11871" y="15090"/>
                      <a:pt x="11910" y="15060"/>
                      <a:pt x="11950" y="15031"/>
                    </a:cubicBezTo>
                    <a:cubicBezTo>
                      <a:pt x="12029" y="14991"/>
                      <a:pt x="12078" y="14942"/>
                      <a:pt x="12107" y="14863"/>
                    </a:cubicBezTo>
                    <a:cubicBezTo>
                      <a:pt x="12117" y="14814"/>
                      <a:pt x="12147" y="14775"/>
                      <a:pt x="12186" y="14735"/>
                    </a:cubicBezTo>
                    <a:cubicBezTo>
                      <a:pt x="12373" y="14558"/>
                      <a:pt x="12551" y="14361"/>
                      <a:pt x="12797" y="14252"/>
                    </a:cubicBezTo>
                    <a:cubicBezTo>
                      <a:pt x="12846" y="14233"/>
                      <a:pt x="12876" y="14193"/>
                      <a:pt x="12905" y="14154"/>
                    </a:cubicBezTo>
                    <a:cubicBezTo>
                      <a:pt x="13023" y="14016"/>
                      <a:pt x="13132" y="13868"/>
                      <a:pt x="13240" y="13730"/>
                    </a:cubicBezTo>
                    <a:cubicBezTo>
                      <a:pt x="13299" y="13661"/>
                      <a:pt x="13329" y="13573"/>
                      <a:pt x="13378" y="13514"/>
                    </a:cubicBezTo>
                    <a:cubicBezTo>
                      <a:pt x="13437" y="13445"/>
                      <a:pt x="13526" y="13395"/>
                      <a:pt x="13595" y="13327"/>
                    </a:cubicBezTo>
                    <a:cubicBezTo>
                      <a:pt x="13802" y="13090"/>
                      <a:pt x="14028" y="12864"/>
                      <a:pt x="14186" y="12588"/>
                    </a:cubicBezTo>
                    <a:cubicBezTo>
                      <a:pt x="14235" y="12519"/>
                      <a:pt x="14284" y="12440"/>
                      <a:pt x="14324" y="12371"/>
                    </a:cubicBezTo>
                    <a:cubicBezTo>
                      <a:pt x="14363" y="12312"/>
                      <a:pt x="14403" y="12253"/>
                      <a:pt x="14481" y="12223"/>
                    </a:cubicBezTo>
                    <a:cubicBezTo>
                      <a:pt x="14550" y="12204"/>
                      <a:pt x="14580" y="12144"/>
                      <a:pt x="14619" y="12095"/>
                    </a:cubicBezTo>
                    <a:cubicBezTo>
                      <a:pt x="14659" y="12016"/>
                      <a:pt x="14708" y="11947"/>
                      <a:pt x="14757" y="11878"/>
                    </a:cubicBezTo>
                    <a:cubicBezTo>
                      <a:pt x="15013" y="11514"/>
                      <a:pt x="15191" y="11120"/>
                      <a:pt x="15309" y="10706"/>
                    </a:cubicBezTo>
                    <a:cubicBezTo>
                      <a:pt x="15348" y="10568"/>
                      <a:pt x="15378" y="10411"/>
                      <a:pt x="15447" y="10283"/>
                    </a:cubicBezTo>
                    <a:cubicBezTo>
                      <a:pt x="15604" y="9997"/>
                      <a:pt x="15673" y="9692"/>
                      <a:pt x="15713" y="9376"/>
                    </a:cubicBezTo>
                    <a:cubicBezTo>
                      <a:pt x="15723" y="9317"/>
                      <a:pt x="15732" y="9248"/>
                      <a:pt x="15713" y="9189"/>
                    </a:cubicBezTo>
                    <a:cubicBezTo>
                      <a:pt x="15673" y="9101"/>
                      <a:pt x="15693" y="9032"/>
                      <a:pt x="15713" y="8943"/>
                    </a:cubicBezTo>
                    <a:cubicBezTo>
                      <a:pt x="15742" y="8854"/>
                      <a:pt x="15762" y="8756"/>
                      <a:pt x="15732" y="8647"/>
                    </a:cubicBezTo>
                    <a:cubicBezTo>
                      <a:pt x="15654" y="8588"/>
                      <a:pt x="15575" y="8519"/>
                      <a:pt x="15476" y="8450"/>
                    </a:cubicBezTo>
                    <a:cubicBezTo>
                      <a:pt x="15457" y="8362"/>
                      <a:pt x="15466" y="8263"/>
                      <a:pt x="15486" y="8165"/>
                    </a:cubicBezTo>
                    <a:cubicBezTo>
                      <a:pt x="15594" y="8096"/>
                      <a:pt x="15585" y="7968"/>
                      <a:pt x="15663" y="7879"/>
                    </a:cubicBezTo>
                    <a:cubicBezTo>
                      <a:pt x="15703" y="7830"/>
                      <a:pt x="15723" y="7761"/>
                      <a:pt x="15713" y="7702"/>
                    </a:cubicBezTo>
                    <a:cubicBezTo>
                      <a:pt x="15693" y="7465"/>
                      <a:pt x="15732" y="7239"/>
                      <a:pt x="15762" y="7012"/>
                    </a:cubicBezTo>
                    <a:cubicBezTo>
                      <a:pt x="15792" y="6796"/>
                      <a:pt x="15811" y="6579"/>
                      <a:pt x="15792" y="6362"/>
                    </a:cubicBezTo>
                    <a:cubicBezTo>
                      <a:pt x="15792" y="6273"/>
                      <a:pt x="15782" y="6175"/>
                      <a:pt x="15742" y="6096"/>
                    </a:cubicBezTo>
                    <a:cubicBezTo>
                      <a:pt x="15703" y="5998"/>
                      <a:pt x="15693" y="5909"/>
                      <a:pt x="15693" y="5810"/>
                    </a:cubicBezTo>
                    <a:cubicBezTo>
                      <a:pt x="15693" y="5604"/>
                      <a:pt x="15683" y="5584"/>
                      <a:pt x="15535" y="5446"/>
                    </a:cubicBezTo>
                    <a:cubicBezTo>
                      <a:pt x="15545" y="5377"/>
                      <a:pt x="15575" y="5318"/>
                      <a:pt x="15565" y="5259"/>
                    </a:cubicBezTo>
                    <a:cubicBezTo>
                      <a:pt x="15535" y="5052"/>
                      <a:pt x="15496" y="4845"/>
                      <a:pt x="15437" y="4638"/>
                    </a:cubicBezTo>
                    <a:cubicBezTo>
                      <a:pt x="15368" y="4372"/>
                      <a:pt x="15279" y="4096"/>
                      <a:pt x="15200" y="3830"/>
                    </a:cubicBezTo>
                    <a:cubicBezTo>
                      <a:pt x="15132" y="3574"/>
                      <a:pt x="15023" y="3338"/>
                      <a:pt x="14846" y="3141"/>
                    </a:cubicBezTo>
                    <a:cubicBezTo>
                      <a:pt x="14825" y="3134"/>
                      <a:pt x="14809" y="3127"/>
                      <a:pt x="14791" y="3127"/>
                    </a:cubicBezTo>
                    <a:cubicBezTo>
                      <a:pt x="14783" y="3127"/>
                      <a:pt x="14776" y="3128"/>
                      <a:pt x="14767" y="3131"/>
                    </a:cubicBezTo>
                    <a:cubicBezTo>
                      <a:pt x="14759" y="3132"/>
                      <a:pt x="14751" y="3132"/>
                      <a:pt x="14743" y="3132"/>
                    </a:cubicBezTo>
                    <a:cubicBezTo>
                      <a:pt x="14626" y="3132"/>
                      <a:pt x="14536" y="3066"/>
                      <a:pt x="14472" y="2983"/>
                    </a:cubicBezTo>
                    <a:cubicBezTo>
                      <a:pt x="14422" y="2914"/>
                      <a:pt x="14383" y="2855"/>
                      <a:pt x="14432" y="2786"/>
                    </a:cubicBezTo>
                    <a:cubicBezTo>
                      <a:pt x="14472" y="2717"/>
                      <a:pt x="14452" y="2648"/>
                      <a:pt x="14403" y="2589"/>
                    </a:cubicBezTo>
                    <a:cubicBezTo>
                      <a:pt x="14215" y="2422"/>
                      <a:pt x="14028" y="2264"/>
                      <a:pt x="13841" y="2097"/>
                    </a:cubicBezTo>
                    <a:cubicBezTo>
                      <a:pt x="13812" y="2067"/>
                      <a:pt x="13752" y="2047"/>
                      <a:pt x="13723" y="2008"/>
                    </a:cubicBezTo>
                    <a:cubicBezTo>
                      <a:pt x="13654" y="1860"/>
                      <a:pt x="13506" y="1772"/>
                      <a:pt x="13378" y="1683"/>
                    </a:cubicBezTo>
                    <a:cubicBezTo>
                      <a:pt x="13270" y="1594"/>
                      <a:pt x="13201" y="1506"/>
                      <a:pt x="13211" y="1378"/>
                    </a:cubicBezTo>
                    <a:cubicBezTo>
                      <a:pt x="13220" y="1279"/>
                      <a:pt x="13171" y="1210"/>
                      <a:pt x="13073" y="1190"/>
                    </a:cubicBezTo>
                    <a:cubicBezTo>
                      <a:pt x="12817" y="1112"/>
                      <a:pt x="12570" y="1003"/>
                      <a:pt x="12294" y="964"/>
                    </a:cubicBezTo>
                    <a:cubicBezTo>
                      <a:pt x="12235" y="944"/>
                      <a:pt x="12176" y="924"/>
                      <a:pt x="12127" y="865"/>
                    </a:cubicBezTo>
                    <a:cubicBezTo>
                      <a:pt x="12058" y="767"/>
                      <a:pt x="11950" y="708"/>
                      <a:pt x="11822" y="668"/>
                    </a:cubicBezTo>
                    <a:cubicBezTo>
                      <a:pt x="11664" y="629"/>
                      <a:pt x="11516" y="590"/>
                      <a:pt x="11369" y="540"/>
                    </a:cubicBezTo>
                    <a:cubicBezTo>
                      <a:pt x="11165" y="461"/>
                      <a:pt x="10945" y="421"/>
                      <a:pt x="10730" y="421"/>
                    </a:cubicBezTo>
                    <a:cubicBezTo>
                      <a:pt x="10707" y="421"/>
                      <a:pt x="10683" y="421"/>
                      <a:pt x="10659" y="422"/>
                    </a:cubicBezTo>
                    <a:cubicBezTo>
                      <a:pt x="10462" y="422"/>
                      <a:pt x="10295" y="373"/>
                      <a:pt x="10117" y="294"/>
                    </a:cubicBezTo>
                    <a:cubicBezTo>
                      <a:pt x="10058" y="264"/>
                      <a:pt x="9999" y="235"/>
                      <a:pt x="9940" y="205"/>
                    </a:cubicBezTo>
                    <a:cubicBezTo>
                      <a:pt x="9723" y="107"/>
                      <a:pt x="9487" y="58"/>
                      <a:pt x="9251" y="18"/>
                    </a:cubicBezTo>
                    <a:cubicBezTo>
                      <a:pt x="9202" y="9"/>
                      <a:pt x="9156" y="1"/>
                      <a:pt x="911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38"/>
              <p:cNvSpPr/>
              <p:nvPr/>
            </p:nvSpPr>
            <p:spPr>
              <a:xfrm rot="899972">
                <a:off x="1739209" y="2043406"/>
                <a:ext cx="729802" cy="1714138"/>
              </a:xfrm>
              <a:custGeom>
                <a:avLst/>
                <a:gdLst/>
                <a:ahLst/>
                <a:cxnLst/>
                <a:rect l="l" t="t" r="r" b="b"/>
                <a:pathLst>
                  <a:path w="5793" h="13605" extrusionOk="0">
                    <a:moveTo>
                      <a:pt x="3005" y="473"/>
                    </a:moveTo>
                    <a:cubicBezTo>
                      <a:pt x="3113" y="710"/>
                      <a:pt x="3192" y="927"/>
                      <a:pt x="3222" y="1153"/>
                    </a:cubicBezTo>
                    <a:cubicBezTo>
                      <a:pt x="3251" y="1350"/>
                      <a:pt x="3271" y="1547"/>
                      <a:pt x="3291" y="1734"/>
                    </a:cubicBezTo>
                    <a:cubicBezTo>
                      <a:pt x="3310" y="1853"/>
                      <a:pt x="3360" y="1961"/>
                      <a:pt x="3369" y="2079"/>
                    </a:cubicBezTo>
                    <a:cubicBezTo>
                      <a:pt x="3409" y="2385"/>
                      <a:pt x="3458" y="2690"/>
                      <a:pt x="3458" y="2995"/>
                    </a:cubicBezTo>
                    <a:cubicBezTo>
                      <a:pt x="3458" y="3232"/>
                      <a:pt x="3399" y="3478"/>
                      <a:pt x="3369" y="3724"/>
                    </a:cubicBezTo>
                    <a:cubicBezTo>
                      <a:pt x="3350" y="3852"/>
                      <a:pt x="3320" y="3980"/>
                      <a:pt x="3300" y="4108"/>
                    </a:cubicBezTo>
                    <a:cubicBezTo>
                      <a:pt x="3300" y="4138"/>
                      <a:pt x="3281" y="4167"/>
                      <a:pt x="3251" y="4217"/>
                    </a:cubicBezTo>
                    <a:cubicBezTo>
                      <a:pt x="3064" y="3892"/>
                      <a:pt x="2828" y="3626"/>
                      <a:pt x="2818" y="3251"/>
                    </a:cubicBezTo>
                    <a:cubicBezTo>
                      <a:pt x="2818" y="3182"/>
                      <a:pt x="2798" y="3123"/>
                      <a:pt x="2788" y="3054"/>
                    </a:cubicBezTo>
                    <a:cubicBezTo>
                      <a:pt x="2778" y="3015"/>
                      <a:pt x="2749" y="2966"/>
                      <a:pt x="2769" y="2926"/>
                    </a:cubicBezTo>
                    <a:cubicBezTo>
                      <a:pt x="2857" y="2621"/>
                      <a:pt x="2749" y="2325"/>
                      <a:pt x="2778" y="2020"/>
                    </a:cubicBezTo>
                    <a:cubicBezTo>
                      <a:pt x="2808" y="1646"/>
                      <a:pt x="2837" y="1281"/>
                      <a:pt x="2906" y="917"/>
                    </a:cubicBezTo>
                    <a:cubicBezTo>
                      <a:pt x="2916" y="860"/>
                      <a:pt x="2907" y="803"/>
                      <a:pt x="2898" y="746"/>
                    </a:cubicBezTo>
                    <a:lnTo>
                      <a:pt x="2898" y="746"/>
                    </a:lnTo>
                    <a:cubicBezTo>
                      <a:pt x="2927" y="668"/>
                      <a:pt x="2966" y="580"/>
                      <a:pt x="3005" y="473"/>
                    </a:cubicBezTo>
                    <a:close/>
                    <a:moveTo>
                      <a:pt x="2055" y="1750"/>
                    </a:moveTo>
                    <a:cubicBezTo>
                      <a:pt x="2058" y="1750"/>
                      <a:pt x="2059" y="1751"/>
                      <a:pt x="2059" y="1754"/>
                    </a:cubicBezTo>
                    <a:cubicBezTo>
                      <a:pt x="2394" y="2138"/>
                      <a:pt x="2640" y="2572"/>
                      <a:pt x="2709" y="3094"/>
                    </a:cubicBezTo>
                    <a:cubicBezTo>
                      <a:pt x="2719" y="3163"/>
                      <a:pt x="2749" y="3232"/>
                      <a:pt x="2660" y="3281"/>
                    </a:cubicBezTo>
                    <a:cubicBezTo>
                      <a:pt x="2640" y="3291"/>
                      <a:pt x="2640" y="3340"/>
                      <a:pt x="2640" y="3370"/>
                    </a:cubicBezTo>
                    <a:cubicBezTo>
                      <a:pt x="2631" y="3478"/>
                      <a:pt x="2631" y="3576"/>
                      <a:pt x="2611" y="3685"/>
                    </a:cubicBezTo>
                    <a:cubicBezTo>
                      <a:pt x="2572" y="3852"/>
                      <a:pt x="2512" y="4030"/>
                      <a:pt x="2453" y="4236"/>
                    </a:cubicBezTo>
                    <a:cubicBezTo>
                      <a:pt x="2168" y="4069"/>
                      <a:pt x="2030" y="3833"/>
                      <a:pt x="1971" y="3547"/>
                    </a:cubicBezTo>
                    <a:cubicBezTo>
                      <a:pt x="1892" y="3212"/>
                      <a:pt x="1872" y="2867"/>
                      <a:pt x="1902" y="2522"/>
                    </a:cubicBezTo>
                    <a:cubicBezTo>
                      <a:pt x="1921" y="2266"/>
                      <a:pt x="1980" y="2010"/>
                      <a:pt x="2010" y="1754"/>
                    </a:cubicBezTo>
                    <a:cubicBezTo>
                      <a:pt x="2036" y="1754"/>
                      <a:pt x="2049" y="1750"/>
                      <a:pt x="2055" y="1750"/>
                    </a:cubicBezTo>
                    <a:close/>
                    <a:moveTo>
                      <a:pt x="4571" y="3409"/>
                    </a:moveTo>
                    <a:cubicBezTo>
                      <a:pt x="4581" y="3468"/>
                      <a:pt x="4601" y="3517"/>
                      <a:pt x="4601" y="3557"/>
                    </a:cubicBezTo>
                    <a:cubicBezTo>
                      <a:pt x="4581" y="3823"/>
                      <a:pt x="4591" y="4099"/>
                      <a:pt x="4551" y="4365"/>
                    </a:cubicBezTo>
                    <a:cubicBezTo>
                      <a:pt x="4512" y="4621"/>
                      <a:pt x="4443" y="4877"/>
                      <a:pt x="4236" y="5054"/>
                    </a:cubicBezTo>
                    <a:cubicBezTo>
                      <a:pt x="4157" y="5123"/>
                      <a:pt x="4069" y="5172"/>
                      <a:pt x="3970" y="5212"/>
                    </a:cubicBezTo>
                    <a:cubicBezTo>
                      <a:pt x="3813" y="5281"/>
                      <a:pt x="3655" y="5340"/>
                      <a:pt x="3468" y="5409"/>
                    </a:cubicBezTo>
                    <a:cubicBezTo>
                      <a:pt x="3448" y="5222"/>
                      <a:pt x="3409" y="5034"/>
                      <a:pt x="3429" y="4867"/>
                    </a:cubicBezTo>
                    <a:cubicBezTo>
                      <a:pt x="3468" y="4640"/>
                      <a:pt x="3478" y="4394"/>
                      <a:pt x="3694" y="4236"/>
                    </a:cubicBezTo>
                    <a:cubicBezTo>
                      <a:pt x="3734" y="4207"/>
                      <a:pt x="3763" y="4158"/>
                      <a:pt x="3793" y="4118"/>
                    </a:cubicBezTo>
                    <a:cubicBezTo>
                      <a:pt x="4000" y="3833"/>
                      <a:pt x="4305" y="3665"/>
                      <a:pt x="4571" y="3409"/>
                    </a:cubicBezTo>
                    <a:close/>
                    <a:moveTo>
                      <a:pt x="2729" y="3498"/>
                    </a:moveTo>
                    <a:cubicBezTo>
                      <a:pt x="2946" y="3902"/>
                      <a:pt x="3241" y="4236"/>
                      <a:pt x="3310" y="4680"/>
                    </a:cubicBezTo>
                    <a:cubicBezTo>
                      <a:pt x="3350" y="4956"/>
                      <a:pt x="3360" y="5231"/>
                      <a:pt x="3369" y="5517"/>
                    </a:cubicBezTo>
                    <a:cubicBezTo>
                      <a:pt x="3369" y="5586"/>
                      <a:pt x="3300" y="5655"/>
                      <a:pt x="3261" y="5724"/>
                    </a:cubicBezTo>
                    <a:cubicBezTo>
                      <a:pt x="3241" y="5724"/>
                      <a:pt x="3232" y="5724"/>
                      <a:pt x="3212" y="5714"/>
                    </a:cubicBezTo>
                    <a:cubicBezTo>
                      <a:pt x="3123" y="5487"/>
                      <a:pt x="2946" y="5379"/>
                      <a:pt x="2709" y="5330"/>
                    </a:cubicBezTo>
                    <a:cubicBezTo>
                      <a:pt x="2621" y="5320"/>
                      <a:pt x="2572" y="5241"/>
                      <a:pt x="2542" y="5162"/>
                    </a:cubicBezTo>
                    <a:cubicBezTo>
                      <a:pt x="2434" y="4926"/>
                      <a:pt x="2404" y="4690"/>
                      <a:pt x="2473" y="4443"/>
                    </a:cubicBezTo>
                    <a:cubicBezTo>
                      <a:pt x="2562" y="4138"/>
                      <a:pt x="2640" y="3833"/>
                      <a:pt x="2729" y="3498"/>
                    </a:cubicBezTo>
                    <a:close/>
                    <a:moveTo>
                      <a:pt x="4670" y="5143"/>
                    </a:moveTo>
                    <a:cubicBezTo>
                      <a:pt x="4611" y="5300"/>
                      <a:pt x="4483" y="5340"/>
                      <a:pt x="4364" y="5389"/>
                    </a:cubicBezTo>
                    <a:cubicBezTo>
                      <a:pt x="4187" y="5468"/>
                      <a:pt x="4089" y="5606"/>
                      <a:pt x="4049" y="5793"/>
                    </a:cubicBezTo>
                    <a:cubicBezTo>
                      <a:pt x="4000" y="5970"/>
                      <a:pt x="3970" y="6157"/>
                      <a:pt x="3803" y="6295"/>
                    </a:cubicBezTo>
                    <a:cubicBezTo>
                      <a:pt x="3748" y="6342"/>
                      <a:pt x="3688" y="6370"/>
                      <a:pt x="3616" y="6370"/>
                    </a:cubicBezTo>
                    <a:cubicBezTo>
                      <a:pt x="3597" y="6370"/>
                      <a:pt x="3577" y="6368"/>
                      <a:pt x="3557" y="6364"/>
                    </a:cubicBezTo>
                    <a:cubicBezTo>
                      <a:pt x="3458" y="6345"/>
                      <a:pt x="3350" y="6335"/>
                      <a:pt x="3241" y="6315"/>
                    </a:cubicBezTo>
                    <a:cubicBezTo>
                      <a:pt x="3222" y="6207"/>
                      <a:pt x="3182" y="6108"/>
                      <a:pt x="3291" y="6019"/>
                    </a:cubicBezTo>
                    <a:cubicBezTo>
                      <a:pt x="3300" y="6010"/>
                      <a:pt x="3320" y="5980"/>
                      <a:pt x="3310" y="5970"/>
                    </a:cubicBezTo>
                    <a:cubicBezTo>
                      <a:pt x="3271" y="5685"/>
                      <a:pt x="3458" y="5547"/>
                      <a:pt x="3645" y="5428"/>
                    </a:cubicBezTo>
                    <a:cubicBezTo>
                      <a:pt x="3931" y="5251"/>
                      <a:pt x="4246" y="5153"/>
                      <a:pt x="4581" y="5143"/>
                    </a:cubicBezTo>
                    <a:close/>
                    <a:moveTo>
                      <a:pt x="2556" y="5377"/>
                    </a:moveTo>
                    <a:cubicBezTo>
                      <a:pt x="2798" y="5377"/>
                      <a:pt x="3041" y="5530"/>
                      <a:pt x="3143" y="5753"/>
                    </a:cubicBezTo>
                    <a:cubicBezTo>
                      <a:pt x="3172" y="5803"/>
                      <a:pt x="3172" y="5872"/>
                      <a:pt x="3182" y="5941"/>
                    </a:cubicBezTo>
                    <a:cubicBezTo>
                      <a:pt x="3182" y="6000"/>
                      <a:pt x="3153" y="6049"/>
                      <a:pt x="3143" y="6108"/>
                    </a:cubicBezTo>
                    <a:cubicBezTo>
                      <a:pt x="3113" y="6315"/>
                      <a:pt x="3113" y="6315"/>
                      <a:pt x="2897" y="6345"/>
                    </a:cubicBezTo>
                    <a:cubicBezTo>
                      <a:pt x="2857" y="6354"/>
                      <a:pt x="2818" y="6364"/>
                      <a:pt x="2788" y="6384"/>
                    </a:cubicBezTo>
                    <a:cubicBezTo>
                      <a:pt x="2731" y="6422"/>
                      <a:pt x="2675" y="6438"/>
                      <a:pt x="2621" y="6438"/>
                    </a:cubicBezTo>
                    <a:cubicBezTo>
                      <a:pt x="2536" y="6438"/>
                      <a:pt x="2457" y="6399"/>
                      <a:pt x="2384" y="6345"/>
                    </a:cubicBezTo>
                    <a:cubicBezTo>
                      <a:pt x="2266" y="6246"/>
                      <a:pt x="2158" y="6128"/>
                      <a:pt x="2109" y="5960"/>
                    </a:cubicBezTo>
                    <a:cubicBezTo>
                      <a:pt x="2079" y="5852"/>
                      <a:pt x="2000" y="5753"/>
                      <a:pt x="1931" y="5665"/>
                    </a:cubicBezTo>
                    <a:cubicBezTo>
                      <a:pt x="1882" y="5586"/>
                      <a:pt x="1803" y="5517"/>
                      <a:pt x="1724" y="5428"/>
                    </a:cubicBezTo>
                    <a:cubicBezTo>
                      <a:pt x="1772" y="5420"/>
                      <a:pt x="1820" y="5406"/>
                      <a:pt x="1868" y="5406"/>
                    </a:cubicBezTo>
                    <a:cubicBezTo>
                      <a:pt x="1879" y="5406"/>
                      <a:pt x="1890" y="5407"/>
                      <a:pt x="1902" y="5409"/>
                    </a:cubicBezTo>
                    <a:cubicBezTo>
                      <a:pt x="1965" y="5424"/>
                      <a:pt x="2027" y="5430"/>
                      <a:pt x="2090" y="5430"/>
                    </a:cubicBezTo>
                    <a:cubicBezTo>
                      <a:pt x="2230" y="5430"/>
                      <a:pt x="2369" y="5400"/>
                      <a:pt x="2512" y="5379"/>
                    </a:cubicBezTo>
                    <a:cubicBezTo>
                      <a:pt x="2527" y="5378"/>
                      <a:pt x="2541" y="5377"/>
                      <a:pt x="2556" y="5377"/>
                    </a:cubicBezTo>
                    <a:close/>
                    <a:moveTo>
                      <a:pt x="4425" y="5819"/>
                    </a:moveTo>
                    <a:cubicBezTo>
                      <a:pt x="4478" y="5819"/>
                      <a:pt x="4531" y="5830"/>
                      <a:pt x="4581" y="5852"/>
                    </a:cubicBezTo>
                    <a:cubicBezTo>
                      <a:pt x="4788" y="5931"/>
                      <a:pt x="4975" y="6029"/>
                      <a:pt x="5103" y="6207"/>
                    </a:cubicBezTo>
                    <a:cubicBezTo>
                      <a:pt x="5143" y="6266"/>
                      <a:pt x="5182" y="6315"/>
                      <a:pt x="5241" y="6404"/>
                    </a:cubicBezTo>
                    <a:cubicBezTo>
                      <a:pt x="5123" y="6394"/>
                      <a:pt x="5064" y="6384"/>
                      <a:pt x="5005" y="6374"/>
                    </a:cubicBezTo>
                    <a:cubicBezTo>
                      <a:pt x="4979" y="6373"/>
                      <a:pt x="4953" y="6372"/>
                      <a:pt x="4928" y="6372"/>
                    </a:cubicBezTo>
                    <a:cubicBezTo>
                      <a:pt x="4751" y="6372"/>
                      <a:pt x="4586" y="6402"/>
                      <a:pt x="4414" y="6463"/>
                    </a:cubicBezTo>
                    <a:cubicBezTo>
                      <a:pt x="4286" y="6502"/>
                      <a:pt x="4138" y="6502"/>
                      <a:pt x="3990" y="6502"/>
                    </a:cubicBezTo>
                    <a:cubicBezTo>
                      <a:pt x="3941" y="6502"/>
                      <a:pt x="3892" y="6463"/>
                      <a:pt x="3842" y="6443"/>
                    </a:cubicBezTo>
                    <a:cubicBezTo>
                      <a:pt x="3921" y="6285"/>
                      <a:pt x="4000" y="6147"/>
                      <a:pt x="4079" y="6010"/>
                    </a:cubicBezTo>
                    <a:cubicBezTo>
                      <a:pt x="4150" y="5889"/>
                      <a:pt x="4287" y="5819"/>
                      <a:pt x="4425" y="5819"/>
                    </a:cubicBezTo>
                    <a:close/>
                    <a:moveTo>
                      <a:pt x="3089" y="6401"/>
                    </a:moveTo>
                    <a:cubicBezTo>
                      <a:pt x="3120" y="6401"/>
                      <a:pt x="3151" y="6402"/>
                      <a:pt x="3182" y="6404"/>
                    </a:cubicBezTo>
                    <a:cubicBezTo>
                      <a:pt x="3369" y="6423"/>
                      <a:pt x="3566" y="6423"/>
                      <a:pt x="3763" y="6551"/>
                    </a:cubicBezTo>
                    <a:cubicBezTo>
                      <a:pt x="3557" y="6630"/>
                      <a:pt x="3478" y="6807"/>
                      <a:pt x="3419" y="6985"/>
                    </a:cubicBezTo>
                    <a:cubicBezTo>
                      <a:pt x="3380" y="7078"/>
                      <a:pt x="3335" y="7135"/>
                      <a:pt x="3249" y="7135"/>
                    </a:cubicBezTo>
                    <a:cubicBezTo>
                      <a:pt x="3227" y="7135"/>
                      <a:pt x="3201" y="7131"/>
                      <a:pt x="3172" y="7123"/>
                    </a:cubicBezTo>
                    <a:cubicBezTo>
                      <a:pt x="3103" y="6847"/>
                      <a:pt x="2897" y="6689"/>
                      <a:pt x="2611" y="6581"/>
                    </a:cubicBezTo>
                    <a:cubicBezTo>
                      <a:pt x="2760" y="6431"/>
                      <a:pt x="2924" y="6401"/>
                      <a:pt x="3089" y="6401"/>
                    </a:cubicBezTo>
                    <a:close/>
                    <a:moveTo>
                      <a:pt x="2443" y="6689"/>
                    </a:moveTo>
                    <a:cubicBezTo>
                      <a:pt x="2709" y="6689"/>
                      <a:pt x="2946" y="6817"/>
                      <a:pt x="3034" y="7024"/>
                    </a:cubicBezTo>
                    <a:cubicBezTo>
                      <a:pt x="3044" y="7054"/>
                      <a:pt x="3054" y="7093"/>
                      <a:pt x="3054" y="7133"/>
                    </a:cubicBezTo>
                    <a:cubicBezTo>
                      <a:pt x="2956" y="7202"/>
                      <a:pt x="2857" y="7261"/>
                      <a:pt x="2769" y="7339"/>
                    </a:cubicBezTo>
                    <a:cubicBezTo>
                      <a:pt x="2690" y="7408"/>
                      <a:pt x="2621" y="7497"/>
                      <a:pt x="2532" y="7586"/>
                    </a:cubicBezTo>
                    <a:cubicBezTo>
                      <a:pt x="2325" y="7300"/>
                      <a:pt x="2049" y="7123"/>
                      <a:pt x="1655" y="7093"/>
                    </a:cubicBezTo>
                    <a:cubicBezTo>
                      <a:pt x="1695" y="7044"/>
                      <a:pt x="1724" y="6995"/>
                      <a:pt x="1754" y="6965"/>
                    </a:cubicBezTo>
                    <a:cubicBezTo>
                      <a:pt x="1961" y="6807"/>
                      <a:pt x="2177" y="6689"/>
                      <a:pt x="2443" y="6689"/>
                    </a:cubicBezTo>
                    <a:close/>
                    <a:moveTo>
                      <a:pt x="3921" y="6611"/>
                    </a:moveTo>
                    <a:cubicBezTo>
                      <a:pt x="4020" y="6611"/>
                      <a:pt x="4114" y="6657"/>
                      <a:pt x="4207" y="6709"/>
                    </a:cubicBezTo>
                    <a:cubicBezTo>
                      <a:pt x="4404" y="6807"/>
                      <a:pt x="4542" y="6965"/>
                      <a:pt x="4640" y="7172"/>
                    </a:cubicBezTo>
                    <a:cubicBezTo>
                      <a:pt x="4384" y="7369"/>
                      <a:pt x="4384" y="7369"/>
                      <a:pt x="4236" y="7743"/>
                    </a:cubicBezTo>
                    <a:cubicBezTo>
                      <a:pt x="4108" y="7369"/>
                      <a:pt x="3842" y="7182"/>
                      <a:pt x="3488" y="7083"/>
                    </a:cubicBezTo>
                    <a:cubicBezTo>
                      <a:pt x="3527" y="6926"/>
                      <a:pt x="3566" y="6788"/>
                      <a:pt x="3704" y="6689"/>
                    </a:cubicBezTo>
                    <a:cubicBezTo>
                      <a:pt x="3781" y="6633"/>
                      <a:pt x="3852" y="6611"/>
                      <a:pt x="3921" y="6611"/>
                    </a:cubicBezTo>
                    <a:close/>
                    <a:moveTo>
                      <a:pt x="4796" y="7223"/>
                    </a:moveTo>
                    <a:cubicBezTo>
                      <a:pt x="4829" y="7223"/>
                      <a:pt x="4859" y="7238"/>
                      <a:pt x="4886" y="7270"/>
                    </a:cubicBezTo>
                    <a:cubicBezTo>
                      <a:pt x="4936" y="7330"/>
                      <a:pt x="4995" y="7399"/>
                      <a:pt x="5044" y="7467"/>
                    </a:cubicBezTo>
                    <a:cubicBezTo>
                      <a:pt x="5083" y="7527"/>
                      <a:pt x="5113" y="7605"/>
                      <a:pt x="5143" y="7664"/>
                    </a:cubicBezTo>
                    <a:cubicBezTo>
                      <a:pt x="4857" y="7832"/>
                      <a:pt x="4699" y="8108"/>
                      <a:pt x="4591" y="8413"/>
                    </a:cubicBezTo>
                    <a:cubicBezTo>
                      <a:pt x="4502" y="8305"/>
                      <a:pt x="4423" y="8216"/>
                      <a:pt x="4364" y="8108"/>
                    </a:cubicBezTo>
                    <a:cubicBezTo>
                      <a:pt x="4325" y="8059"/>
                      <a:pt x="4325" y="7990"/>
                      <a:pt x="4325" y="7930"/>
                    </a:cubicBezTo>
                    <a:cubicBezTo>
                      <a:pt x="4315" y="7625"/>
                      <a:pt x="4443" y="7399"/>
                      <a:pt x="4709" y="7251"/>
                    </a:cubicBezTo>
                    <a:cubicBezTo>
                      <a:pt x="4740" y="7233"/>
                      <a:pt x="4769" y="7223"/>
                      <a:pt x="4796" y="7223"/>
                    </a:cubicBezTo>
                    <a:close/>
                    <a:moveTo>
                      <a:pt x="3407" y="7169"/>
                    </a:moveTo>
                    <a:cubicBezTo>
                      <a:pt x="3430" y="7169"/>
                      <a:pt x="3454" y="7170"/>
                      <a:pt x="3478" y="7172"/>
                    </a:cubicBezTo>
                    <a:cubicBezTo>
                      <a:pt x="3744" y="7202"/>
                      <a:pt x="3960" y="7379"/>
                      <a:pt x="4089" y="7635"/>
                    </a:cubicBezTo>
                    <a:cubicBezTo>
                      <a:pt x="4138" y="7724"/>
                      <a:pt x="4148" y="7832"/>
                      <a:pt x="4177" y="7930"/>
                    </a:cubicBezTo>
                    <a:cubicBezTo>
                      <a:pt x="3980" y="7960"/>
                      <a:pt x="3793" y="7970"/>
                      <a:pt x="3616" y="8029"/>
                    </a:cubicBezTo>
                    <a:cubicBezTo>
                      <a:pt x="3429" y="8088"/>
                      <a:pt x="3379" y="8295"/>
                      <a:pt x="3261" y="8492"/>
                    </a:cubicBezTo>
                    <a:cubicBezTo>
                      <a:pt x="3145" y="8164"/>
                      <a:pt x="2973" y="7940"/>
                      <a:pt x="2642" y="7940"/>
                    </a:cubicBezTo>
                    <a:cubicBezTo>
                      <a:pt x="2635" y="7940"/>
                      <a:pt x="2628" y="7940"/>
                      <a:pt x="2621" y="7940"/>
                    </a:cubicBezTo>
                    <a:cubicBezTo>
                      <a:pt x="2552" y="7704"/>
                      <a:pt x="2660" y="7536"/>
                      <a:pt x="2808" y="7408"/>
                    </a:cubicBezTo>
                    <a:cubicBezTo>
                      <a:pt x="2976" y="7249"/>
                      <a:pt x="3193" y="7169"/>
                      <a:pt x="3407" y="7169"/>
                    </a:cubicBezTo>
                    <a:close/>
                    <a:moveTo>
                      <a:pt x="1740" y="7200"/>
                    </a:moveTo>
                    <a:cubicBezTo>
                      <a:pt x="1772" y="7200"/>
                      <a:pt x="1807" y="7204"/>
                      <a:pt x="1843" y="7211"/>
                    </a:cubicBezTo>
                    <a:cubicBezTo>
                      <a:pt x="2010" y="7251"/>
                      <a:pt x="2158" y="7330"/>
                      <a:pt x="2286" y="7438"/>
                    </a:cubicBezTo>
                    <a:cubicBezTo>
                      <a:pt x="2424" y="7566"/>
                      <a:pt x="2503" y="7724"/>
                      <a:pt x="2463" y="7950"/>
                    </a:cubicBezTo>
                    <a:cubicBezTo>
                      <a:pt x="2158" y="8029"/>
                      <a:pt x="1961" y="8206"/>
                      <a:pt x="1843" y="8512"/>
                    </a:cubicBezTo>
                    <a:cubicBezTo>
                      <a:pt x="1744" y="8364"/>
                      <a:pt x="1665" y="8226"/>
                      <a:pt x="1567" y="8098"/>
                    </a:cubicBezTo>
                    <a:cubicBezTo>
                      <a:pt x="1468" y="7980"/>
                      <a:pt x="1350" y="7881"/>
                      <a:pt x="1163" y="7871"/>
                    </a:cubicBezTo>
                    <a:cubicBezTo>
                      <a:pt x="1163" y="7812"/>
                      <a:pt x="1153" y="7753"/>
                      <a:pt x="1163" y="7704"/>
                    </a:cubicBezTo>
                    <a:cubicBezTo>
                      <a:pt x="1222" y="7527"/>
                      <a:pt x="1330" y="7379"/>
                      <a:pt x="1488" y="7280"/>
                    </a:cubicBezTo>
                    <a:cubicBezTo>
                      <a:pt x="1568" y="7229"/>
                      <a:pt x="1648" y="7200"/>
                      <a:pt x="1740" y="7200"/>
                    </a:cubicBezTo>
                    <a:close/>
                    <a:moveTo>
                      <a:pt x="5153" y="7795"/>
                    </a:moveTo>
                    <a:cubicBezTo>
                      <a:pt x="5207" y="7795"/>
                      <a:pt x="5259" y="7825"/>
                      <a:pt x="5300" y="7881"/>
                    </a:cubicBezTo>
                    <a:cubicBezTo>
                      <a:pt x="5448" y="8098"/>
                      <a:pt x="5566" y="8315"/>
                      <a:pt x="5438" y="8590"/>
                    </a:cubicBezTo>
                    <a:cubicBezTo>
                      <a:pt x="5428" y="8630"/>
                      <a:pt x="5399" y="8669"/>
                      <a:pt x="5369" y="8689"/>
                    </a:cubicBezTo>
                    <a:cubicBezTo>
                      <a:pt x="5211" y="8797"/>
                      <a:pt x="5054" y="8906"/>
                      <a:pt x="5024" y="9122"/>
                    </a:cubicBezTo>
                    <a:cubicBezTo>
                      <a:pt x="4729" y="8994"/>
                      <a:pt x="4650" y="8896"/>
                      <a:pt x="4670" y="8630"/>
                    </a:cubicBezTo>
                    <a:cubicBezTo>
                      <a:pt x="4680" y="8334"/>
                      <a:pt x="4798" y="8078"/>
                      <a:pt x="5005" y="7871"/>
                    </a:cubicBezTo>
                    <a:cubicBezTo>
                      <a:pt x="5052" y="7820"/>
                      <a:pt x="5103" y="7795"/>
                      <a:pt x="5153" y="7795"/>
                    </a:cubicBezTo>
                    <a:close/>
                    <a:moveTo>
                      <a:pt x="2609" y="8035"/>
                    </a:moveTo>
                    <a:cubicBezTo>
                      <a:pt x="2740" y="8035"/>
                      <a:pt x="2861" y="8075"/>
                      <a:pt x="2975" y="8177"/>
                    </a:cubicBezTo>
                    <a:cubicBezTo>
                      <a:pt x="3044" y="8236"/>
                      <a:pt x="3103" y="8315"/>
                      <a:pt x="3133" y="8393"/>
                    </a:cubicBezTo>
                    <a:cubicBezTo>
                      <a:pt x="3192" y="8630"/>
                      <a:pt x="3222" y="8876"/>
                      <a:pt x="3281" y="9142"/>
                    </a:cubicBezTo>
                    <a:cubicBezTo>
                      <a:pt x="3263" y="9141"/>
                      <a:pt x="3246" y="9141"/>
                      <a:pt x="3229" y="9141"/>
                    </a:cubicBezTo>
                    <a:cubicBezTo>
                      <a:pt x="2916" y="9141"/>
                      <a:pt x="2728" y="9309"/>
                      <a:pt x="2522" y="9477"/>
                    </a:cubicBezTo>
                    <a:cubicBezTo>
                      <a:pt x="2404" y="9201"/>
                      <a:pt x="2187" y="9093"/>
                      <a:pt x="1951" y="8984"/>
                    </a:cubicBezTo>
                    <a:cubicBezTo>
                      <a:pt x="1912" y="8965"/>
                      <a:pt x="1872" y="8886"/>
                      <a:pt x="1862" y="8837"/>
                    </a:cubicBezTo>
                    <a:cubicBezTo>
                      <a:pt x="1843" y="8571"/>
                      <a:pt x="2069" y="8157"/>
                      <a:pt x="2345" y="8078"/>
                    </a:cubicBezTo>
                    <a:cubicBezTo>
                      <a:pt x="2437" y="8051"/>
                      <a:pt x="2525" y="8035"/>
                      <a:pt x="2609" y="8035"/>
                    </a:cubicBezTo>
                    <a:close/>
                    <a:moveTo>
                      <a:pt x="3917" y="8025"/>
                    </a:moveTo>
                    <a:cubicBezTo>
                      <a:pt x="4066" y="8025"/>
                      <a:pt x="4220" y="8081"/>
                      <a:pt x="4325" y="8206"/>
                    </a:cubicBezTo>
                    <a:cubicBezTo>
                      <a:pt x="4522" y="8443"/>
                      <a:pt x="4561" y="8709"/>
                      <a:pt x="4601" y="9004"/>
                    </a:cubicBezTo>
                    <a:cubicBezTo>
                      <a:pt x="4217" y="9014"/>
                      <a:pt x="3970" y="9241"/>
                      <a:pt x="3773" y="9566"/>
                    </a:cubicBezTo>
                    <a:cubicBezTo>
                      <a:pt x="3665" y="9398"/>
                      <a:pt x="3576" y="9221"/>
                      <a:pt x="3379" y="9162"/>
                    </a:cubicBezTo>
                    <a:cubicBezTo>
                      <a:pt x="3360" y="9024"/>
                      <a:pt x="3340" y="8906"/>
                      <a:pt x="3320" y="8778"/>
                    </a:cubicBezTo>
                    <a:cubicBezTo>
                      <a:pt x="3291" y="8522"/>
                      <a:pt x="3409" y="8305"/>
                      <a:pt x="3576" y="8147"/>
                    </a:cubicBezTo>
                    <a:cubicBezTo>
                      <a:pt x="3659" y="8069"/>
                      <a:pt x="3786" y="8025"/>
                      <a:pt x="3917" y="8025"/>
                    </a:cubicBezTo>
                    <a:close/>
                    <a:moveTo>
                      <a:pt x="5527" y="8778"/>
                    </a:moveTo>
                    <a:cubicBezTo>
                      <a:pt x="5566" y="8876"/>
                      <a:pt x="5635" y="8975"/>
                      <a:pt x="5655" y="9083"/>
                    </a:cubicBezTo>
                    <a:cubicBezTo>
                      <a:pt x="5734" y="9723"/>
                      <a:pt x="5724" y="9802"/>
                      <a:pt x="5596" y="10078"/>
                    </a:cubicBezTo>
                    <a:cubicBezTo>
                      <a:pt x="5507" y="10048"/>
                      <a:pt x="5418" y="10019"/>
                      <a:pt x="5349" y="9999"/>
                    </a:cubicBezTo>
                    <a:cubicBezTo>
                      <a:pt x="5271" y="9782"/>
                      <a:pt x="5211" y="9585"/>
                      <a:pt x="5123" y="9398"/>
                    </a:cubicBezTo>
                    <a:cubicBezTo>
                      <a:pt x="5064" y="9280"/>
                      <a:pt x="5064" y="9172"/>
                      <a:pt x="5133" y="9053"/>
                    </a:cubicBezTo>
                    <a:cubicBezTo>
                      <a:pt x="5211" y="8906"/>
                      <a:pt x="5320" y="8787"/>
                      <a:pt x="5527" y="8778"/>
                    </a:cubicBezTo>
                    <a:close/>
                    <a:moveTo>
                      <a:pt x="819" y="7913"/>
                    </a:moveTo>
                    <a:cubicBezTo>
                      <a:pt x="853" y="7913"/>
                      <a:pt x="894" y="7923"/>
                      <a:pt x="946" y="7940"/>
                    </a:cubicBezTo>
                    <a:cubicBezTo>
                      <a:pt x="966" y="7950"/>
                      <a:pt x="995" y="7960"/>
                      <a:pt x="1025" y="7960"/>
                    </a:cubicBezTo>
                    <a:cubicBezTo>
                      <a:pt x="1062" y="7952"/>
                      <a:pt x="1096" y="7948"/>
                      <a:pt x="1129" y="7948"/>
                    </a:cubicBezTo>
                    <a:cubicBezTo>
                      <a:pt x="1340" y="7948"/>
                      <a:pt x="1466" y="8103"/>
                      <a:pt x="1577" y="8265"/>
                    </a:cubicBezTo>
                    <a:cubicBezTo>
                      <a:pt x="1724" y="8472"/>
                      <a:pt x="1793" y="8709"/>
                      <a:pt x="1774" y="8984"/>
                    </a:cubicBezTo>
                    <a:cubicBezTo>
                      <a:pt x="1478" y="9004"/>
                      <a:pt x="1360" y="9241"/>
                      <a:pt x="1222" y="9438"/>
                    </a:cubicBezTo>
                    <a:cubicBezTo>
                      <a:pt x="1104" y="9310"/>
                      <a:pt x="1015" y="9172"/>
                      <a:pt x="897" y="9063"/>
                    </a:cubicBezTo>
                    <a:cubicBezTo>
                      <a:pt x="769" y="8955"/>
                      <a:pt x="601" y="8916"/>
                      <a:pt x="434" y="8866"/>
                    </a:cubicBezTo>
                    <a:lnTo>
                      <a:pt x="434" y="8866"/>
                    </a:lnTo>
                    <a:cubicBezTo>
                      <a:pt x="444" y="8984"/>
                      <a:pt x="532" y="8994"/>
                      <a:pt x="601" y="9014"/>
                    </a:cubicBezTo>
                    <a:cubicBezTo>
                      <a:pt x="769" y="9073"/>
                      <a:pt x="917" y="9142"/>
                      <a:pt x="1015" y="9310"/>
                    </a:cubicBezTo>
                    <a:cubicBezTo>
                      <a:pt x="1094" y="9457"/>
                      <a:pt x="1153" y="9585"/>
                      <a:pt x="1054" y="9743"/>
                    </a:cubicBezTo>
                    <a:cubicBezTo>
                      <a:pt x="1025" y="9782"/>
                      <a:pt x="1025" y="9832"/>
                      <a:pt x="1015" y="9871"/>
                    </a:cubicBezTo>
                    <a:cubicBezTo>
                      <a:pt x="749" y="9910"/>
                      <a:pt x="523" y="10029"/>
                      <a:pt x="414" y="10285"/>
                    </a:cubicBezTo>
                    <a:cubicBezTo>
                      <a:pt x="197" y="10265"/>
                      <a:pt x="158" y="10226"/>
                      <a:pt x="129" y="10048"/>
                    </a:cubicBezTo>
                    <a:cubicBezTo>
                      <a:pt x="79" y="9743"/>
                      <a:pt x="99" y="9438"/>
                      <a:pt x="158" y="9132"/>
                    </a:cubicBezTo>
                    <a:cubicBezTo>
                      <a:pt x="188" y="9024"/>
                      <a:pt x="266" y="8955"/>
                      <a:pt x="345" y="8896"/>
                    </a:cubicBezTo>
                    <a:cubicBezTo>
                      <a:pt x="414" y="8827"/>
                      <a:pt x="463" y="8768"/>
                      <a:pt x="483" y="8659"/>
                    </a:cubicBezTo>
                    <a:cubicBezTo>
                      <a:pt x="523" y="8443"/>
                      <a:pt x="611" y="8236"/>
                      <a:pt x="690" y="8029"/>
                    </a:cubicBezTo>
                    <a:cubicBezTo>
                      <a:pt x="722" y="7946"/>
                      <a:pt x="758" y="7913"/>
                      <a:pt x="819" y="7913"/>
                    </a:cubicBezTo>
                    <a:close/>
                    <a:moveTo>
                      <a:pt x="4563" y="9105"/>
                    </a:moveTo>
                    <a:cubicBezTo>
                      <a:pt x="4625" y="9105"/>
                      <a:pt x="4687" y="9112"/>
                      <a:pt x="4749" y="9122"/>
                    </a:cubicBezTo>
                    <a:cubicBezTo>
                      <a:pt x="4798" y="9122"/>
                      <a:pt x="4857" y="9172"/>
                      <a:pt x="4886" y="9211"/>
                    </a:cubicBezTo>
                    <a:cubicBezTo>
                      <a:pt x="5044" y="9379"/>
                      <a:pt x="5123" y="9595"/>
                      <a:pt x="5202" y="9812"/>
                    </a:cubicBezTo>
                    <a:cubicBezTo>
                      <a:pt x="5211" y="9871"/>
                      <a:pt x="5192" y="9940"/>
                      <a:pt x="5192" y="10029"/>
                    </a:cubicBezTo>
                    <a:cubicBezTo>
                      <a:pt x="5005" y="10048"/>
                      <a:pt x="4847" y="10107"/>
                      <a:pt x="4719" y="10255"/>
                    </a:cubicBezTo>
                    <a:cubicBezTo>
                      <a:pt x="4703" y="10276"/>
                      <a:pt x="4680" y="10289"/>
                      <a:pt x="4653" y="10289"/>
                    </a:cubicBezTo>
                    <a:cubicBezTo>
                      <a:pt x="4630" y="10289"/>
                      <a:pt x="4604" y="10279"/>
                      <a:pt x="4581" y="10255"/>
                    </a:cubicBezTo>
                    <a:cubicBezTo>
                      <a:pt x="4483" y="10157"/>
                      <a:pt x="4354" y="10117"/>
                      <a:pt x="4226" y="10088"/>
                    </a:cubicBezTo>
                    <a:cubicBezTo>
                      <a:pt x="4098" y="10048"/>
                      <a:pt x="3980" y="10019"/>
                      <a:pt x="3842" y="9979"/>
                    </a:cubicBezTo>
                    <a:cubicBezTo>
                      <a:pt x="3862" y="9861"/>
                      <a:pt x="3773" y="9743"/>
                      <a:pt x="3842" y="9615"/>
                    </a:cubicBezTo>
                    <a:cubicBezTo>
                      <a:pt x="3941" y="9438"/>
                      <a:pt x="4079" y="9280"/>
                      <a:pt x="4256" y="9182"/>
                    </a:cubicBezTo>
                    <a:cubicBezTo>
                      <a:pt x="4350" y="9125"/>
                      <a:pt x="4455" y="9105"/>
                      <a:pt x="4563" y="9105"/>
                    </a:cubicBezTo>
                    <a:close/>
                    <a:moveTo>
                      <a:pt x="3211" y="9240"/>
                    </a:moveTo>
                    <a:cubicBezTo>
                      <a:pt x="3224" y="9240"/>
                      <a:pt x="3238" y="9240"/>
                      <a:pt x="3251" y="9241"/>
                    </a:cubicBezTo>
                    <a:cubicBezTo>
                      <a:pt x="3488" y="9241"/>
                      <a:pt x="3675" y="9536"/>
                      <a:pt x="3685" y="9743"/>
                    </a:cubicBezTo>
                    <a:cubicBezTo>
                      <a:pt x="3685" y="9782"/>
                      <a:pt x="3694" y="9822"/>
                      <a:pt x="3714" y="9861"/>
                    </a:cubicBezTo>
                    <a:cubicBezTo>
                      <a:pt x="3744" y="9940"/>
                      <a:pt x="3763" y="10009"/>
                      <a:pt x="3685" y="10068"/>
                    </a:cubicBezTo>
                    <a:cubicBezTo>
                      <a:pt x="3557" y="10157"/>
                      <a:pt x="3429" y="10236"/>
                      <a:pt x="3281" y="10334"/>
                    </a:cubicBezTo>
                    <a:cubicBezTo>
                      <a:pt x="3153" y="10127"/>
                      <a:pt x="2916" y="10058"/>
                      <a:pt x="2719" y="9950"/>
                    </a:cubicBezTo>
                    <a:cubicBezTo>
                      <a:pt x="2572" y="9871"/>
                      <a:pt x="2532" y="9664"/>
                      <a:pt x="2621" y="9526"/>
                    </a:cubicBezTo>
                    <a:cubicBezTo>
                      <a:pt x="2770" y="9321"/>
                      <a:pt x="2980" y="9240"/>
                      <a:pt x="3211" y="9240"/>
                    </a:cubicBezTo>
                    <a:close/>
                    <a:moveTo>
                      <a:pt x="1765" y="9083"/>
                    </a:moveTo>
                    <a:cubicBezTo>
                      <a:pt x="1850" y="9083"/>
                      <a:pt x="1943" y="9102"/>
                      <a:pt x="2040" y="9132"/>
                    </a:cubicBezTo>
                    <a:cubicBezTo>
                      <a:pt x="2197" y="9172"/>
                      <a:pt x="2325" y="9280"/>
                      <a:pt x="2394" y="9438"/>
                    </a:cubicBezTo>
                    <a:cubicBezTo>
                      <a:pt x="2443" y="9536"/>
                      <a:pt x="2463" y="9625"/>
                      <a:pt x="2365" y="9743"/>
                    </a:cubicBezTo>
                    <a:cubicBezTo>
                      <a:pt x="2512" y="9743"/>
                      <a:pt x="2512" y="9822"/>
                      <a:pt x="2503" y="9920"/>
                    </a:cubicBezTo>
                    <a:cubicBezTo>
                      <a:pt x="2158" y="10009"/>
                      <a:pt x="1852" y="10186"/>
                      <a:pt x="1646" y="10521"/>
                    </a:cubicBezTo>
                    <a:cubicBezTo>
                      <a:pt x="1567" y="10383"/>
                      <a:pt x="1508" y="10265"/>
                      <a:pt x="1429" y="10157"/>
                    </a:cubicBezTo>
                    <a:cubicBezTo>
                      <a:pt x="1340" y="10068"/>
                      <a:pt x="1232" y="9999"/>
                      <a:pt x="1104" y="9901"/>
                    </a:cubicBezTo>
                    <a:cubicBezTo>
                      <a:pt x="1104" y="9881"/>
                      <a:pt x="1104" y="9812"/>
                      <a:pt x="1123" y="9763"/>
                    </a:cubicBezTo>
                    <a:cubicBezTo>
                      <a:pt x="1222" y="9605"/>
                      <a:pt x="1320" y="9447"/>
                      <a:pt x="1419" y="9290"/>
                    </a:cubicBezTo>
                    <a:cubicBezTo>
                      <a:pt x="1505" y="9137"/>
                      <a:pt x="1625" y="9083"/>
                      <a:pt x="1765" y="9083"/>
                    </a:cubicBezTo>
                    <a:close/>
                    <a:moveTo>
                      <a:pt x="3955" y="10127"/>
                    </a:moveTo>
                    <a:cubicBezTo>
                      <a:pt x="4032" y="10127"/>
                      <a:pt x="4112" y="10142"/>
                      <a:pt x="4197" y="10176"/>
                    </a:cubicBezTo>
                    <a:cubicBezTo>
                      <a:pt x="4286" y="10216"/>
                      <a:pt x="4374" y="10226"/>
                      <a:pt x="4463" y="10285"/>
                    </a:cubicBezTo>
                    <a:cubicBezTo>
                      <a:pt x="4551" y="10354"/>
                      <a:pt x="4591" y="10452"/>
                      <a:pt x="4689" y="10521"/>
                    </a:cubicBezTo>
                    <a:cubicBezTo>
                      <a:pt x="4768" y="10570"/>
                      <a:pt x="4798" y="10718"/>
                      <a:pt x="4857" y="10836"/>
                    </a:cubicBezTo>
                    <a:cubicBezTo>
                      <a:pt x="4660" y="10886"/>
                      <a:pt x="4473" y="10866"/>
                      <a:pt x="4345" y="10984"/>
                    </a:cubicBezTo>
                    <a:cubicBezTo>
                      <a:pt x="4226" y="11093"/>
                      <a:pt x="4128" y="11211"/>
                      <a:pt x="4029" y="11309"/>
                    </a:cubicBezTo>
                    <a:cubicBezTo>
                      <a:pt x="3901" y="11221"/>
                      <a:pt x="3773" y="11132"/>
                      <a:pt x="3635" y="11043"/>
                    </a:cubicBezTo>
                    <a:cubicBezTo>
                      <a:pt x="3616" y="11024"/>
                      <a:pt x="3566" y="11014"/>
                      <a:pt x="3557" y="10994"/>
                    </a:cubicBezTo>
                    <a:cubicBezTo>
                      <a:pt x="3488" y="10807"/>
                      <a:pt x="3429" y="10630"/>
                      <a:pt x="3379" y="10442"/>
                    </a:cubicBezTo>
                    <a:cubicBezTo>
                      <a:pt x="3369" y="10423"/>
                      <a:pt x="3409" y="10373"/>
                      <a:pt x="3438" y="10354"/>
                    </a:cubicBezTo>
                    <a:cubicBezTo>
                      <a:pt x="3600" y="10220"/>
                      <a:pt x="3766" y="10127"/>
                      <a:pt x="3955" y="10127"/>
                    </a:cubicBezTo>
                    <a:close/>
                    <a:moveTo>
                      <a:pt x="5260" y="10124"/>
                    </a:moveTo>
                    <a:cubicBezTo>
                      <a:pt x="5319" y="10124"/>
                      <a:pt x="5379" y="10129"/>
                      <a:pt x="5438" y="10137"/>
                    </a:cubicBezTo>
                    <a:cubicBezTo>
                      <a:pt x="5517" y="10147"/>
                      <a:pt x="5566" y="10216"/>
                      <a:pt x="5586" y="10295"/>
                    </a:cubicBezTo>
                    <a:cubicBezTo>
                      <a:pt x="5684" y="10610"/>
                      <a:pt x="5635" y="11033"/>
                      <a:pt x="5389" y="11349"/>
                    </a:cubicBezTo>
                    <a:cubicBezTo>
                      <a:pt x="5340" y="11260"/>
                      <a:pt x="5280" y="11191"/>
                      <a:pt x="5251" y="11122"/>
                    </a:cubicBezTo>
                    <a:cubicBezTo>
                      <a:pt x="5202" y="11024"/>
                      <a:pt x="5123" y="10964"/>
                      <a:pt x="5024" y="10915"/>
                    </a:cubicBezTo>
                    <a:cubicBezTo>
                      <a:pt x="4985" y="10896"/>
                      <a:pt x="4955" y="10846"/>
                      <a:pt x="4936" y="10807"/>
                    </a:cubicBezTo>
                    <a:cubicBezTo>
                      <a:pt x="4886" y="10699"/>
                      <a:pt x="4847" y="10590"/>
                      <a:pt x="4788" y="10492"/>
                    </a:cubicBezTo>
                    <a:cubicBezTo>
                      <a:pt x="4739" y="10413"/>
                      <a:pt x="4749" y="10354"/>
                      <a:pt x="4808" y="10295"/>
                    </a:cubicBezTo>
                    <a:cubicBezTo>
                      <a:pt x="4938" y="10164"/>
                      <a:pt x="5096" y="10124"/>
                      <a:pt x="5260" y="10124"/>
                    </a:cubicBezTo>
                    <a:close/>
                    <a:moveTo>
                      <a:pt x="2466" y="10028"/>
                    </a:moveTo>
                    <a:cubicBezTo>
                      <a:pt x="2548" y="10028"/>
                      <a:pt x="2631" y="10045"/>
                      <a:pt x="2709" y="10068"/>
                    </a:cubicBezTo>
                    <a:cubicBezTo>
                      <a:pt x="3123" y="10186"/>
                      <a:pt x="3330" y="10502"/>
                      <a:pt x="3399" y="10955"/>
                    </a:cubicBezTo>
                    <a:cubicBezTo>
                      <a:pt x="3371" y="10953"/>
                      <a:pt x="3343" y="10951"/>
                      <a:pt x="3315" y="10951"/>
                    </a:cubicBezTo>
                    <a:cubicBezTo>
                      <a:pt x="2964" y="10951"/>
                      <a:pt x="2704" y="11126"/>
                      <a:pt x="2503" y="11427"/>
                    </a:cubicBezTo>
                    <a:cubicBezTo>
                      <a:pt x="2310" y="11129"/>
                      <a:pt x="2089" y="10915"/>
                      <a:pt x="1766" y="10915"/>
                    </a:cubicBezTo>
                    <a:cubicBezTo>
                      <a:pt x="1759" y="10915"/>
                      <a:pt x="1751" y="10915"/>
                      <a:pt x="1744" y="10915"/>
                    </a:cubicBezTo>
                    <a:cubicBezTo>
                      <a:pt x="1616" y="10699"/>
                      <a:pt x="1695" y="10541"/>
                      <a:pt x="1823" y="10413"/>
                    </a:cubicBezTo>
                    <a:cubicBezTo>
                      <a:pt x="1941" y="10304"/>
                      <a:pt x="2059" y="10196"/>
                      <a:pt x="2197" y="10107"/>
                    </a:cubicBezTo>
                    <a:cubicBezTo>
                      <a:pt x="2281" y="10050"/>
                      <a:pt x="2373" y="10028"/>
                      <a:pt x="2466" y="10028"/>
                    </a:cubicBezTo>
                    <a:close/>
                    <a:moveTo>
                      <a:pt x="923" y="9985"/>
                    </a:moveTo>
                    <a:cubicBezTo>
                      <a:pt x="932" y="9985"/>
                      <a:pt x="939" y="9987"/>
                      <a:pt x="946" y="9989"/>
                    </a:cubicBezTo>
                    <a:cubicBezTo>
                      <a:pt x="1074" y="10039"/>
                      <a:pt x="1232" y="10039"/>
                      <a:pt x="1330" y="10167"/>
                    </a:cubicBezTo>
                    <a:cubicBezTo>
                      <a:pt x="1429" y="10304"/>
                      <a:pt x="1547" y="10442"/>
                      <a:pt x="1557" y="10630"/>
                    </a:cubicBezTo>
                    <a:cubicBezTo>
                      <a:pt x="1557" y="10699"/>
                      <a:pt x="1586" y="10777"/>
                      <a:pt x="1606" y="10846"/>
                    </a:cubicBezTo>
                    <a:cubicBezTo>
                      <a:pt x="1330" y="10935"/>
                      <a:pt x="1114" y="11043"/>
                      <a:pt x="936" y="11240"/>
                    </a:cubicBezTo>
                    <a:cubicBezTo>
                      <a:pt x="818" y="11388"/>
                      <a:pt x="729" y="11516"/>
                      <a:pt x="749" y="11703"/>
                    </a:cubicBezTo>
                    <a:cubicBezTo>
                      <a:pt x="680" y="11723"/>
                      <a:pt x="621" y="11733"/>
                      <a:pt x="572" y="11753"/>
                    </a:cubicBezTo>
                    <a:cubicBezTo>
                      <a:pt x="536" y="11764"/>
                      <a:pt x="503" y="11771"/>
                      <a:pt x="472" y="11771"/>
                    </a:cubicBezTo>
                    <a:cubicBezTo>
                      <a:pt x="375" y="11771"/>
                      <a:pt x="301" y="11710"/>
                      <a:pt x="257" y="11575"/>
                    </a:cubicBezTo>
                    <a:cubicBezTo>
                      <a:pt x="168" y="11299"/>
                      <a:pt x="99" y="11024"/>
                      <a:pt x="99" y="10728"/>
                    </a:cubicBezTo>
                    <a:cubicBezTo>
                      <a:pt x="99" y="10580"/>
                      <a:pt x="138" y="10452"/>
                      <a:pt x="296" y="10373"/>
                    </a:cubicBezTo>
                    <a:cubicBezTo>
                      <a:pt x="316" y="10423"/>
                      <a:pt x="335" y="10452"/>
                      <a:pt x="355" y="10492"/>
                    </a:cubicBezTo>
                    <a:cubicBezTo>
                      <a:pt x="385" y="10442"/>
                      <a:pt x="424" y="10403"/>
                      <a:pt x="444" y="10364"/>
                    </a:cubicBezTo>
                    <a:cubicBezTo>
                      <a:pt x="493" y="10206"/>
                      <a:pt x="601" y="10117"/>
                      <a:pt x="749" y="10048"/>
                    </a:cubicBezTo>
                    <a:cubicBezTo>
                      <a:pt x="800" y="10031"/>
                      <a:pt x="873" y="9985"/>
                      <a:pt x="923" y="9985"/>
                    </a:cubicBezTo>
                    <a:close/>
                    <a:moveTo>
                      <a:pt x="1606" y="10992"/>
                    </a:moveTo>
                    <a:cubicBezTo>
                      <a:pt x="2163" y="10992"/>
                      <a:pt x="2464" y="11340"/>
                      <a:pt x="2473" y="11861"/>
                    </a:cubicBezTo>
                    <a:cubicBezTo>
                      <a:pt x="2158" y="11871"/>
                      <a:pt x="1921" y="12009"/>
                      <a:pt x="1764" y="12294"/>
                    </a:cubicBezTo>
                    <a:cubicBezTo>
                      <a:pt x="1655" y="12107"/>
                      <a:pt x="1557" y="11940"/>
                      <a:pt x="1370" y="11881"/>
                    </a:cubicBezTo>
                    <a:cubicBezTo>
                      <a:pt x="1202" y="11821"/>
                      <a:pt x="1025" y="11762"/>
                      <a:pt x="857" y="11713"/>
                    </a:cubicBezTo>
                    <a:cubicBezTo>
                      <a:pt x="897" y="11260"/>
                      <a:pt x="1163" y="11004"/>
                      <a:pt x="1537" y="10994"/>
                    </a:cubicBezTo>
                    <a:cubicBezTo>
                      <a:pt x="1561" y="10993"/>
                      <a:pt x="1583" y="10992"/>
                      <a:pt x="1606" y="10992"/>
                    </a:cubicBezTo>
                    <a:close/>
                    <a:moveTo>
                      <a:pt x="3289" y="11051"/>
                    </a:moveTo>
                    <a:cubicBezTo>
                      <a:pt x="3535" y="11051"/>
                      <a:pt x="3773" y="11168"/>
                      <a:pt x="3921" y="11398"/>
                    </a:cubicBezTo>
                    <a:cubicBezTo>
                      <a:pt x="4020" y="11546"/>
                      <a:pt x="4098" y="11693"/>
                      <a:pt x="4108" y="11861"/>
                    </a:cubicBezTo>
                    <a:cubicBezTo>
                      <a:pt x="3951" y="11910"/>
                      <a:pt x="3773" y="11940"/>
                      <a:pt x="3635" y="12019"/>
                    </a:cubicBezTo>
                    <a:cubicBezTo>
                      <a:pt x="3497" y="12097"/>
                      <a:pt x="3399" y="12235"/>
                      <a:pt x="3281" y="12344"/>
                    </a:cubicBezTo>
                    <a:cubicBezTo>
                      <a:pt x="3143" y="12097"/>
                      <a:pt x="2926" y="11920"/>
                      <a:pt x="2621" y="11871"/>
                    </a:cubicBezTo>
                    <a:cubicBezTo>
                      <a:pt x="2473" y="11624"/>
                      <a:pt x="2552" y="11447"/>
                      <a:pt x="2729" y="11280"/>
                    </a:cubicBezTo>
                    <a:cubicBezTo>
                      <a:pt x="2891" y="11126"/>
                      <a:pt x="3092" y="11051"/>
                      <a:pt x="3289" y="11051"/>
                    </a:cubicBezTo>
                    <a:close/>
                    <a:moveTo>
                      <a:pt x="4726" y="10971"/>
                    </a:moveTo>
                    <a:cubicBezTo>
                      <a:pt x="4802" y="10971"/>
                      <a:pt x="4880" y="10981"/>
                      <a:pt x="4955" y="11004"/>
                    </a:cubicBezTo>
                    <a:cubicBezTo>
                      <a:pt x="5172" y="11073"/>
                      <a:pt x="5280" y="11270"/>
                      <a:pt x="5300" y="11477"/>
                    </a:cubicBezTo>
                    <a:cubicBezTo>
                      <a:pt x="5330" y="11812"/>
                      <a:pt x="5192" y="12087"/>
                      <a:pt x="4946" y="12304"/>
                    </a:cubicBezTo>
                    <a:cubicBezTo>
                      <a:pt x="4916" y="12334"/>
                      <a:pt x="4877" y="12344"/>
                      <a:pt x="4837" y="12363"/>
                    </a:cubicBezTo>
                    <a:cubicBezTo>
                      <a:pt x="4798" y="12314"/>
                      <a:pt x="4758" y="12265"/>
                      <a:pt x="4729" y="12216"/>
                    </a:cubicBezTo>
                    <a:cubicBezTo>
                      <a:pt x="4650" y="12097"/>
                      <a:pt x="4542" y="12009"/>
                      <a:pt x="4394" y="11959"/>
                    </a:cubicBezTo>
                    <a:cubicBezTo>
                      <a:pt x="4286" y="11920"/>
                      <a:pt x="4197" y="11841"/>
                      <a:pt x="4177" y="11713"/>
                    </a:cubicBezTo>
                    <a:cubicBezTo>
                      <a:pt x="4177" y="11693"/>
                      <a:pt x="4167" y="11664"/>
                      <a:pt x="4157" y="11644"/>
                    </a:cubicBezTo>
                    <a:cubicBezTo>
                      <a:pt x="4079" y="11516"/>
                      <a:pt x="4098" y="11398"/>
                      <a:pt x="4177" y="11280"/>
                    </a:cubicBezTo>
                    <a:cubicBezTo>
                      <a:pt x="4266" y="11132"/>
                      <a:pt x="4394" y="11014"/>
                      <a:pt x="4571" y="10984"/>
                    </a:cubicBezTo>
                    <a:cubicBezTo>
                      <a:pt x="4620" y="10976"/>
                      <a:pt x="4673" y="10971"/>
                      <a:pt x="4726" y="10971"/>
                    </a:cubicBezTo>
                    <a:close/>
                    <a:moveTo>
                      <a:pt x="761" y="11806"/>
                    </a:moveTo>
                    <a:cubicBezTo>
                      <a:pt x="1005" y="11806"/>
                      <a:pt x="1234" y="11889"/>
                      <a:pt x="1449" y="12009"/>
                    </a:cubicBezTo>
                    <a:cubicBezTo>
                      <a:pt x="1537" y="12058"/>
                      <a:pt x="1606" y="12147"/>
                      <a:pt x="1606" y="12265"/>
                    </a:cubicBezTo>
                    <a:cubicBezTo>
                      <a:pt x="1616" y="12334"/>
                      <a:pt x="1636" y="12403"/>
                      <a:pt x="1655" y="12481"/>
                    </a:cubicBezTo>
                    <a:cubicBezTo>
                      <a:pt x="1547" y="12550"/>
                      <a:pt x="1449" y="12629"/>
                      <a:pt x="1340" y="12669"/>
                    </a:cubicBezTo>
                    <a:cubicBezTo>
                      <a:pt x="1315" y="12680"/>
                      <a:pt x="1287" y="12684"/>
                      <a:pt x="1258" y="12684"/>
                    </a:cubicBezTo>
                    <a:cubicBezTo>
                      <a:pt x="1209" y="12684"/>
                      <a:pt x="1157" y="12671"/>
                      <a:pt x="1114" y="12659"/>
                    </a:cubicBezTo>
                    <a:cubicBezTo>
                      <a:pt x="808" y="12590"/>
                      <a:pt x="582" y="12413"/>
                      <a:pt x="463" y="12107"/>
                    </a:cubicBezTo>
                    <a:cubicBezTo>
                      <a:pt x="404" y="11950"/>
                      <a:pt x="473" y="11831"/>
                      <a:pt x="651" y="11812"/>
                    </a:cubicBezTo>
                    <a:cubicBezTo>
                      <a:pt x="688" y="11808"/>
                      <a:pt x="725" y="11806"/>
                      <a:pt x="761" y="11806"/>
                    </a:cubicBezTo>
                    <a:close/>
                    <a:moveTo>
                      <a:pt x="4070" y="11992"/>
                    </a:moveTo>
                    <a:cubicBezTo>
                      <a:pt x="4350" y="11992"/>
                      <a:pt x="4628" y="12138"/>
                      <a:pt x="4739" y="12442"/>
                    </a:cubicBezTo>
                    <a:cubicBezTo>
                      <a:pt x="4749" y="12491"/>
                      <a:pt x="4778" y="12531"/>
                      <a:pt x="4808" y="12580"/>
                    </a:cubicBezTo>
                    <a:cubicBezTo>
                      <a:pt x="4650" y="12846"/>
                      <a:pt x="4561" y="12925"/>
                      <a:pt x="4207" y="13132"/>
                    </a:cubicBezTo>
                    <a:cubicBezTo>
                      <a:pt x="4098" y="13023"/>
                      <a:pt x="4000" y="12876"/>
                      <a:pt x="3862" y="12797"/>
                    </a:cubicBezTo>
                    <a:cubicBezTo>
                      <a:pt x="3714" y="12718"/>
                      <a:pt x="3537" y="12718"/>
                      <a:pt x="3360" y="12679"/>
                    </a:cubicBezTo>
                    <a:cubicBezTo>
                      <a:pt x="3300" y="12511"/>
                      <a:pt x="3389" y="12373"/>
                      <a:pt x="3488" y="12255"/>
                    </a:cubicBezTo>
                    <a:cubicBezTo>
                      <a:pt x="3630" y="12082"/>
                      <a:pt x="3851" y="11992"/>
                      <a:pt x="4070" y="11992"/>
                    </a:cubicBezTo>
                    <a:close/>
                    <a:moveTo>
                      <a:pt x="1732" y="12608"/>
                    </a:moveTo>
                    <a:cubicBezTo>
                      <a:pt x="1879" y="12608"/>
                      <a:pt x="2024" y="12682"/>
                      <a:pt x="2128" y="12826"/>
                    </a:cubicBezTo>
                    <a:cubicBezTo>
                      <a:pt x="2237" y="12984"/>
                      <a:pt x="2325" y="13141"/>
                      <a:pt x="2306" y="13358"/>
                    </a:cubicBezTo>
                    <a:cubicBezTo>
                      <a:pt x="2280" y="13360"/>
                      <a:pt x="2255" y="13361"/>
                      <a:pt x="2229" y="13361"/>
                    </a:cubicBezTo>
                    <a:cubicBezTo>
                      <a:pt x="1821" y="13361"/>
                      <a:pt x="1421" y="13143"/>
                      <a:pt x="1291" y="12846"/>
                    </a:cubicBezTo>
                    <a:cubicBezTo>
                      <a:pt x="1340" y="12807"/>
                      <a:pt x="1380" y="12757"/>
                      <a:pt x="1429" y="12718"/>
                    </a:cubicBezTo>
                    <a:cubicBezTo>
                      <a:pt x="1522" y="12645"/>
                      <a:pt x="1628" y="12608"/>
                      <a:pt x="1732" y="12608"/>
                    </a:cubicBezTo>
                    <a:close/>
                    <a:moveTo>
                      <a:pt x="2345" y="11959"/>
                    </a:moveTo>
                    <a:cubicBezTo>
                      <a:pt x="2631" y="11959"/>
                      <a:pt x="2916" y="11979"/>
                      <a:pt x="3094" y="12255"/>
                    </a:cubicBezTo>
                    <a:cubicBezTo>
                      <a:pt x="3163" y="12353"/>
                      <a:pt x="3202" y="12472"/>
                      <a:pt x="3241" y="12580"/>
                    </a:cubicBezTo>
                    <a:cubicBezTo>
                      <a:pt x="3261" y="12639"/>
                      <a:pt x="3232" y="12698"/>
                      <a:pt x="3172" y="12728"/>
                    </a:cubicBezTo>
                    <a:cubicBezTo>
                      <a:pt x="2926" y="12826"/>
                      <a:pt x="2808" y="13033"/>
                      <a:pt x="2739" y="13270"/>
                    </a:cubicBezTo>
                    <a:cubicBezTo>
                      <a:pt x="2697" y="13401"/>
                      <a:pt x="2670" y="13460"/>
                      <a:pt x="2611" y="13460"/>
                    </a:cubicBezTo>
                    <a:cubicBezTo>
                      <a:pt x="2573" y="13460"/>
                      <a:pt x="2521" y="13434"/>
                      <a:pt x="2443" y="13388"/>
                    </a:cubicBezTo>
                    <a:cubicBezTo>
                      <a:pt x="2424" y="13378"/>
                      <a:pt x="2414" y="13368"/>
                      <a:pt x="2394" y="13358"/>
                    </a:cubicBezTo>
                    <a:cubicBezTo>
                      <a:pt x="2424" y="12974"/>
                      <a:pt x="2217" y="12679"/>
                      <a:pt x="1774" y="12481"/>
                    </a:cubicBezTo>
                    <a:cubicBezTo>
                      <a:pt x="1803" y="12235"/>
                      <a:pt x="2128" y="11959"/>
                      <a:pt x="2345" y="11959"/>
                    </a:cubicBezTo>
                    <a:close/>
                    <a:moveTo>
                      <a:pt x="3466" y="12789"/>
                    </a:moveTo>
                    <a:cubicBezTo>
                      <a:pt x="3750" y="12789"/>
                      <a:pt x="3927" y="12903"/>
                      <a:pt x="4029" y="13151"/>
                    </a:cubicBezTo>
                    <a:cubicBezTo>
                      <a:pt x="3860" y="13385"/>
                      <a:pt x="3533" y="13521"/>
                      <a:pt x="3231" y="13521"/>
                    </a:cubicBezTo>
                    <a:cubicBezTo>
                      <a:pt x="3075" y="13521"/>
                      <a:pt x="2925" y="13485"/>
                      <a:pt x="2808" y="13407"/>
                    </a:cubicBezTo>
                    <a:cubicBezTo>
                      <a:pt x="2867" y="13033"/>
                      <a:pt x="3044" y="12826"/>
                      <a:pt x="3330" y="12797"/>
                    </a:cubicBezTo>
                    <a:cubicBezTo>
                      <a:pt x="3378" y="12792"/>
                      <a:pt x="3423" y="12789"/>
                      <a:pt x="3466" y="12789"/>
                    </a:cubicBezTo>
                    <a:close/>
                    <a:moveTo>
                      <a:pt x="4443" y="1"/>
                    </a:moveTo>
                    <a:cubicBezTo>
                      <a:pt x="4345" y="168"/>
                      <a:pt x="4187" y="267"/>
                      <a:pt x="4138" y="454"/>
                    </a:cubicBezTo>
                    <a:cubicBezTo>
                      <a:pt x="4246" y="345"/>
                      <a:pt x="4354" y="247"/>
                      <a:pt x="4483" y="119"/>
                    </a:cubicBezTo>
                    <a:cubicBezTo>
                      <a:pt x="4512" y="217"/>
                      <a:pt x="4551" y="286"/>
                      <a:pt x="4551" y="355"/>
                    </a:cubicBezTo>
                    <a:cubicBezTo>
                      <a:pt x="4571" y="661"/>
                      <a:pt x="4620" y="966"/>
                      <a:pt x="4689" y="1262"/>
                    </a:cubicBezTo>
                    <a:cubicBezTo>
                      <a:pt x="4758" y="1547"/>
                      <a:pt x="4798" y="1843"/>
                      <a:pt x="4640" y="2119"/>
                    </a:cubicBezTo>
                    <a:cubicBezTo>
                      <a:pt x="4620" y="2168"/>
                      <a:pt x="4650" y="2237"/>
                      <a:pt x="4660" y="2306"/>
                    </a:cubicBezTo>
                    <a:cubicBezTo>
                      <a:pt x="4640" y="2345"/>
                      <a:pt x="4611" y="2394"/>
                      <a:pt x="4591" y="2444"/>
                    </a:cubicBezTo>
                    <a:cubicBezTo>
                      <a:pt x="4660" y="2394"/>
                      <a:pt x="4739" y="2345"/>
                      <a:pt x="4798" y="2286"/>
                    </a:cubicBezTo>
                    <a:cubicBezTo>
                      <a:pt x="5044" y="2059"/>
                      <a:pt x="5330" y="1872"/>
                      <a:pt x="5645" y="1705"/>
                    </a:cubicBezTo>
                    <a:lnTo>
                      <a:pt x="5645" y="1705"/>
                    </a:lnTo>
                    <a:cubicBezTo>
                      <a:pt x="5684" y="1823"/>
                      <a:pt x="5665" y="1931"/>
                      <a:pt x="5635" y="2030"/>
                    </a:cubicBezTo>
                    <a:cubicBezTo>
                      <a:pt x="5546" y="2404"/>
                      <a:pt x="5458" y="2788"/>
                      <a:pt x="5340" y="3163"/>
                    </a:cubicBezTo>
                    <a:cubicBezTo>
                      <a:pt x="5221" y="3527"/>
                      <a:pt x="5054" y="3882"/>
                      <a:pt x="4808" y="4187"/>
                    </a:cubicBezTo>
                    <a:cubicBezTo>
                      <a:pt x="4778" y="4227"/>
                      <a:pt x="4729" y="4256"/>
                      <a:pt x="4670" y="4325"/>
                    </a:cubicBezTo>
                    <a:cubicBezTo>
                      <a:pt x="4630" y="4108"/>
                      <a:pt x="4689" y="3931"/>
                      <a:pt x="4680" y="3764"/>
                    </a:cubicBezTo>
                    <a:cubicBezTo>
                      <a:pt x="4680" y="3586"/>
                      <a:pt x="4699" y="3399"/>
                      <a:pt x="4709" y="3212"/>
                    </a:cubicBezTo>
                    <a:lnTo>
                      <a:pt x="4709" y="3212"/>
                    </a:lnTo>
                    <a:cubicBezTo>
                      <a:pt x="4591" y="3232"/>
                      <a:pt x="4542" y="3350"/>
                      <a:pt x="4463" y="3419"/>
                    </a:cubicBezTo>
                    <a:cubicBezTo>
                      <a:pt x="4364" y="3488"/>
                      <a:pt x="4286" y="3576"/>
                      <a:pt x="4187" y="3645"/>
                    </a:cubicBezTo>
                    <a:cubicBezTo>
                      <a:pt x="4098" y="3714"/>
                      <a:pt x="4010" y="3783"/>
                      <a:pt x="3901" y="3862"/>
                    </a:cubicBezTo>
                    <a:cubicBezTo>
                      <a:pt x="3862" y="3645"/>
                      <a:pt x="3941" y="3458"/>
                      <a:pt x="4020" y="3281"/>
                    </a:cubicBezTo>
                    <a:cubicBezTo>
                      <a:pt x="4148" y="3005"/>
                      <a:pt x="4345" y="2779"/>
                      <a:pt x="4542" y="2552"/>
                    </a:cubicBezTo>
                    <a:cubicBezTo>
                      <a:pt x="4561" y="2522"/>
                      <a:pt x="4571" y="2483"/>
                      <a:pt x="4591" y="2444"/>
                    </a:cubicBezTo>
                    <a:lnTo>
                      <a:pt x="4591" y="2444"/>
                    </a:lnTo>
                    <a:cubicBezTo>
                      <a:pt x="4561" y="2463"/>
                      <a:pt x="4522" y="2473"/>
                      <a:pt x="4502" y="2503"/>
                    </a:cubicBezTo>
                    <a:cubicBezTo>
                      <a:pt x="4286" y="2729"/>
                      <a:pt x="4089" y="2966"/>
                      <a:pt x="3951" y="3251"/>
                    </a:cubicBezTo>
                    <a:cubicBezTo>
                      <a:pt x="3842" y="3468"/>
                      <a:pt x="3803" y="3695"/>
                      <a:pt x="3793" y="3931"/>
                    </a:cubicBezTo>
                    <a:cubicBezTo>
                      <a:pt x="3793" y="3990"/>
                      <a:pt x="3773" y="4030"/>
                      <a:pt x="3734" y="4079"/>
                    </a:cubicBezTo>
                    <a:cubicBezTo>
                      <a:pt x="3616" y="4207"/>
                      <a:pt x="3507" y="4345"/>
                      <a:pt x="3389" y="4483"/>
                    </a:cubicBezTo>
                    <a:cubicBezTo>
                      <a:pt x="3369" y="4453"/>
                      <a:pt x="3340" y="4414"/>
                      <a:pt x="3350" y="4374"/>
                    </a:cubicBezTo>
                    <a:cubicBezTo>
                      <a:pt x="3409" y="3970"/>
                      <a:pt x="3497" y="3576"/>
                      <a:pt x="3537" y="3182"/>
                    </a:cubicBezTo>
                    <a:cubicBezTo>
                      <a:pt x="3566" y="2956"/>
                      <a:pt x="3566" y="2719"/>
                      <a:pt x="3517" y="2503"/>
                    </a:cubicBezTo>
                    <a:cubicBezTo>
                      <a:pt x="3438" y="2158"/>
                      <a:pt x="3507" y="1853"/>
                      <a:pt x="3635" y="1537"/>
                    </a:cubicBezTo>
                    <a:cubicBezTo>
                      <a:pt x="3783" y="1183"/>
                      <a:pt x="3931" y="828"/>
                      <a:pt x="4128" y="493"/>
                    </a:cubicBezTo>
                    <a:lnTo>
                      <a:pt x="4128" y="493"/>
                    </a:lnTo>
                    <a:cubicBezTo>
                      <a:pt x="4049" y="513"/>
                      <a:pt x="4010" y="562"/>
                      <a:pt x="3980" y="631"/>
                    </a:cubicBezTo>
                    <a:cubicBezTo>
                      <a:pt x="3852" y="887"/>
                      <a:pt x="3714" y="1133"/>
                      <a:pt x="3586" y="1390"/>
                    </a:cubicBezTo>
                    <a:cubicBezTo>
                      <a:pt x="3537" y="1498"/>
                      <a:pt x="3497" y="1606"/>
                      <a:pt x="3458" y="1715"/>
                    </a:cubicBezTo>
                    <a:cubicBezTo>
                      <a:pt x="3448" y="1754"/>
                      <a:pt x="3429" y="1784"/>
                      <a:pt x="3419" y="1813"/>
                    </a:cubicBezTo>
                    <a:cubicBezTo>
                      <a:pt x="3369" y="1636"/>
                      <a:pt x="3360" y="1468"/>
                      <a:pt x="3330" y="1301"/>
                    </a:cubicBezTo>
                    <a:cubicBezTo>
                      <a:pt x="3291" y="1114"/>
                      <a:pt x="3251" y="936"/>
                      <a:pt x="3192" y="769"/>
                    </a:cubicBezTo>
                    <a:cubicBezTo>
                      <a:pt x="3143" y="611"/>
                      <a:pt x="3113" y="444"/>
                      <a:pt x="3005" y="306"/>
                    </a:cubicBezTo>
                    <a:cubicBezTo>
                      <a:pt x="2985" y="316"/>
                      <a:pt x="2966" y="316"/>
                      <a:pt x="2946" y="316"/>
                    </a:cubicBezTo>
                    <a:cubicBezTo>
                      <a:pt x="2936" y="462"/>
                      <a:pt x="2917" y="608"/>
                      <a:pt x="2897" y="744"/>
                    </a:cubicBezTo>
                    <a:lnTo>
                      <a:pt x="2897" y="744"/>
                    </a:lnTo>
                    <a:cubicBezTo>
                      <a:pt x="2897" y="742"/>
                      <a:pt x="2897" y="741"/>
                      <a:pt x="2897" y="739"/>
                    </a:cubicBezTo>
                    <a:cubicBezTo>
                      <a:pt x="2867" y="877"/>
                      <a:pt x="2828" y="1015"/>
                      <a:pt x="2808" y="1153"/>
                    </a:cubicBezTo>
                    <a:cubicBezTo>
                      <a:pt x="2769" y="1380"/>
                      <a:pt x="2729" y="1606"/>
                      <a:pt x="2709" y="1833"/>
                    </a:cubicBezTo>
                    <a:cubicBezTo>
                      <a:pt x="2700" y="2079"/>
                      <a:pt x="2709" y="2335"/>
                      <a:pt x="2709" y="2631"/>
                    </a:cubicBezTo>
                    <a:cubicBezTo>
                      <a:pt x="2591" y="2414"/>
                      <a:pt x="2512" y="2217"/>
                      <a:pt x="2384" y="2059"/>
                    </a:cubicBezTo>
                    <a:cubicBezTo>
                      <a:pt x="2256" y="1902"/>
                      <a:pt x="2197" y="1675"/>
                      <a:pt x="1961" y="1557"/>
                    </a:cubicBezTo>
                    <a:cubicBezTo>
                      <a:pt x="1912" y="1990"/>
                      <a:pt x="1852" y="2375"/>
                      <a:pt x="1833" y="2769"/>
                    </a:cubicBezTo>
                    <a:cubicBezTo>
                      <a:pt x="1813" y="3173"/>
                      <a:pt x="1852" y="3576"/>
                      <a:pt x="2059" y="3961"/>
                    </a:cubicBezTo>
                    <a:cubicBezTo>
                      <a:pt x="1941" y="3931"/>
                      <a:pt x="1843" y="3902"/>
                      <a:pt x="1754" y="3882"/>
                    </a:cubicBezTo>
                    <a:lnTo>
                      <a:pt x="1754" y="3882"/>
                    </a:lnTo>
                    <a:cubicBezTo>
                      <a:pt x="1862" y="3941"/>
                      <a:pt x="1961" y="4000"/>
                      <a:pt x="2069" y="4069"/>
                    </a:cubicBezTo>
                    <a:cubicBezTo>
                      <a:pt x="2118" y="4099"/>
                      <a:pt x="2168" y="4128"/>
                      <a:pt x="2217" y="4158"/>
                    </a:cubicBezTo>
                    <a:cubicBezTo>
                      <a:pt x="2365" y="4256"/>
                      <a:pt x="2434" y="4374"/>
                      <a:pt x="2374" y="4571"/>
                    </a:cubicBezTo>
                    <a:cubicBezTo>
                      <a:pt x="2325" y="4739"/>
                      <a:pt x="2335" y="4916"/>
                      <a:pt x="2434" y="5084"/>
                    </a:cubicBezTo>
                    <a:cubicBezTo>
                      <a:pt x="2443" y="5103"/>
                      <a:pt x="2434" y="5133"/>
                      <a:pt x="2443" y="5162"/>
                    </a:cubicBezTo>
                    <a:cubicBezTo>
                      <a:pt x="2438" y="5163"/>
                      <a:pt x="2432" y="5163"/>
                      <a:pt x="2427" y="5163"/>
                    </a:cubicBezTo>
                    <a:cubicBezTo>
                      <a:pt x="2331" y="5163"/>
                      <a:pt x="2294" y="5081"/>
                      <a:pt x="2266" y="5034"/>
                    </a:cubicBezTo>
                    <a:cubicBezTo>
                      <a:pt x="2099" y="4680"/>
                      <a:pt x="1833" y="4414"/>
                      <a:pt x="1557" y="4138"/>
                    </a:cubicBezTo>
                    <a:cubicBezTo>
                      <a:pt x="1458" y="4039"/>
                      <a:pt x="1380" y="3921"/>
                      <a:pt x="1340" y="3744"/>
                    </a:cubicBezTo>
                    <a:lnTo>
                      <a:pt x="1340" y="3744"/>
                    </a:lnTo>
                    <a:cubicBezTo>
                      <a:pt x="1498" y="3793"/>
                      <a:pt x="1626" y="3842"/>
                      <a:pt x="1764" y="3882"/>
                    </a:cubicBezTo>
                    <a:cubicBezTo>
                      <a:pt x="1616" y="3734"/>
                      <a:pt x="1419" y="3705"/>
                      <a:pt x="1232" y="3645"/>
                    </a:cubicBezTo>
                    <a:cubicBezTo>
                      <a:pt x="1222" y="3645"/>
                      <a:pt x="1192" y="3675"/>
                      <a:pt x="1173" y="3685"/>
                    </a:cubicBezTo>
                    <a:cubicBezTo>
                      <a:pt x="1222" y="3764"/>
                      <a:pt x="1252" y="3833"/>
                      <a:pt x="1301" y="3892"/>
                    </a:cubicBezTo>
                    <a:cubicBezTo>
                      <a:pt x="1389" y="4020"/>
                      <a:pt x="1468" y="4158"/>
                      <a:pt x="1586" y="4256"/>
                    </a:cubicBezTo>
                    <a:cubicBezTo>
                      <a:pt x="1921" y="4552"/>
                      <a:pt x="2099" y="4956"/>
                      <a:pt x="2365" y="5320"/>
                    </a:cubicBezTo>
                    <a:cubicBezTo>
                      <a:pt x="2276" y="5343"/>
                      <a:pt x="2187" y="5350"/>
                      <a:pt x="2098" y="5350"/>
                    </a:cubicBezTo>
                    <a:cubicBezTo>
                      <a:pt x="1980" y="5350"/>
                      <a:pt x="1860" y="5338"/>
                      <a:pt x="1739" y="5338"/>
                    </a:cubicBezTo>
                    <a:cubicBezTo>
                      <a:pt x="1679" y="5338"/>
                      <a:pt x="1618" y="5341"/>
                      <a:pt x="1557" y="5350"/>
                    </a:cubicBezTo>
                    <a:cubicBezTo>
                      <a:pt x="1577" y="5478"/>
                      <a:pt x="1665" y="5507"/>
                      <a:pt x="1734" y="5566"/>
                    </a:cubicBezTo>
                    <a:cubicBezTo>
                      <a:pt x="1872" y="5675"/>
                      <a:pt x="1980" y="5813"/>
                      <a:pt x="2030" y="5980"/>
                    </a:cubicBezTo>
                    <a:cubicBezTo>
                      <a:pt x="2099" y="6177"/>
                      <a:pt x="2207" y="6345"/>
                      <a:pt x="2394" y="6443"/>
                    </a:cubicBezTo>
                    <a:cubicBezTo>
                      <a:pt x="2434" y="6463"/>
                      <a:pt x="2463" y="6502"/>
                      <a:pt x="2512" y="6542"/>
                    </a:cubicBezTo>
                    <a:cubicBezTo>
                      <a:pt x="2463" y="6561"/>
                      <a:pt x="2424" y="6591"/>
                      <a:pt x="2394" y="6591"/>
                    </a:cubicBezTo>
                    <a:cubicBezTo>
                      <a:pt x="2168" y="6601"/>
                      <a:pt x="1990" y="6719"/>
                      <a:pt x="1803" y="6827"/>
                    </a:cubicBezTo>
                    <a:cubicBezTo>
                      <a:pt x="1606" y="6945"/>
                      <a:pt x="1508" y="7142"/>
                      <a:pt x="1340" y="7290"/>
                    </a:cubicBezTo>
                    <a:cubicBezTo>
                      <a:pt x="1202" y="7399"/>
                      <a:pt x="1143" y="7546"/>
                      <a:pt x="1074" y="7694"/>
                    </a:cubicBezTo>
                    <a:cubicBezTo>
                      <a:pt x="1054" y="7743"/>
                      <a:pt x="1035" y="7802"/>
                      <a:pt x="1015" y="7852"/>
                    </a:cubicBezTo>
                    <a:cubicBezTo>
                      <a:pt x="956" y="7824"/>
                      <a:pt x="903" y="7810"/>
                      <a:pt x="855" y="7810"/>
                    </a:cubicBezTo>
                    <a:cubicBezTo>
                      <a:pt x="751" y="7810"/>
                      <a:pt x="672" y="7877"/>
                      <a:pt x="611" y="8019"/>
                    </a:cubicBezTo>
                    <a:cubicBezTo>
                      <a:pt x="532" y="8187"/>
                      <a:pt x="473" y="8354"/>
                      <a:pt x="434" y="8531"/>
                    </a:cubicBezTo>
                    <a:cubicBezTo>
                      <a:pt x="404" y="8669"/>
                      <a:pt x="345" y="8778"/>
                      <a:pt x="247" y="8856"/>
                    </a:cubicBezTo>
                    <a:cubicBezTo>
                      <a:pt x="158" y="8935"/>
                      <a:pt x="89" y="9024"/>
                      <a:pt x="79" y="9162"/>
                    </a:cubicBezTo>
                    <a:cubicBezTo>
                      <a:pt x="79" y="9260"/>
                      <a:pt x="40" y="9359"/>
                      <a:pt x="30" y="9467"/>
                    </a:cubicBezTo>
                    <a:cubicBezTo>
                      <a:pt x="0" y="9723"/>
                      <a:pt x="20" y="9979"/>
                      <a:pt x="99" y="10236"/>
                    </a:cubicBezTo>
                    <a:cubicBezTo>
                      <a:pt x="129" y="10314"/>
                      <a:pt x="119" y="10364"/>
                      <a:pt x="89" y="10433"/>
                    </a:cubicBezTo>
                    <a:cubicBezTo>
                      <a:pt x="50" y="10541"/>
                      <a:pt x="20" y="10669"/>
                      <a:pt x="20" y="10787"/>
                    </a:cubicBezTo>
                    <a:cubicBezTo>
                      <a:pt x="30" y="10974"/>
                      <a:pt x="60" y="11152"/>
                      <a:pt x="99" y="11329"/>
                    </a:cubicBezTo>
                    <a:cubicBezTo>
                      <a:pt x="138" y="11506"/>
                      <a:pt x="178" y="11684"/>
                      <a:pt x="316" y="11821"/>
                    </a:cubicBezTo>
                    <a:cubicBezTo>
                      <a:pt x="345" y="11851"/>
                      <a:pt x="355" y="11910"/>
                      <a:pt x="355" y="11959"/>
                    </a:cubicBezTo>
                    <a:cubicBezTo>
                      <a:pt x="365" y="12147"/>
                      <a:pt x="434" y="12294"/>
                      <a:pt x="562" y="12432"/>
                    </a:cubicBezTo>
                    <a:cubicBezTo>
                      <a:pt x="720" y="12619"/>
                      <a:pt x="917" y="12728"/>
                      <a:pt x="1104" y="12757"/>
                    </a:cubicBezTo>
                    <a:cubicBezTo>
                      <a:pt x="1212" y="12905"/>
                      <a:pt x="1291" y="13033"/>
                      <a:pt x="1389" y="13132"/>
                    </a:cubicBezTo>
                    <a:cubicBezTo>
                      <a:pt x="1468" y="13210"/>
                      <a:pt x="1577" y="13260"/>
                      <a:pt x="1675" y="13319"/>
                    </a:cubicBezTo>
                    <a:cubicBezTo>
                      <a:pt x="1803" y="13398"/>
                      <a:pt x="1931" y="13447"/>
                      <a:pt x="2079" y="13447"/>
                    </a:cubicBezTo>
                    <a:cubicBezTo>
                      <a:pt x="2227" y="13457"/>
                      <a:pt x="2384" y="13447"/>
                      <a:pt x="2512" y="13536"/>
                    </a:cubicBezTo>
                    <a:cubicBezTo>
                      <a:pt x="2542" y="13555"/>
                      <a:pt x="2591" y="13555"/>
                      <a:pt x="2631" y="13565"/>
                    </a:cubicBezTo>
                    <a:cubicBezTo>
                      <a:pt x="2857" y="13575"/>
                      <a:pt x="3094" y="13595"/>
                      <a:pt x="3320" y="13604"/>
                    </a:cubicBezTo>
                    <a:cubicBezTo>
                      <a:pt x="3478" y="13604"/>
                      <a:pt x="3635" y="13585"/>
                      <a:pt x="3773" y="13496"/>
                    </a:cubicBezTo>
                    <a:cubicBezTo>
                      <a:pt x="3921" y="13398"/>
                      <a:pt x="4079" y="13319"/>
                      <a:pt x="4236" y="13240"/>
                    </a:cubicBezTo>
                    <a:cubicBezTo>
                      <a:pt x="4561" y="13073"/>
                      <a:pt x="4837" y="12836"/>
                      <a:pt x="4936" y="12462"/>
                    </a:cubicBezTo>
                    <a:cubicBezTo>
                      <a:pt x="4955" y="12413"/>
                      <a:pt x="4995" y="12363"/>
                      <a:pt x="5044" y="12324"/>
                    </a:cubicBezTo>
                    <a:cubicBezTo>
                      <a:pt x="5211" y="12166"/>
                      <a:pt x="5320" y="11969"/>
                      <a:pt x="5369" y="11743"/>
                    </a:cubicBezTo>
                    <a:cubicBezTo>
                      <a:pt x="5389" y="11624"/>
                      <a:pt x="5418" y="11496"/>
                      <a:pt x="5487" y="11398"/>
                    </a:cubicBezTo>
                    <a:cubicBezTo>
                      <a:pt x="5674" y="11102"/>
                      <a:pt x="5734" y="10777"/>
                      <a:pt x="5684" y="10442"/>
                    </a:cubicBezTo>
                    <a:cubicBezTo>
                      <a:pt x="5665" y="10265"/>
                      <a:pt x="5704" y="10107"/>
                      <a:pt x="5743" y="9940"/>
                    </a:cubicBezTo>
                    <a:cubicBezTo>
                      <a:pt x="5773" y="9802"/>
                      <a:pt x="5783" y="9664"/>
                      <a:pt x="5793" y="9516"/>
                    </a:cubicBezTo>
                    <a:cubicBezTo>
                      <a:pt x="5793" y="9379"/>
                      <a:pt x="5773" y="9231"/>
                      <a:pt x="5743" y="9093"/>
                    </a:cubicBezTo>
                    <a:cubicBezTo>
                      <a:pt x="5734" y="9004"/>
                      <a:pt x="5694" y="8916"/>
                      <a:pt x="5665" y="8837"/>
                    </a:cubicBezTo>
                    <a:cubicBezTo>
                      <a:pt x="5586" y="8679"/>
                      <a:pt x="5497" y="8531"/>
                      <a:pt x="5566" y="8334"/>
                    </a:cubicBezTo>
                    <a:cubicBezTo>
                      <a:pt x="5586" y="8275"/>
                      <a:pt x="5556" y="8187"/>
                      <a:pt x="5527" y="8118"/>
                    </a:cubicBezTo>
                    <a:cubicBezTo>
                      <a:pt x="5389" y="7871"/>
                      <a:pt x="5241" y="7625"/>
                      <a:pt x="5093" y="7379"/>
                    </a:cubicBezTo>
                    <a:cubicBezTo>
                      <a:pt x="5034" y="7300"/>
                      <a:pt x="4955" y="7211"/>
                      <a:pt x="4867" y="7162"/>
                    </a:cubicBezTo>
                    <a:cubicBezTo>
                      <a:pt x="4611" y="7024"/>
                      <a:pt x="4473" y="6768"/>
                      <a:pt x="4207" y="6581"/>
                    </a:cubicBezTo>
                    <a:cubicBezTo>
                      <a:pt x="4433" y="6532"/>
                      <a:pt x="4620" y="6463"/>
                      <a:pt x="4808" y="6453"/>
                    </a:cubicBezTo>
                    <a:cubicBezTo>
                      <a:pt x="4822" y="6452"/>
                      <a:pt x="4836" y="6452"/>
                      <a:pt x="4850" y="6452"/>
                    </a:cubicBezTo>
                    <a:cubicBezTo>
                      <a:pt x="5023" y="6452"/>
                      <a:pt x="5197" y="6505"/>
                      <a:pt x="5379" y="6542"/>
                    </a:cubicBezTo>
                    <a:cubicBezTo>
                      <a:pt x="5409" y="6423"/>
                      <a:pt x="5310" y="6354"/>
                      <a:pt x="5261" y="6285"/>
                    </a:cubicBezTo>
                    <a:cubicBezTo>
                      <a:pt x="5133" y="6098"/>
                      <a:pt x="4985" y="5931"/>
                      <a:pt x="4749" y="5832"/>
                    </a:cubicBezTo>
                    <a:cubicBezTo>
                      <a:pt x="4629" y="5779"/>
                      <a:pt x="4513" y="5743"/>
                      <a:pt x="4392" y="5743"/>
                    </a:cubicBezTo>
                    <a:cubicBezTo>
                      <a:pt x="4314" y="5743"/>
                      <a:pt x="4233" y="5758"/>
                      <a:pt x="4148" y="5793"/>
                    </a:cubicBezTo>
                    <a:cubicBezTo>
                      <a:pt x="4167" y="5714"/>
                      <a:pt x="4177" y="5645"/>
                      <a:pt x="4217" y="5606"/>
                    </a:cubicBezTo>
                    <a:cubicBezTo>
                      <a:pt x="4315" y="5527"/>
                      <a:pt x="4423" y="5448"/>
                      <a:pt x="4532" y="5389"/>
                    </a:cubicBezTo>
                    <a:cubicBezTo>
                      <a:pt x="4670" y="5300"/>
                      <a:pt x="4788" y="5202"/>
                      <a:pt x="4847" y="5015"/>
                    </a:cubicBezTo>
                    <a:lnTo>
                      <a:pt x="4847" y="5015"/>
                    </a:lnTo>
                    <a:cubicBezTo>
                      <a:pt x="4689" y="5044"/>
                      <a:pt x="4561" y="5074"/>
                      <a:pt x="4394" y="5103"/>
                    </a:cubicBezTo>
                    <a:cubicBezTo>
                      <a:pt x="4453" y="4965"/>
                      <a:pt x="4532" y="4877"/>
                      <a:pt x="4532" y="4768"/>
                    </a:cubicBezTo>
                    <a:cubicBezTo>
                      <a:pt x="4542" y="4571"/>
                      <a:pt x="4650" y="4453"/>
                      <a:pt x="4778" y="4325"/>
                    </a:cubicBezTo>
                    <a:cubicBezTo>
                      <a:pt x="4896" y="4217"/>
                      <a:pt x="4985" y="4079"/>
                      <a:pt x="5054" y="3941"/>
                    </a:cubicBezTo>
                    <a:cubicBezTo>
                      <a:pt x="5192" y="3655"/>
                      <a:pt x="5330" y="3370"/>
                      <a:pt x="5438" y="3074"/>
                    </a:cubicBezTo>
                    <a:cubicBezTo>
                      <a:pt x="5537" y="2828"/>
                      <a:pt x="5586" y="2572"/>
                      <a:pt x="5645" y="2316"/>
                    </a:cubicBezTo>
                    <a:cubicBezTo>
                      <a:pt x="5684" y="2109"/>
                      <a:pt x="5724" y="1892"/>
                      <a:pt x="5753" y="1685"/>
                    </a:cubicBezTo>
                    <a:cubicBezTo>
                      <a:pt x="5763" y="1646"/>
                      <a:pt x="5734" y="1596"/>
                      <a:pt x="5724" y="1537"/>
                    </a:cubicBezTo>
                    <a:cubicBezTo>
                      <a:pt x="5389" y="1764"/>
                      <a:pt x="5083" y="1971"/>
                      <a:pt x="4758" y="2207"/>
                    </a:cubicBezTo>
                    <a:cubicBezTo>
                      <a:pt x="4758" y="2128"/>
                      <a:pt x="4768" y="2079"/>
                      <a:pt x="4778" y="2030"/>
                    </a:cubicBezTo>
                    <a:cubicBezTo>
                      <a:pt x="4827" y="1774"/>
                      <a:pt x="4847" y="1528"/>
                      <a:pt x="4778" y="1271"/>
                    </a:cubicBezTo>
                    <a:cubicBezTo>
                      <a:pt x="4699" y="976"/>
                      <a:pt x="4650" y="680"/>
                      <a:pt x="4630" y="375"/>
                    </a:cubicBezTo>
                    <a:cubicBezTo>
                      <a:pt x="4620" y="237"/>
                      <a:pt x="4581" y="99"/>
                      <a:pt x="44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85" name="Google Shape;1085;p38"/>
            <p:cNvSpPr/>
            <p:nvPr/>
          </p:nvSpPr>
          <p:spPr>
            <a:xfrm rot="1799754">
              <a:off x="1701581" y="2128831"/>
              <a:ext cx="163373" cy="336719"/>
            </a:xfrm>
            <a:custGeom>
              <a:avLst/>
              <a:gdLst/>
              <a:ahLst/>
              <a:cxnLst/>
              <a:rect l="l" t="t" r="r" b="b"/>
              <a:pathLst>
                <a:path w="4789" h="9869" extrusionOk="0">
                  <a:moveTo>
                    <a:pt x="1537" y="244"/>
                  </a:moveTo>
                  <a:cubicBezTo>
                    <a:pt x="1606" y="323"/>
                    <a:pt x="1675" y="382"/>
                    <a:pt x="1715" y="451"/>
                  </a:cubicBezTo>
                  <a:cubicBezTo>
                    <a:pt x="1843" y="687"/>
                    <a:pt x="1971" y="934"/>
                    <a:pt x="2089" y="1180"/>
                  </a:cubicBezTo>
                  <a:cubicBezTo>
                    <a:pt x="2191" y="1396"/>
                    <a:pt x="2278" y="1495"/>
                    <a:pt x="2407" y="1495"/>
                  </a:cubicBezTo>
                  <a:cubicBezTo>
                    <a:pt x="2489" y="1495"/>
                    <a:pt x="2589" y="1454"/>
                    <a:pt x="2720" y="1377"/>
                  </a:cubicBezTo>
                  <a:cubicBezTo>
                    <a:pt x="2848" y="1308"/>
                    <a:pt x="2966" y="1229"/>
                    <a:pt x="3104" y="1180"/>
                  </a:cubicBezTo>
                  <a:cubicBezTo>
                    <a:pt x="3170" y="1153"/>
                    <a:pt x="3225" y="1139"/>
                    <a:pt x="3268" y="1139"/>
                  </a:cubicBezTo>
                  <a:cubicBezTo>
                    <a:pt x="3366" y="1139"/>
                    <a:pt x="3406" y="1210"/>
                    <a:pt x="3399" y="1367"/>
                  </a:cubicBezTo>
                  <a:cubicBezTo>
                    <a:pt x="3389" y="1850"/>
                    <a:pt x="3350" y="2323"/>
                    <a:pt x="3311" y="2805"/>
                  </a:cubicBezTo>
                  <a:cubicBezTo>
                    <a:pt x="3301" y="2973"/>
                    <a:pt x="3252" y="3140"/>
                    <a:pt x="3242" y="3308"/>
                  </a:cubicBezTo>
                  <a:cubicBezTo>
                    <a:pt x="3219" y="3546"/>
                    <a:pt x="3310" y="3672"/>
                    <a:pt x="3488" y="3672"/>
                  </a:cubicBezTo>
                  <a:cubicBezTo>
                    <a:pt x="3545" y="3672"/>
                    <a:pt x="3611" y="3659"/>
                    <a:pt x="3685" y="3633"/>
                  </a:cubicBezTo>
                  <a:cubicBezTo>
                    <a:pt x="3793" y="3593"/>
                    <a:pt x="3892" y="3534"/>
                    <a:pt x="4010" y="3495"/>
                  </a:cubicBezTo>
                  <a:cubicBezTo>
                    <a:pt x="4119" y="3453"/>
                    <a:pt x="4211" y="3432"/>
                    <a:pt x="4286" y="3432"/>
                  </a:cubicBezTo>
                  <a:cubicBezTo>
                    <a:pt x="4489" y="3432"/>
                    <a:pt x="4565" y="3587"/>
                    <a:pt x="4493" y="3889"/>
                  </a:cubicBezTo>
                  <a:cubicBezTo>
                    <a:pt x="4375" y="4362"/>
                    <a:pt x="4256" y="4835"/>
                    <a:pt x="4079" y="5288"/>
                  </a:cubicBezTo>
                  <a:cubicBezTo>
                    <a:pt x="3852" y="5869"/>
                    <a:pt x="3577" y="6430"/>
                    <a:pt x="3301" y="7031"/>
                  </a:cubicBezTo>
                  <a:cubicBezTo>
                    <a:pt x="3202" y="6805"/>
                    <a:pt x="3183" y="6371"/>
                    <a:pt x="3252" y="6194"/>
                  </a:cubicBezTo>
                  <a:cubicBezTo>
                    <a:pt x="3409" y="5770"/>
                    <a:pt x="3567" y="5347"/>
                    <a:pt x="3724" y="4923"/>
                  </a:cubicBezTo>
                  <a:cubicBezTo>
                    <a:pt x="3744" y="4844"/>
                    <a:pt x="3744" y="4697"/>
                    <a:pt x="3695" y="4677"/>
                  </a:cubicBezTo>
                  <a:cubicBezTo>
                    <a:pt x="3667" y="4660"/>
                    <a:pt x="3643" y="4653"/>
                    <a:pt x="3622" y="4653"/>
                  </a:cubicBezTo>
                  <a:cubicBezTo>
                    <a:pt x="3546" y="4653"/>
                    <a:pt x="3509" y="4748"/>
                    <a:pt x="3478" y="4825"/>
                  </a:cubicBezTo>
                  <a:cubicBezTo>
                    <a:pt x="3360" y="5120"/>
                    <a:pt x="3242" y="5416"/>
                    <a:pt x="3114" y="5751"/>
                  </a:cubicBezTo>
                  <a:cubicBezTo>
                    <a:pt x="3055" y="5426"/>
                    <a:pt x="2995" y="5150"/>
                    <a:pt x="2956" y="4864"/>
                  </a:cubicBezTo>
                  <a:cubicBezTo>
                    <a:pt x="2946" y="4785"/>
                    <a:pt x="2986" y="4687"/>
                    <a:pt x="3015" y="4608"/>
                  </a:cubicBezTo>
                  <a:cubicBezTo>
                    <a:pt x="3084" y="4431"/>
                    <a:pt x="3173" y="4273"/>
                    <a:pt x="3222" y="4096"/>
                  </a:cubicBezTo>
                  <a:cubicBezTo>
                    <a:pt x="3242" y="4037"/>
                    <a:pt x="3202" y="3958"/>
                    <a:pt x="3192" y="3889"/>
                  </a:cubicBezTo>
                  <a:cubicBezTo>
                    <a:pt x="3123" y="3928"/>
                    <a:pt x="3035" y="3938"/>
                    <a:pt x="2995" y="3997"/>
                  </a:cubicBezTo>
                  <a:cubicBezTo>
                    <a:pt x="2936" y="4076"/>
                    <a:pt x="2907" y="4175"/>
                    <a:pt x="2857" y="4283"/>
                  </a:cubicBezTo>
                  <a:cubicBezTo>
                    <a:pt x="2651" y="3840"/>
                    <a:pt x="2808" y="3426"/>
                    <a:pt x="2877" y="3012"/>
                  </a:cubicBezTo>
                  <a:cubicBezTo>
                    <a:pt x="2917" y="2796"/>
                    <a:pt x="2995" y="2589"/>
                    <a:pt x="3035" y="2382"/>
                  </a:cubicBezTo>
                  <a:cubicBezTo>
                    <a:pt x="3055" y="2323"/>
                    <a:pt x="3005" y="2244"/>
                    <a:pt x="2986" y="2175"/>
                  </a:cubicBezTo>
                  <a:cubicBezTo>
                    <a:pt x="2917" y="2214"/>
                    <a:pt x="2818" y="2244"/>
                    <a:pt x="2798" y="2293"/>
                  </a:cubicBezTo>
                  <a:cubicBezTo>
                    <a:pt x="2720" y="2500"/>
                    <a:pt x="2680" y="2727"/>
                    <a:pt x="2621" y="2943"/>
                  </a:cubicBezTo>
                  <a:cubicBezTo>
                    <a:pt x="2611" y="2993"/>
                    <a:pt x="2592" y="3042"/>
                    <a:pt x="2582" y="3091"/>
                  </a:cubicBezTo>
                  <a:cubicBezTo>
                    <a:pt x="2463" y="2756"/>
                    <a:pt x="2355" y="2431"/>
                    <a:pt x="2227" y="2116"/>
                  </a:cubicBezTo>
                  <a:cubicBezTo>
                    <a:pt x="2186" y="2018"/>
                    <a:pt x="2139" y="1867"/>
                    <a:pt x="2024" y="1867"/>
                  </a:cubicBezTo>
                  <a:cubicBezTo>
                    <a:pt x="2000" y="1867"/>
                    <a:pt x="1972" y="1874"/>
                    <a:pt x="1941" y="1889"/>
                  </a:cubicBezTo>
                  <a:cubicBezTo>
                    <a:pt x="1764" y="1988"/>
                    <a:pt x="1951" y="2106"/>
                    <a:pt x="1991" y="2224"/>
                  </a:cubicBezTo>
                  <a:cubicBezTo>
                    <a:pt x="2138" y="2677"/>
                    <a:pt x="2286" y="3140"/>
                    <a:pt x="2434" y="3593"/>
                  </a:cubicBezTo>
                  <a:cubicBezTo>
                    <a:pt x="2414" y="3613"/>
                    <a:pt x="2395" y="3623"/>
                    <a:pt x="2385" y="3633"/>
                  </a:cubicBezTo>
                  <a:cubicBezTo>
                    <a:pt x="2168" y="3544"/>
                    <a:pt x="1961" y="3456"/>
                    <a:pt x="1744" y="3367"/>
                  </a:cubicBezTo>
                  <a:cubicBezTo>
                    <a:pt x="1695" y="3347"/>
                    <a:pt x="1646" y="3308"/>
                    <a:pt x="1606" y="3308"/>
                  </a:cubicBezTo>
                  <a:cubicBezTo>
                    <a:pt x="1537" y="3308"/>
                    <a:pt x="1478" y="3337"/>
                    <a:pt x="1409" y="3357"/>
                  </a:cubicBezTo>
                  <a:cubicBezTo>
                    <a:pt x="1439" y="3416"/>
                    <a:pt x="1459" y="3515"/>
                    <a:pt x="1508" y="3534"/>
                  </a:cubicBezTo>
                  <a:cubicBezTo>
                    <a:pt x="1744" y="3653"/>
                    <a:pt x="1981" y="3761"/>
                    <a:pt x="2227" y="3859"/>
                  </a:cubicBezTo>
                  <a:cubicBezTo>
                    <a:pt x="2424" y="3928"/>
                    <a:pt x="2542" y="4047"/>
                    <a:pt x="2552" y="4273"/>
                  </a:cubicBezTo>
                  <a:cubicBezTo>
                    <a:pt x="2562" y="4401"/>
                    <a:pt x="2601" y="4539"/>
                    <a:pt x="2641" y="4697"/>
                  </a:cubicBezTo>
                  <a:cubicBezTo>
                    <a:pt x="2444" y="4598"/>
                    <a:pt x="2276" y="4500"/>
                    <a:pt x="2109" y="4421"/>
                  </a:cubicBezTo>
                  <a:cubicBezTo>
                    <a:pt x="2093" y="4413"/>
                    <a:pt x="2075" y="4410"/>
                    <a:pt x="2057" y="4410"/>
                  </a:cubicBezTo>
                  <a:cubicBezTo>
                    <a:pt x="2007" y="4410"/>
                    <a:pt x="1952" y="4431"/>
                    <a:pt x="1902" y="4431"/>
                  </a:cubicBezTo>
                  <a:cubicBezTo>
                    <a:pt x="1932" y="4500"/>
                    <a:pt x="1941" y="4608"/>
                    <a:pt x="1991" y="4638"/>
                  </a:cubicBezTo>
                  <a:cubicBezTo>
                    <a:pt x="2188" y="4776"/>
                    <a:pt x="2414" y="4884"/>
                    <a:pt x="2611" y="5012"/>
                  </a:cubicBezTo>
                  <a:cubicBezTo>
                    <a:pt x="2670" y="5041"/>
                    <a:pt x="2720" y="5110"/>
                    <a:pt x="2729" y="5170"/>
                  </a:cubicBezTo>
                  <a:cubicBezTo>
                    <a:pt x="2789" y="5465"/>
                    <a:pt x="2828" y="5770"/>
                    <a:pt x="2877" y="6076"/>
                  </a:cubicBezTo>
                  <a:lnTo>
                    <a:pt x="2877" y="6125"/>
                  </a:lnTo>
                  <a:cubicBezTo>
                    <a:pt x="2867" y="6115"/>
                    <a:pt x="2867" y="6105"/>
                    <a:pt x="2857" y="6096"/>
                  </a:cubicBezTo>
                  <a:cubicBezTo>
                    <a:pt x="2582" y="5889"/>
                    <a:pt x="2306" y="5682"/>
                    <a:pt x="2030" y="5475"/>
                  </a:cubicBezTo>
                  <a:cubicBezTo>
                    <a:pt x="1988" y="5447"/>
                    <a:pt x="1905" y="5424"/>
                    <a:pt x="1847" y="5424"/>
                  </a:cubicBezTo>
                  <a:cubicBezTo>
                    <a:pt x="1824" y="5424"/>
                    <a:pt x="1805" y="5427"/>
                    <a:pt x="1794" y="5436"/>
                  </a:cubicBezTo>
                  <a:cubicBezTo>
                    <a:pt x="1695" y="5534"/>
                    <a:pt x="1794" y="5613"/>
                    <a:pt x="1863" y="5672"/>
                  </a:cubicBezTo>
                  <a:cubicBezTo>
                    <a:pt x="2168" y="5918"/>
                    <a:pt x="2463" y="6155"/>
                    <a:pt x="2759" y="6381"/>
                  </a:cubicBezTo>
                  <a:cubicBezTo>
                    <a:pt x="2877" y="6470"/>
                    <a:pt x="2956" y="6559"/>
                    <a:pt x="2956" y="6716"/>
                  </a:cubicBezTo>
                  <a:cubicBezTo>
                    <a:pt x="2966" y="6943"/>
                    <a:pt x="2986" y="7169"/>
                    <a:pt x="3005" y="7406"/>
                  </a:cubicBezTo>
                  <a:cubicBezTo>
                    <a:pt x="2966" y="7396"/>
                    <a:pt x="2936" y="7396"/>
                    <a:pt x="2917" y="7386"/>
                  </a:cubicBezTo>
                  <a:cubicBezTo>
                    <a:pt x="2129" y="6874"/>
                    <a:pt x="1331" y="6391"/>
                    <a:pt x="730" y="5642"/>
                  </a:cubicBezTo>
                  <a:cubicBezTo>
                    <a:pt x="651" y="5544"/>
                    <a:pt x="592" y="5436"/>
                    <a:pt x="523" y="5327"/>
                  </a:cubicBezTo>
                  <a:cubicBezTo>
                    <a:pt x="454" y="5209"/>
                    <a:pt x="503" y="5140"/>
                    <a:pt x="631" y="5120"/>
                  </a:cubicBezTo>
                  <a:cubicBezTo>
                    <a:pt x="809" y="5101"/>
                    <a:pt x="986" y="5110"/>
                    <a:pt x="1153" y="5071"/>
                  </a:cubicBezTo>
                  <a:cubicBezTo>
                    <a:pt x="1272" y="5051"/>
                    <a:pt x="1429" y="5002"/>
                    <a:pt x="1478" y="4923"/>
                  </a:cubicBezTo>
                  <a:cubicBezTo>
                    <a:pt x="1508" y="4864"/>
                    <a:pt x="1429" y="4687"/>
                    <a:pt x="1350" y="4608"/>
                  </a:cubicBezTo>
                  <a:cubicBezTo>
                    <a:pt x="1134" y="4381"/>
                    <a:pt x="877" y="4175"/>
                    <a:pt x="661" y="3938"/>
                  </a:cubicBezTo>
                  <a:cubicBezTo>
                    <a:pt x="533" y="3810"/>
                    <a:pt x="424" y="3653"/>
                    <a:pt x="365" y="3485"/>
                  </a:cubicBezTo>
                  <a:cubicBezTo>
                    <a:pt x="277" y="3268"/>
                    <a:pt x="365" y="3130"/>
                    <a:pt x="602" y="3091"/>
                  </a:cubicBezTo>
                  <a:cubicBezTo>
                    <a:pt x="749" y="3071"/>
                    <a:pt x="897" y="3071"/>
                    <a:pt x="1055" y="3062"/>
                  </a:cubicBezTo>
                  <a:cubicBezTo>
                    <a:pt x="1380" y="3042"/>
                    <a:pt x="1469" y="2933"/>
                    <a:pt x="1439" y="2599"/>
                  </a:cubicBezTo>
                  <a:cubicBezTo>
                    <a:pt x="1390" y="2067"/>
                    <a:pt x="1350" y="1535"/>
                    <a:pt x="1331" y="1013"/>
                  </a:cubicBezTo>
                  <a:cubicBezTo>
                    <a:pt x="1321" y="825"/>
                    <a:pt x="1370" y="648"/>
                    <a:pt x="1409" y="471"/>
                  </a:cubicBezTo>
                  <a:cubicBezTo>
                    <a:pt x="1419" y="402"/>
                    <a:pt x="1478" y="333"/>
                    <a:pt x="1537" y="244"/>
                  </a:cubicBezTo>
                  <a:close/>
                  <a:moveTo>
                    <a:pt x="1538" y="0"/>
                  </a:moveTo>
                  <a:cubicBezTo>
                    <a:pt x="1398" y="0"/>
                    <a:pt x="1265" y="98"/>
                    <a:pt x="1183" y="284"/>
                  </a:cubicBezTo>
                  <a:cubicBezTo>
                    <a:pt x="1134" y="402"/>
                    <a:pt x="1084" y="540"/>
                    <a:pt x="1084" y="668"/>
                  </a:cubicBezTo>
                  <a:cubicBezTo>
                    <a:pt x="1084" y="1111"/>
                    <a:pt x="1094" y="1564"/>
                    <a:pt x="1104" y="2017"/>
                  </a:cubicBezTo>
                  <a:cubicBezTo>
                    <a:pt x="1114" y="2264"/>
                    <a:pt x="1153" y="2520"/>
                    <a:pt x="1173" y="2776"/>
                  </a:cubicBezTo>
                  <a:cubicBezTo>
                    <a:pt x="956" y="2786"/>
                    <a:pt x="779" y="2805"/>
                    <a:pt x="592" y="2815"/>
                  </a:cubicBezTo>
                  <a:cubicBezTo>
                    <a:pt x="198" y="2855"/>
                    <a:pt x="1" y="3130"/>
                    <a:pt x="89" y="3515"/>
                  </a:cubicBezTo>
                  <a:cubicBezTo>
                    <a:pt x="149" y="3820"/>
                    <a:pt x="355" y="4037"/>
                    <a:pt x="562" y="4244"/>
                  </a:cubicBezTo>
                  <a:cubicBezTo>
                    <a:pt x="759" y="4421"/>
                    <a:pt x="946" y="4598"/>
                    <a:pt x="1173" y="4805"/>
                  </a:cubicBezTo>
                  <a:cubicBezTo>
                    <a:pt x="927" y="4825"/>
                    <a:pt x="740" y="4835"/>
                    <a:pt x="552" y="4864"/>
                  </a:cubicBezTo>
                  <a:cubicBezTo>
                    <a:pt x="247" y="4933"/>
                    <a:pt x="139" y="5130"/>
                    <a:pt x="267" y="5426"/>
                  </a:cubicBezTo>
                  <a:cubicBezTo>
                    <a:pt x="316" y="5524"/>
                    <a:pt x="375" y="5623"/>
                    <a:pt x="444" y="5711"/>
                  </a:cubicBezTo>
                  <a:cubicBezTo>
                    <a:pt x="1094" y="6568"/>
                    <a:pt x="1991" y="7110"/>
                    <a:pt x="2887" y="7662"/>
                  </a:cubicBezTo>
                  <a:cubicBezTo>
                    <a:pt x="2976" y="7721"/>
                    <a:pt x="3025" y="7760"/>
                    <a:pt x="3015" y="7869"/>
                  </a:cubicBezTo>
                  <a:cubicBezTo>
                    <a:pt x="2946" y="8460"/>
                    <a:pt x="2887" y="9041"/>
                    <a:pt x="2838" y="9632"/>
                  </a:cubicBezTo>
                  <a:cubicBezTo>
                    <a:pt x="2828" y="9701"/>
                    <a:pt x="2897" y="9790"/>
                    <a:pt x="2936" y="9868"/>
                  </a:cubicBezTo>
                  <a:cubicBezTo>
                    <a:pt x="2986" y="9809"/>
                    <a:pt x="3074" y="9750"/>
                    <a:pt x="3084" y="9681"/>
                  </a:cubicBezTo>
                  <a:cubicBezTo>
                    <a:pt x="3153" y="9041"/>
                    <a:pt x="3202" y="8410"/>
                    <a:pt x="3271" y="7770"/>
                  </a:cubicBezTo>
                  <a:cubicBezTo>
                    <a:pt x="3281" y="7642"/>
                    <a:pt x="3320" y="7514"/>
                    <a:pt x="3370" y="7396"/>
                  </a:cubicBezTo>
                  <a:cubicBezTo>
                    <a:pt x="3724" y="6618"/>
                    <a:pt x="4118" y="5859"/>
                    <a:pt x="4443" y="5061"/>
                  </a:cubicBezTo>
                  <a:cubicBezTo>
                    <a:pt x="4640" y="4618"/>
                    <a:pt x="4788" y="4145"/>
                    <a:pt x="4759" y="3633"/>
                  </a:cubicBezTo>
                  <a:cubicBezTo>
                    <a:pt x="4759" y="3436"/>
                    <a:pt x="4680" y="3259"/>
                    <a:pt x="4493" y="3199"/>
                  </a:cubicBezTo>
                  <a:cubicBezTo>
                    <a:pt x="4428" y="3182"/>
                    <a:pt x="4357" y="3174"/>
                    <a:pt x="4285" y="3174"/>
                  </a:cubicBezTo>
                  <a:cubicBezTo>
                    <a:pt x="4193" y="3174"/>
                    <a:pt x="4099" y="3187"/>
                    <a:pt x="4010" y="3209"/>
                  </a:cubicBezTo>
                  <a:cubicBezTo>
                    <a:pt x="3843" y="3239"/>
                    <a:pt x="3685" y="3327"/>
                    <a:pt x="3498" y="3406"/>
                  </a:cubicBezTo>
                  <a:cubicBezTo>
                    <a:pt x="3508" y="3318"/>
                    <a:pt x="3517" y="3259"/>
                    <a:pt x="3517" y="3199"/>
                  </a:cubicBezTo>
                  <a:cubicBezTo>
                    <a:pt x="3577" y="2608"/>
                    <a:pt x="3655" y="2017"/>
                    <a:pt x="3675" y="1426"/>
                  </a:cubicBezTo>
                  <a:cubicBezTo>
                    <a:pt x="3689" y="1061"/>
                    <a:pt x="3538" y="871"/>
                    <a:pt x="3281" y="871"/>
                  </a:cubicBezTo>
                  <a:cubicBezTo>
                    <a:pt x="3179" y="871"/>
                    <a:pt x="3059" y="901"/>
                    <a:pt x="2926" y="963"/>
                  </a:cubicBezTo>
                  <a:cubicBezTo>
                    <a:pt x="2798" y="1013"/>
                    <a:pt x="2680" y="1091"/>
                    <a:pt x="2562" y="1160"/>
                  </a:cubicBezTo>
                  <a:cubicBezTo>
                    <a:pt x="2523" y="1180"/>
                    <a:pt x="2473" y="1200"/>
                    <a:pt x="2414" y="1219"/>
                  </a:cubicBezTo>
                  <a:cubicBezTo>
                    <a:pt x="2355" y="1101"/>
                    <a:pt x="2306" y="993"/>
                    <a:pt x="2257" y="894"/>
                  </a:cubicBezTo>
                  <a:cubicBezTo>
                    <a:pt x="2129" y="658"/>
                    <a:pt x="2010" y="412"/>
                    <a:pt x="1863" y="195"/>
                  </a:cubicBezTo>
                  <a:cubicBezTo>
                    <a:pt x="1766" y="63"/>
                    <a:pt x="1650" y="0"/>
                    <a:pt x="15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8"/>
            <p:cNvSpPr/>
            <p:nvPr/>
          </p:nvSpPr>
          <p:spPr>
            <a:xfrm>
              <a:off x="2561797" y="580540"/>
              <a:ext cx="165199" cy="151245"/>
            </a:xfrm>
            <a:custGeom>
              <a:avLst/>
              <a:gdLst/>
              <a:ahLst/>
              <a:cxnLst/>
              <a:rect l="l" t="t" r="r" b="b"/>
              <a:pathLst>
                <a:path w="4138" h="3788" extrusionOk="0">
                  <a:moveTo>
                    <a:pt x="2277" y="0"/>
                  </a:moveTo>
                  <a:cubicBezTo>
                    <a:pt x="1308" y="0"/>
                    <a:pt x="454" y="648"/>
                    <a:pt x="187" y="1609"/>
                  </a:cubicBezTo>
                  <a:cubicBezTo>
                    <a:pt x="0" y="2269"/>
                    <a:pt x="197" y="2820"/>
                    <a:pt x="690" y="3254"/>
                  </a:cubicBezTo>
                  <a:cubicBezTo>
                    <a:pt x="1106" y="3606"/>
                    <a:pt x="1556" y="3788"/>
                    <a:pt x="2038" y="3788"/>
                  </a:cubicBezTo>
                  <a:cubicBezTo>
                    <a:pt x="2298" y="3788"/>
                    <a:pt x="2568" y="3735"/>
                    <a:pt x="2847" y="3628"/>
                  </a:cubicBezTo>
                  <a:cubicBezTo>
                    <a:pt x="3438" y="3402"/>
                    <a:pt x="4138" y="2732"/>
                    <a:pt x="4069" y="1845"/>
                  </a:cubicBezTo>
                  <a:cubicBezTo>
                    <a:pt x="4069" y="890"/>
                    <a:pt x="3468" y="141"/>
                    <a:pt x="2591" y="23"/>
                  </a:cubicBezTo>
                  <a:cubicBezTo>
                    <a:pt x="2485" y="8"/>
                    <a:pt x="2380" y="0"/>
                    <a:pt x="22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87" name="Google Shape;1087;p38"/>
            <p:cNvGrpSpPr/>
            <p:nvPr/>
          </p:nvGrpSpPr>
          <p:grpSpPr>
            <a:xfrm>
              <a:off x="2317662" y="1576157"/>
              <a:ext cx="108301" cy="112811"/>
              <a:chOff x="4816878" y="4543812"/>
              <a:chExt cx="76279" cy="79506"/>
            </a:xfrm>
          </p:grpSpPr>
          <p:sp>
            <p:nvSpPr>
              <p:cNvPr id="1088" name="Google Shape;1088;p38"/>
              <p:cNvSpPr/>
              <p:nvPr/>
            </p:nvSpPr>
            <p:spPr>
              <a:xfrm>
                <a:off x="4816878" y="4577963"/>
                <a:ext cx="32538" cy="31756"/>
              </a:xfrm>
              <a:custGeom>
                <a:avLst/>
                <a:gdLst/>
                <a:ahLst/>
                <a:cxnLst/>
                <a:rect l="l" t="t" r="r" b="b"/>
                <a:pathLst>
                  <a:path w="828" h="808" extrusionOk="0">
                    <a:moveTo>
                      <a:pt x="453" y="0"/>
                    </a:moveTo>
                    <a:cubicBezTo>
                      <a:pt x="266" y="10"/>
                      <a:pt x="0" y="305"/>
                      <a:pt x="20" y="552"/>
                    </a:cubicBezTo>
                    <a:cubicBezTo>
                      <a:pt x="20" y="680"/>
                      <a:pt x="197" y="808"/>
                      <a:pt x="384" y="808"/>
                    </a:cubicBezTo>
                    <a:cubicBezTo>
                      <a:pt x="572" y="798"/>
                      <a:pt x="828" y="502"/>
                      <a:pt x="828" y="296"/>
                    </a:cubicBezTo>
                    <a:cubicBezTo>
                      <a:pt x="828" y="168"/>
                      <a:pt x="621" y="0"/>
                      <a:pt x="4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38"/>
              <p:cNvSpPr/>
              <p:nvPr/>
            </p:nvSpPr>
            <p:spPr>
              <a:xfrm>
                <a:off x="4862545" y="4589910"/>
                <a:ext cx="30613" cy="33407"/>
              </a:xfrm>
              <a:custGeom>
                <a:avLst/>
                <a:gdLst/>
                <a:ahLst/>
                <a:cxnLst/>
                <a:rect l="l" t="t" r="r" b="b"/>
                <a:pathLst>
                  <a:path w="779" h="850" extrusionOk="0">
                    <a:moveTo>
                      <a:pt x="406" y="1"/>
                    </a:moveTo>
                    <a:cubicBezTo>
                      <a:pt x="363" y="1"/>
                      <a:pt x="322" y="17"/>
                      <a:pt x="286" y="61"/>
                    </a:cubicBezTo>
                    <a:cubicBezTo>
                      <a:pt x="178" y="189"/>
                      <a:pt x="109" y="356"/>
                      <a:pt x="1" y="523"/>
                    </a:cubicBezTo>
                    <a:cubicBezTo>
                      <a:pt x="99" y="642"/>
                      <a:pt x="158" y="750"/>
                      <a:pt x="247" y="819"/>
                    </a:cubicBezTo>
                    <a:cubicBezTo>
                      <a:pt x="281" y="840"/>
                      <a:pt x="314" y="849"/>
                      <a:pt x="344" y="849"/>
                    </a:cubicBezTo>
                    <a:cubicBezTo>
                      <a:pt x="427" y="849"/>
                      <a:pt x="495" y="783"/>
                      <a:pt x="552" y="711"/>
                    </a:cubicBezTo>
                    <a:cubicBezTo>
                      <a:pt x="621" y="622"/>
                      <a:pt x="690" y="523"/>
                      <a:pt x="730" y="415"/>
                    </a:cubicBezTo>
                    <a:cubicBezTo>
                      <a:pt x="779" y="277"/>
                      <a:pt x="710" y="159"/>
                      <a:pt x="592" y="80"/>
                    </a:cubicBezTo>
                    <a:cubicBezTo>
                      <a:pt x="538" y="39"/>
                      <a:pt x="471" y="1"/>
                      <a:pt x="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38"/>
              <p:cNvSpPr/>
              <p:nvPr/>
            </p:nvSpPr>
            <p:spPr>
              <a:xfrm>
                <a:off x="4849772" y="4543812"/>
                <a:ext cx="32931" cy="26568"/>
              </a:xfrm>
              <a:custGeom>
                <a:avLst/>
                <a:gdLst/>
                <a:ahLst/>
                <a:cxnLst/>
                <a:rect l="l" t="t" r="r" b="b"/>
                <a:pathLst>
                  <a:path w="838" h="676" extrusionOk="0">
                    <a:moveTo>
                      <a:pt x="444" y="1"/>
                    </a:moveTo>
                    <a:cubicBezTo>
                      <a:pt x="364" y="1"/>
                      <a:pt x="277" y="34"/>
                      <a:pt x="198" y="51"/>
                    </a:cubicBezTo>
                    <a:cubicBezTo>
                      <a:pt x="1" y="101"/>
                      <a:pt x="1" y="298"/>
                      <a:pt x="30" y="396"/>
                    </a:cubicBezTo>
                    <a:cubicBezTo>
                      <a:pt x="67" y="506"/>
                      <a:pt x="120" y="675"/>
                      <a:pt x="349" y="675"/>
                    </a:cubicBezTo>
                    <a:cubicBezTo>
                      <a:pt x="366" y="675"/>
                      <a:pt x="385" y="674"/>
                      <a:pt x="405" y="672"/>
                    </a:cubicBezTo>
                    <a:cubicBezTo>
                      <a:pt x="464" y="623"/>
                      <a:pt x="592" y="554"/>
                      <a:pt x="680" y="455"/>
                    </a:cubicBezTo>
                    <a:cubicBezTo>
                      <a:pt x="838" y="278"/>
                      <a:pt x="720" y="22"/>
                      <a:pt x="473" y="2"/>
                    </a:cubicBezTo>
                    <a:cubicBezTo>
                      <a:pt x="464" y="1"/>
                      <a:pt x="454" y="1"/>
                      <a:pt x="4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1" name="Google Shape;1091;p38"/>
            <p:cNvGrpSpPr/>
            <p:nvPr/>
          </p:nvGrpSpPr>
          <p:grpSpPr>
            <a:xfrm>
              <a:off x="1521201" y="4144047"/>
              <a:ext cx="336098" cy="495351"/>
              <a:chOff x="1521201" y="4144047"/>
              <a:chExt cx="336098" cy="495351"/>
            </a:xfrm>
          </p:grpSpPr>
          <p:sp>
            <p:nvSpPr>
              <p:cNvPr id="1092" name="Google Shape;1092;p38"/>
              <p:cNvSpPr/>
              <p:nvPr/>
            </p:nvSpPr>
            <p:spPr>
              <a:xfrm flipH="1">
                <a:off x="1583651" y="4429846"/>
                <a:ext cx="273649" cy="209552"/>
              </a:xfrm>
              <a:custGeom>
                <a:avLst/>
                <a:gdLst/>
                <a:ahLst/>
                <a:cxnLst/>
                <a:rect l="l" t="t" r="r" b="b"/>
                <a:pathLst>
                  <a:path w="5025" h="3848" extrusionOk="0">
                    <a:moveTo>
                      <a:pt x="1921" y="261"/>
                    </a:moveTo>
                    <a:cubicBezTo>
                      <a:pt x="1971" y="379"/>
                      <a:pt x="2010" y="497"/>
                      <a:pt x="2059" y="606"/>
                    </a:cubicBezTo>
                    <a:cubicBezTo>
                      <a:pt x="2158" y="842"/>
                      <a:pt x="2237" y="1098"/>
                      <a:pt x="2365" y="1325"/>
                    </a:cubicBezTo>
                    <a:cubicBezTo>
                      <a:pt x="2427" y="1439"/>
                      <a:pt x="2486" y="1493"/>
                      <a:pt x="2553" y="1493"/>
                    </a:cubicBezTo>
                    <a:cubicBezTo>
                      <a:pt x="2613" y="1493"/>
                      <a:pt x="2679" y="1448"/>
                      <a:pt x="2759" y="1364"/>
                    </a:cubicBezTo>
                    <a:cubicBezTo>
                      <a:pt x="2867" y="1256"/>
                      <a:pt x="2985" y="1157"/>
                      <a:pt x="3123" y="1020"/>
                    </a:cubicBezTo>
                    <a:cubicBezTo>
                      <a:pt x="3310" y="1650"/>
                      <a:pt x="3202" y="2241"/>
                      <a:pt x="3172" y="2832"/>
                    </a:cubicBezTo>
                    <a:cubicBezTo>
                      <a:pt x="2887" y="2714"/>
                      <a:pt x="2847" y="2477"/>
                      <a:pt x="2808" y="2241"/>
                    </a:cubicBezTo>
                    <a:cubicBezTo>
                      <a:pt x="2788" y="2142"/>
                      <a:pt x="2788" y="2044"/>
                      <a:pt x="2749" y="1955"/>
                    </a:cubicBezTo>
                    <a:cubicBezTo>
                      <a:pt x="2729" y="1916"/>
                      <a:pt x="2650" y="1867"/>
                      <a:pt x="2601" y="1867"/>
                    </a:cubicBezTo>
                    <a:cubicBezTo>
                      <a:pt x="2571" y="1867"/>
                      <a:pt x="2522" y="1945"/>
                      <a:pt x="2512" y="1995"/>
                    </a:cubicBezTo>
                    <a:cubicBezTo>
                      <a:pt x="2502" y="2074"/>
                      <a:pt x="2522" y="2162"/>
                      <a:pt x="2532" y="2271"/>
                    </a:cubicBezTo>
                    <a:cubicBezTo>
                      <a:pt x="2374" y="2162"/>
                      <a:pt x="2237" y="2064"/>
                      <a:pt x="2207" y="1867"/>
                    </a:cubicBezTo>
                    <a:cubicBezTo>
                      <a:pt x="2187" y="1699"/>
                      <a:pt x="2148" y="1532"/>
                      <a:pt x="2089" y="1364"/>
                    </a:cubicBezTo>
                    <a:cubicBezTo>
                      <a:pt x="2079" y="1305"/>
                      <a:pt x="2000" y="1266"/>
                      <a:pt x="1951" y="1226"/>
                    </a:cubicBezTo>
                    <a:cubicBezTo>
                      <a:pt x="1911" y="1285"/>
                      <a:pt x="1872" y="1345"/>
                      <a:pt x="1852" y="1404"/>
                    </a:cubicBezTo>
                    <a:cubicBezTo>
                      <a:pt x="1842" y="1463"/>
                      <a:pt x="1862" y="1522"/>
                      <a:pt x="1872" y="1620"/>
                    </a:cubicBezTo>
                    <a:cubicBezTo>
                      <a:pt x="1793" y="1542"/>
                      <a:pt x="1754" y="1482"/>
                      <a:pt x="1695" y="1443"/>
                    </a:cubicBezTo>
                    <a:cubicBezTo>
                      <a:pt x="1626" y="1404"/>
                      <a:pt x="1547" y="1394"/>
                      <a:pt x="1468" y="1364"/>
                    </a:cubicBezTo>
                    <a:lnTo>
                      <a:pt x="1468" y="1364"/>
                    </a:lnTo>
                    <a:cubicBezTo>
                      <a:pt x="1478" y="1443"/>
                      <a:pt x="1458" y="1542"/>
                      <a:pt x="1498" y="1601"/>
                    </a:cubicBezTo>
                    <a:cubicBezTo>
                      <a:pt x="1577" y="1729"/>
                      <a:pt x="1695" y="1847"/>
                      <a:pt x="1813" y="1995"/>
                    </a:cubicBezTo>
                    <a:cubicBezTo>
                      <a:pt x="1586" y="2024"/>
                      <a:pt x="1389" y="2044"/>
                      <a:pt x="1192" y="2093"/>
                    </a:cubicBezTo>
                    <a:cubicBezTo>
                      <a:pt x="1133" y="2103"/>
                      <a:pt x="1084" y="2172"/>
                      <a:pt x="1035" y="2221"/>
                    </a:cubicBezTo>
                    <a:cubicBezTo>
                      <a:pt x="1094" y="2261"/>
                      <a:pt x="1163" y="2330"/>
                      <a:pt x="1222" y="2330"/>
                    </a:cubicBezTo>
                    <a:cubicBezTo>
                      <a:pt x="1448" y="2310"/>
                      <a:pt x="1675" y="2261"/>
                      <a:pt x="1902" y="2241"/>
                    </a:cubicBezTo>
                    <a:cubicBezTo>
                      <a:pt x="1912" y="2240"/>
                      <a:pt x="1922" y="2239"/>
                      <a:pt x="1933" y="2239"/>
                    </a:cubicBezTo>
                    <a:cubicBezTo>
                      <a:pt x="2005" y="2239"/>
                      <a:pt x="2088" y="2267"/>
                      <a:pt x="2148" y="2310"/>
                    </a:cubicBezTo>
                    <a:cubicBezTo>
                      <a:pt x="2266" y="2399"/>
                      <a:pt x="2374" y="2517"/>
                      <a:pt x="2512" y="2635"/>
                    </a:cubicBezTo>
                    <a:cubicBezTo>
                      <a:pt x="2365" y="2684"/>
                      <a:pt x="2237" y="2704"/>
                      <a:pt x="2118" y="2753"/>
                    </a:cubicBezTo>
                    <a:cubicBezTo>
                      <a:pt x="2049" y="2793"/>
                      <a:pt x="1961" y="2881"/>
                      <a:pt x="1971" y="2940"/>
                    </a:cubicBezTo>
                    <a:cubicBezTo>
                      <a:pt x="1976" y="3009"/>
                      <a:pt x="2009" y="3029"/>
                      <a:pt x="2054" y="3029"/>
                    </a:cubicBezTo>
                    <a:cubicBezTo>
                      <a:pt x="2093" y="3029"/>
                      <a:pt x="2141" y="3013"/>
                      <a:pt x="2187" y="3000"/>
                    </a:cubicBezTo>
                    <a:cubicBezTo>
                      <a:pt x="2237" y="2980"/>
                      <a:pt x="2305" y="2980"/>
                      <a:pt x="2355" y="2950"/>
                    </a:cubicBezTo>
                    <a:cubicBezTo>
                      <a:pt x="2449" y="2906"/>
                      <a:pt x="2538" y="2885"/>
                      <a:pt x="2621" y="2885"/>
                    </a:cubicBezTo>
                    <a:cubicBezTo>
                      <a:pt x="2814" y="2885"/>
                      <a:pt x="2978" y="3000"/>
                      <a:pt x="3123" y="3206"/>
                    </a:cubicBezTo>
                    <a:cubicBezTo>
                      <a:pt x="2804" y="3286"/>
                      <a:pt x="2488" y="3358"/>
                      <a:pt x="2164" y="3358"/>
                    </a:cubicBezTo>
                    <a:cubicBezTo>
                      <a:pt x="1969" y="3358"/>
                      <a:pt x="1770" y="3332"/>
                      <a:pt x="1567" y="3265"/>
                    </a:cubicBezTo>
                    <a:cubicBezTo>
                      <a:pt x="1833" y="2822"/>
                      <a:pt x="1803" y="2763"/>
                      <a:pt x="1330" y="2635"/>
                    </a:cubicBezTo>
                    <a:cubicBezTo>
                      <a:pt x="1054" y="2556"/>
                      <a:pt x="779" y="2487"/>
                      <a:pt x="503" y="2408"/>
                    </a:cubicBezTo>
                    <a:cubicBezTo>
                      <a:pt x="434" y="2389"/>
                      <a:pt x="365" y="2349"/>
                      <a:pt x="266" y="2300"/>
                    </a:cubicBezTo>
                    <a:cubicBezTo>
                      <a:pt x="414" y="2231"/>
                      <a:pt x="532" y="2182"/>
                      <a:pt x="641" y="2133"/>
                    </a:cubicBezTo>
                    <a:cubicBezTo>
                      <a:pt x="897" y="2014"/>
                      <a:pt x="946" y="1877"/>
                      <a:pt x="818" y="1630"/>
                    </a:cubicBezTo>
                    <a:cubicBezTo>
                      <a:pt x="690" y="1374"/>
                      <a:pt x="542" y="1138"/>
                      <a:pt x="414" y="882"/>
                    </a:cubicBezTo>
                    <a:cubicBezTo>
                      <a:pt x="375" y="793"/>
                      <a:pt x="365" y="685"/>
                      <a:pt x="385" y="557"/>
                    </a:cubicBezTo>
                    <a:lnTo>
                      <a:pt x="385" y="557"/>
                    </a:lnTo>
                    <a:cubicBezTo>
                      <a:pt x="493" y="635"/>
                      <a:pt x="611" y="724"/>
                      <a:pt x="719" y="813"/>
                    </a:cubicBezTo>
                    <a:cubicBezTo>
                      <a:pt x="788" y="862"/>
                      <a:pt x="857" y="921"/>
                      <a:pt x="936" y="980"/>
                    </a:cubicBezTo>
                    <a:cubicBezTo>
                      <a:pt x="1063" y="1079"/>
                      <a:pt x="1158" y="1129"/>
                      <a:pt x="1235" y="1129"/>
                    </a:cubicBezTo>
                    <a:cubicBezTo>
                      <a:pt x="1343" y="1129"/>
                      <a:pt x="1417" y="1030"/>
                      <a:pt x="1498" y="822"/>
                    </a:cubicBezTo>
                    <a:cubicBezTo>
                      <a:pt x="1586" y="616"/>
                      <a:pt x="1695" y="409"/>
                      <a:pt x="1921" y="261"/>
                    </a:cubicBezTo>
                    <a:close/>
                    <a:moveTo>
                      <a:pt x="1921" y="0"/>
                    </a:moveTo>
                    <a:cubicBezTo>
                      <a:pt x="1856" y="0"/>
                      <a:pt x="1786" y="25"/>
                      <a:pt x="1714" y="74"/>
                    </a:cubicBezTo>
                    <a:cubicBezTo>
                      <a:pt x="1626" y="133"/>
                      <a:pt x="1547" y="212"/>
                      <a:pt x="1488" y="291"/>
                    </a:cubicBezTo>
                    <a:cubicBezTo>
                      <a:pt x="1379" y="458"/>
                      <a:pt x="1291" y="645"/>
                      <a:pt x="1182" y="822"/>
                    </a:cubicBezTo>
                    <a:cubicBezTo>
                      <a:pt x="985" y="675"/>
                      <a:pt x="779" y="497"/>
                      <a:pt x="562" y="360"/>
                    </a:cubicBezTo>
                    <a:cubicBezTo>
                      <a:pt x="488" y="307"/>
                      <a:pt x="417" y="283"/>
                      <a:pt x="352" y="283"/>
                    </a:cubicBezTo>
                    <a:cubicBezTo>
                      <a:pt x="210" y="283"/>
                      <a:pt x="103" y="402"/>
                      <a:pt x="89" y="606"/>
                    </a:cubicBezTo>
                    <a:cubicBezTo>
                      <a:pt x="79" y="665"/>
                      <a:pt x="79" y="734"/>
                      <a:pt x="109" y="793"/>
                    </a:cubicBezTo>
                    <a:cubicBezTo>
                      <a:pt x="207" y="1020"/>
                      <a:pt x="306" y="1256"/>
                      <a:pt x="414" y="1473"/>
                    </a:cubicBezTo>
                    <a:cubicBezTo>
                      <a:pt x="473" y="1591"/>
                      <a:pt x="552" y="1709"/>
                      <a:pt x="631" y="1837"/>
                    </a:cubicBezTo>
                    <a:cubicBezTo>
                      <a:pt x="503" y="1896"/>
                      <a:pt x="394" y="1936"/>
                      <a:pt x="296" y="1985"/>
                    </a:cubicBezTo>
                    <a:cubicBezTo>
                      <a:pt x="168" y="2044"/>
                      <a:pt x="10" y="2103"/>
                      <a:pt x="0" y="2290"/>
                    </a:cubicBezTo>
                    <a:cubicBezTo>
                      <a:pt x="0" y="2477"/>
                      <a:pt x="148" y="2556"/>
                      <a:pt x="296" y="2615"/>
                    </a:cubicBezTo>
                    <a:cubicBezTo>
                      <a:pt x="434" y="2674"/>
                      <a:pt x="591" y="2724"/>
                      <a:pt x="739" y="2763"/>
                    </a:cubicBezTo>
                    <a:cubicBezTo>
                      <a:pt x="966" y="2822"/>
                      <a:pt x="1192" y="2881"/>
                      <a:pt x="1429" y="2931"/>
                    </a:cubicBezTo>
                    <a:cubicBezTo>
                      <a:pt x="1212" y="3334"/>
                      <a:pt x="1301" y="3512"/>
                      <a:pt x="1744" y="3591"/>
                    </a:cubicBezTo>
                    <a:lnTo>
                      <a:pt x="1803" y="3591"/>
                    </a:lnTo>
                    <a:cubicBezTo>
                      <a:pt x="1921" y="3607"/>
                      <a:pt x="2039" y="3615"/>
                      <a:pt x="2155" y="3615"/>
                    </a:cubicBezTo>
                    <a:cubicBezTo>
                      <a:pt x="2522" y="3615"/>
                      <a:pt x="2880" y="3540"/>
                      <a:pt x="3231" y="3443"/>
                    </a:cubicBezTo>
                    <a:cubicBezTo>
                      <a:pt x="3259" y="3432"/>
                      <a:pt x="3289" y="3428"/>
                      <a:pt x="3319" y="3428"/>
                    </a:cubicBezTo>
                    <a:cubicBezTo>
                      <a:pt x="3375" y="3428"/>
                      <a:pt x="3433" y="3443"/>
                      <a:pt x="3478" y="3462"/>
                    </a:cubicBezTo>
                    <a:cubicBezTo>
                      <a:pt x="3714" y="3571"/>
                      <a:pt x="3941" y="3728"/>
                      <a:pt x="4187" y="3797"/>
                    </a:cubicBezTo>
                    <a:cubicBezTo>
                      <a:pt x="4357" y="3842"/>
                      <a:pt x="4538" y="3847"/>
                      <a:pt x="4718" y="3847"/>
                    </a:cubicBezTo>
                    <a:cubicBezTo>
                      <a:pt x="4777" y="3847"/>
                      <a:pt x="4837" y="3847"/>
                      <a:pt x="4896" y="3847"/>
                    </a:cubicBezTo>
                    <a:cubicBezTo>
                      <a:pt x="4945" y="3847"/>
                      <a:pt x="4985" y="3748"/>
                      <a:pt x="5024" y="3699"/>
                    </a:cubicBezTo>
                    <a:cubicBezTo>
                      <a:pt x="4969" y="3662"/>
                      <a:pt x="4914" y="3599"/>
                      <a:pt x="4875" y="3599"/>
                    </a:cubicBezTo>
                    <a:cubicBezTo>
                      <a:pt x="4872" y="3599"/>
                      <a:pt x="4869" y="3600"/>
                      <a:pt x="4867" y="3600"/>
                    </a:cubicBezTo>
                    <a:cubicBezTo>
                      <a:pt x="4790" y="3615"/>
                      <a:pt x="4715" y="3622"/>
                      <a:pt x="4643" y="3622"/>
                    </a:cubicBezTo>
                    <a:cubicBezTo>
                      <a:pt x="4236" y="3622"/>
                      <a:pt x="3901" y="3406"/>
                      <a:pt x="3566" y="3197"/>
                    </a:cubicBezTo>
                    <a:cubicBezTo>
                      <a:pt x="3458" y="3128"/>
                      <a:pt x="3419" y="3029"/>
                      <a:pt x="3428" y="2901"/>
                    </a:cubicBezTo>
                    <a:cubicBezTo>
                      <a:pt x="3448" y="2448"/>
                      <a:pt x="3468" y="1995"/>
                      <a:pt x="3478" y="1542"/>
                    </a:cubicBezTo>
                    <a:cubicBezTo>
                      <a:pt x="3478" y="1364"/>
                      <a:pt x="3438" y="1177"/>
                      <a:pt x="3389" y="1000"/>
                    </a:cubicBezTo>
                    <a:cubicBezTo>
                      <a:pt x="3341" y="855"/>
                      <a:pt x="3252" y="781"/>
                      <a:pt x="3145" y="781"/>
                    </a:cubicBezTo>
                    <a:cubicBezTo>
                      <a:pt x="3078" y="781"/>
                      <a:pt x="3003" y="811"/>
                      <a:pt x="2926" y="872"/>
                    </a:cubicBezTo>
                    <a:cubicBezTo>
                      <a:pt x="2798" y="960"/>
                      <a:pt x="2699" y="1059"/>
                      <a:pt x="2562" y="1177"/>
                    </a:cubicBezTo>
                    <a:cubicBezTo>
                      <a:pt x="2493" y="1010"/>
                      <a:pt x="2424" y="852"/>
                      <a:pt x="2365" y="694"/>
                    </a:cubicBezTo>
                    <a:cubicBezTo>
                      <a:pt x="2305" y="527"/>
                      <a:pt x="2256" y="350"/>
                      <a:pt x="2187" y="192"/>
                    </a:cubicBezTo>
                    <a:cubicBezTo>
                      <a:pt x="2120" y="64"/>
                      <a:pt x="2027" y="0"/>
                      <a:pt x="19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38"/>
              <p:cNvSpPr/>
              <p:nvPr/>
            </p:nvSpPr>
            <p:spPr>
              <a:xfrm>
                <a:off x="1521201" y="4144047"/>
                <a:ext cx="165199" cy="151236"/>
              </a:xfrm>
              <a:custGeom>
                <a:avLst/>
                <a:gdLst/>
                <a:ahLst/>
                <a:cxnLst/>
                <a:rect l="l" t="t" r="r" b="b"/>
                <a:pathLst>
                  <a:path w="4138" h="3788" extrusionOk="0">
                    <a:moveTo>
                      <a:pt x="2277" y="0"/>
                    </a:moveTo>
                    <a:cubicBezTo>
                      <a:pt x="1308" y="0"/>
                      <a:pt x="454" y="648"/>
                      <a:pt x="187" y="1609"/>
                    </a:cubicBezTo>
                    <a:cubicBezTo>
                      <a:pt x="0" y="2269"/>
                      <a:pt x="197" y="2820"/>
                      <a:pt x="690" y="3254"/>
                    </a:cubicBezTo>
                    <a:cubicBezTo>
                      <a:pt x="1106" y="3606"/>
                      <a:pt x="1556" y="3788"/>
                      <a:pt x="2038" y="3788"/>
                    </a:cubicBezTo>
                    <a:cubicBezTo>
                      <a:pt x="2298" y="3788"/>
                      <a:pt x="2568" y="3735"/>
                      <a:pt x="2847" y="3628"/>
                    </a:cubicBezTo>
                    <a:cubicBezTo>
                      <a:pt x="3438" y="3402"/>
                      <a:pt x="4138" y="2732"/>
                      <a:pt x="4069" y="1845"/>
                    </a:cubicBezTo>
                    <a:cubicBezTo>
                      <a:pt x="4069" y="890"/>
                      <a:pt x="3468" y="141"/>
                      <a:pt x="2591" y="23"/>
                    </a:cubicBezTo>
                    <a:cubicBezTo>
                      <a:pt x="2485" y="8"/>
                      <a:pt x="2380" y="0"/>
                      <a:pt x="22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4" name="Google Shape;1094;p38"/>
            <p:cNvGrpSpPr/>
            <p:nvPr/>
          </p:nvGrpSpPr>
          <p:grpSpPr>
            <a:xfrm>
              <a:off x="1098203" y="2705677"/>
              <a:ext cx="151642" cy="145525"/>
              <a:chOff x="4267995" y="3765005"/>
              <a:chExt cx="79485" cy="76299"/>
            </a:xfrm>
          </p:grpSpPr>
          <p:sp>
            <p:nvSpPr>
              <p:cNvPr id="1095" name="Google Shape;1095;p38"/>
              <p:cNvSpPr/>
              <p:nvPr/>
            </p:nvSpPr>
            <p:spPr>
              <a:xfrm rot="5400000">
                <a:off x="4281191" y="3765405"/>
                <a:ext cx="32547" cy="31748"/>
              </a:xfrm>
              <a:custGeom>
                <a:avLst/>
                <a:gdLst/>
                <a:ahLst/>
                <a:cxnLst/>
                <a:rect l="l" t="t" r="r" b="b"/>
                <a:pathLst>
                  <a:path w="828" h="808" extrusionOk="0">
                    <a:moveTo>
                      <a:pt x="453" y="0"/>
                    </a:moveTo>
                    <a:cubicBezTo>
                      <a:pt x="266" y="10"/>
                      <a:pt x="0" y="305"/>
                      <a:pt x="20" y="552"/>
                    </a:cubicBezTo>
                    <a:cubicBezTo>
                      <a:pt x="20" y="680"/>
                      <a:pt x="197" y="808"/>
                      <a:pt x="384" y="808"/>
                    </a:cubicBezTo>
                    <a:cubicBezTo>
                      <a:pt x="572" y="798"/>
                      <a:pt x="828" y="502"/>
                      <a:pt x="828" y="296"/>
                    </a:cubicBezTo>
                    <a:cubicBezTo>
                      <a:pt x="828" y="168"/>
                      <a:pt x="621" y="0"/>
                      <a:pt x="4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38"/>
              <p:cNvSpPr/>
              <p:nvPr/>
            </p:nvSpPr>
            <p:spPr>
              <a:xfrm rot="5400000">
                <a:off x="4269384" y="3809295"/>
                <a:ext cx="30621" cy="33399"/>
              </a:xfrm>
              <a:custGeom>
                <a:avLst/>
                <a:gdLst/>
                <a:ahLst/>
                <a:cxnLst/>
                <a:rect l="l" t="t" r="r" b="b"/>
                <a:pathLst>
                  <a:path w="779" h="850" extrusionOk="0">
                    <a:moveTo>
                      <a:pt x="406" y="1"/>
                    </a:moveTo>
                    <a:cubicBezTo>
                      <a:pt x="363" y="1"/>
                      <a:pt x="322" y="17"/>
                      <a:pt x="286" y="61"/>
                    </a:cubicBezTo>
                    <a:cubicBezTo>
                      <a:pt x="178" y="189"/>
                      <a:pt x="109" y="356"/>
                      <a:pt x="1" y="523"/>
                    </a:cubicBezTo>
                    <a:cubicBezTo>
                      <a:pt x="99" y="642"/>
                      <a:pt x="158" y="750"/>
                      <a:pt x="247" y="819"/>
                    </a:cubicBezTo>
                    <a:cubicBezTo>
                      <a:pt x="281" y="840"/>
                      <a:pt x="314" y="849"/>
                      <a:pt x="344" y="849"/>
                    </a:cubicBezTo>
                    <a:cubicBezTo>
                      <a:pt x="427" y="849"/>
                      <a:pt x="495" y="783"/>
                      <a:pt x="552" y="711"/>
                    </a:cubicBezTo>
                    <a:cubicBezTo>
                      <a:pt x="621" y="622"/>
                      <a:pt x="690" y="523"/>
                      <a:pt x="730" y="415"/>
                    </a:cubicBezTo>
                    <a:cubicBezTo>
                      <a:pt x="779" y="277"/>
                      <a:pt x="710" y="159"/>
                      <a:pt x="592" y="80"/>
                    </a:cubicBezTo>
                    <a:cubicBezTo>
                      <a:pt x="538" y="39"/>
                      <a:pt x="471" y="1"/>
                      <a:pt x="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38"/>
              <p:cNvSpPr/>
              <p:nvPr/>
            </p:nvSpPr>
            <p:spPr>
              <a:xfrm rot="5400000">
                <a:off x="4317730" y="3801097"/>
                <a:ext cx="32940" cy="26562"/>
              </a:xfrm>
              <a:custGeom>
                <a:avLst/>
                <a:gdLst/>
                <a:ahLst/>
                <a:cxnLst/>
                <a:rect l="l" t="t" r="r" b="b"/>
                <a:pathLst>
                  <a:path w="838" h="676" extrusionOk="0">
                    <a:moveTo>
                      <a:pt x="444" y="1"/>
                    </a:moveTo>
                    <a:cubicBezTo>
                      <a:pt x="364" y="1"/>
                      <a:pt x="277" y="34"/>
                      <a:pt x="198" y="51"/>
                    </a:cubicBezTo>
                    <a:cubicBezTo>
                      <a:pt x="1" y="101"/>
                      <a:pt x="1" y="298"/>
                      <a:pt x="30" y="396"/>
                    </a:cubicBezTo>
                    <a:cubicBezTo>
                      <a:pt x="67" y="506"/>
                      <a:pt x="120" y="675"/>
                      <a:pt x="349" y="675"/>
                    </a:cubicBezTo>
                    <a:cubicBezTo>
                      <a:pt x="366" y="675"/>
                      <a:pt x="385" y="674"/>
                      <a:pt x="405" y="672"/>
                    </a:cubicBezTo>
                    <a:cubicBezTo>
                      <a:pt x="464" y="623"/>
                      <a:pt x="592" y="554"/>
                      <a:pt x="680" y="455"/>
                    </a:cubicBezTo>
                    <a:cubicBezTo>
                      <a:pt x="838" y="278"/>
                      <a:pt x="720" y="22"/>
                      <a:pt x="473" y="2"/>
                    </a:cubicBezTo>
                    <a:cubicBezTo>
                      <a:pt x="464" y="1"/>
                      <a:pt x="454" y="1"/>
                      <a:pt x="4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BF284DB-7D73-A5B0-836C-983CA6CE0DEB}"/>
              </a:ext>
            </a:extLst>
          </p:cNvPr>
          <p:cNvSpPr txBox="1"/>
          <p:nvPr/>
        </p:nvSpPr>
        <p:spPr>
          <a:xfrm>
            <a:off x="717162" y="1208730"/>
            <a:ext cx="7748787" cy="2816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indent="0">
              <a:buNone/>
            </a:pPr>
            <a:endParaRPr lang="en-CA" sz="900" b="1" dirty="0"/>
          </a:p>
          <a:p>
            <a:pPr marL="152400" indent="0">
              <a:lnSpc>
                <a:spcPct val="100000"/>
              </a:lnSpc>
              <a:buNone/>
            </a:pPr>
            <a:r>
              <a:rPr lang="en-CA" sz="1600" b="1" u="sng" dirty="0">
                <a:solidFill>
                  <a:schemeClr val="tx1"/>
                </a:solidFill>
              </a:rPr>
              <a:t>Data Composition</a:t>
            </a:r>
            <a:r>
              <a:rPr lang="en-CA" sz="1600" u="sng" dirty="0">
                <a:solidFill>
                  <a:schemeClr val="tx1"/>
                </a:solidFill>
              </a:rPr>
              <a:t>:</a:t>
            </a:r>
          </a:p>
          <a:p>
            <a:pPr marL="152400" indent="0">
              <a:lnSpc>
                <a:spcPct val="100000"/>
              </a:lnSpc>
              <a:buNone/>
            </a:pPr>
            <a:endParaRPr lang="en-CA" sz="1600" u="sng" dirty="0"/>
          </a:p>
          <a:p>
            <a:pPr marL="490950" lvl="1" indent="-141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200" dirty="0"/>
              <a:t>Combined two datasets: one with business details (including reviews and categories) and another with text feedback.</a:t>
            </a:r>
          </a:p>
          <a:p>
            <a:pPr marL="349200" lvl="1">
              <a:lnSpc>
                <a:spcPct val="100000"/>
              </a:lnSpc>
            </a:pPr>
            <a:endParaRPr lang="en-CA" sz="1200" dirty="0"/>
          </a:p>
          <a:p>
            <a:pPr marL="490950" lvl="1" indent="-141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200" b="1" dirty="0"/>
              <a:t>Focus on Restaurants</a:t>
            </a:r>
            <a:r>
              <a:rPr lang="en-CA" sz="1200" dirty="0"/>
              <a:t>: Selected only the restaurant category using business IDs to match reviews with corresponding text feedback.</a:t>
            </a:r>
          </a:p>
          <a:p>
            <a:pPr marL="490950" lvl="1" indent="-141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152400" indent="0">
              <a:buNone/>
            </a:pPr>
            <a:r>
              <a:rPr lang="en-CA" sz="1600" b="1" u="sng" dirty="0">
                <a:solidFill>
                  <a:schemeClr val="tx1"/>
                </a:solidFill>
              </a:rPr>
              <a:t>Preprocessing</a:t>
            </a:r>
            <a:r>
              <a:rPr lang="en-CA" sz="1600" u="sng" dirty="0">
                <a:solidFill>
                  <a:schemeClr val="tx1"/>
                </a:solidFill>
              </a:rPr>
              <a:t>:</a:t>
            </a:r>
          </a:p>
          <a:p>
            <a:pPr marL="152400" indent="0">
              <a:buNone/>
            </a:pPr>
            <a:endParaRPr lang="en-CA" sz="1600" u="sng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Text cleaning, tokenization, and sentiment labeling (positive, negative, neutral).</a:t>
            </a:r>
          </a:p>
          <a:p>
            <a:endParaRPr lang="en-US" dirty="0"/>
          </a:p>
        </p:txBody>
      </p:sp>
      <p:sp>
        <p:nvSpPr>
          <p:cNvPr id="9" name="Google Shape;724;p30">
            <a:extLst>
              <a:ext uri="{FF2B5EF4-FFF2-40B4-BE49-F238E27FC236}">
                <a16:creationId xmlns:a16="http://schemas.microsoft.com/office/drawing/2014/main" id="{084B88AE-E902-F51C-9D2C-C1D334773B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7704000" cy="6032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 dirty="0"/>
              <a:t>Data Overview </a:t>
            </a:r>
            <a:endParaRPr sz="3200" dirty="0"/>
          </a:p>
        </p:txBody>
      </p:sp>
      <p:grpSp>
        <p:nvGrpSpPr>
          <p:cNvPr id="10" name="Google Shape;9885;p62">
            <a:extLst>
              <a:ext uri="{FF2B5EF4-FFF2-40B4-BE49-F238E27FC236}">
                <a16:creationId xmlns:a16="http://schemas.microsoft.com/office/drawing/2014/main" id="{6A330649-C8A9-682B-23B7-7249F2502C62}"/>
              </a:ext>
            </a:extLst>
          </p:cNvPr>
          <p:cNvGrpSpPr/>
          <p:nvPr/>
        </p:nvGrpSpPr>
        <p:grpSpPr>
          <a:xfrm>
            <a:off x="7997064" y="4431530"/>
            <a:ext cx="357720" cy="355148"/>
            <a:chOff x="2496894" y="3680964"/>
            <a:chExt cx="357720" cy="355148"/>
          </a:xfrm>
        </p:grpSpPr>
        <p:sp>
          <p:nvSpPr>
            <p:cNvPr id="11" name="Google Shape;9886;p62">
              <a:extLst>
                <a:ext uri="{FF2B5EF4-FFF2-40B4-BE49-F238E27FC236}">
                  <a16:creationId xmlns:a16="http://schemas.microsoft.com/office/drawing/2014/main" id="{EEFB0210-E5FE-182D-30AA-3954B9D0928A}"/>
                </a:ext>
              </a:extLst>
            </p:cNvPr>
            <p:cNvSpPr/>
            <p:nvPr/>
          </p:nvSpPr>
          <p:spPr>
            <a:xfrm>
              <a:off x="2598224" y="3786549"/>
              <a:ext cx="37852" cy="59763"/>
            </a:xfrm>
            <a:custGeom>
              <a:avLst/>
              <a:gdLst/>
              <a:ahLst/>
              <a:cxnLst/>
              <a:rect l="l" t="t" r="r" b="b"/>
              <a:pathLst>
                <a:path w="1192" h="1882" extrusionOk="0">
                  <a:moveTo>
                    <a:pt x="596" y="0"/>
                  </a:moveTo>
                  <a:cubicBezTo>
                    <a:pt x="275" y="0"/>
                    <a:pt x="1" y="262"/>
                    <a:pt x="1" y="595"/>
                  </a:cubicBezTo>
                  <a:lnTo>
                    <a:pt x="1" y="1286"/>
                  </a:lnTo>
                  <a:cubicBezTo>
                    <a:pt x="1" y="1619"/>
                    <a:pt x="275" y="1881"/>
                    <a:pt x="596" y="1881"/>
                  </a:cubicBezTo>
                  <a:cubicBezTo>
                    <a:pt x="929" y="1881"/>
                    <a:pt x="1191" y="1619"/>
                    <a:pt x="1191" y="1286"/>
                  </a:cubicBezTo>
                  <a:lnTo>
                    <a:pt x="1191" y="679"/>
                  </a:lnTo>
                  <a:cubicBezTo>
                    <a:pt x="1191" y="595"/>
                    <a:pt x="1120" y="512"/>
                    <a:pt x="1037" y="512"/>
                  </a:cubicBezTo>
                  <a:cubicBezTo>
                    <a:pt x="941" y="512"/>
                    <a:pt x="870" y="595"/>
                    <a:pt x="870" y="679"/>
                  </a:cubicBezTo>
                  <a:lnTo>
                    <a:pt x="870" y="1286"/>
                  </a:lnTo>
                  <a:cubicBezTo>
                    <a:pt x="870" y="1441"/>
                    <a:pt x="751" y="1560"/>
                    <a:pt x="596" y="1560"/>
                  </a:cubicBezTo>
                  <a:cubicBezTo>
                    <a:pt x="453" y="1560"/>
                    <a:pt x="334" y="1441"/>
                    <a:pt x="334" y="1286"/>
                  </a:cubicBezTo>
                  <a:lnTo>
                    <a:pt x="334" y="595"/>
                  </a:lnTo>
                  <a:cubicBezTo>
                    <a:pt x="334" y="441"/>
                    <a:pt x="453" y="322"/>
                    <a:pt x="596" y="322"/>
                  </a:cubicBezTo>
                  <a:cubicBezTo>
                    <a:pt x="691" y="322"/>
                    <a:pt x="763" y="250"/>
                    <a:pt x="763" y="155"/>
                  </a:cubicBezTo>
                  <a:cubicBezTo>
                    <a:pt x="763" y="72"/>
                    <a:pt x="691" y="0"/>
                    <a:pt x="59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887;p62">
              <a:extLst>
                <a:ext uri="{FF2B5EF4-FFF2-40B4-BE49-F238E27FC236}">
                  <a16:creationId xmlns:a16="http://schemas.microsoft.com/office/drawing/2014/main" id="{28F81FC4-C59C-7929-C69E-1C5A0C464188}"/>
                </a:ext>
              </a:extLst>
            </p:cNvPr>
            <p:cNvSpPr/>
            <p:nvPr/>
          </p:nvSpPr>
          <p:spPr>
            <a:xfrm>
              <a:off x="2715051" y="3786549"/>
              <a:ext cx="37852" cy="59763"/>
            </a:xfrm>
            <a:custGeom>
              <a:avLst/>
              <a:gdLst/>
              <a:ahLst/>
              <a:cxnLst/>
              <a:rect l="l" t="t" r="r" b="b"/>
              <a:pathLst>
                <a:path w="1192" h="1882" extrusionOk="0">
                  <a:moveTo>
                    <a:pt x="596" y="0"/>
                  </a:moveTo>
                  <a:cubicBezTo>
                    <a:pt x="275" y="0"/>
                    <a:pt x="1" y="262"/>
                    <a:pt x="1" y="595"/>
                  </a:cubicBezTo>
                  <a:lnTo>
                    <a:pt x="1" y="1286"/>
                  </a:lnTo>
                  <a:cubicBezTo>
                    <a:pt x="1" y="1619"/>
                    <a:pt x="275" y="1881"/>
                    <a:pt x="596" y="1881"/>
                  </a:cubicBezTo>
                  <a:cubicBezTo>
                    <a:pt x="930" y="1881"/>
                    <a:pt x="1191" y="1619"/>
                    <a:pt x="1191" y="1286"/>
                  </a:cubicBezTo>
                  <a:lnTo>
                    <a:pt x="1191" y="679"/>
                  </a:lnTo>
                  <a:cubicBezTo>
                    <a:pt x="1191" y="595"/>
                    <a:pt x="1120" y="512"/>
                    <a:pt x="1025" y="512"/>
                  </a:cubicBezTo>
                  <a:cubicBezTo>
                    <a:pt x="941" y="512"/>
                    <a:pt x="870" y="595"/>
                    <a:pt x="870" y="679"/>
                  </a:cubicBezTo>
                  <a:lnTo>
                    <a:pt x="870" y="1286"/>
                  </a:lnTo>
                  <a:cubicBezTo>
                    <a:pt x="870" y="1441"/>
                    <a:pt x="751" y="1560"/>
                    <a:pt x="596" y="1560"/>
                  </a:cubicBezTo>
                  <a:cubicBezTo>
                    <a:pt x="453" y="1560"/>
                    <a:pt x="334" y="1441"/>
                    <a:pt x="334" y="1286"/>
                  </a:cubicBezTo>
                  <a:lnTo>
                    <a:pt x="334" y="595"/>
                  </a:lnTo>
                  <a:cubicBezTo>
                    <a:pt x="334" y="441"/>
                    <a:pt x="453" y="322"/>
                    <a:pt x="596" y="322"/>
                  </a:cubicBezTo>
                  <a:cubicBezTo>
                    <a:pt x="691" y="322"/>
                    <a:pt x="763" y="250"/>
                    <a:pt x="763" y="155"/>
                  </a:cubicBezTo>
                  <a:cubicBezTo>
                    <a:pt x="763" y="72"/>
                    <a:pt x="691" y="0"/>
                    <a:pt x="59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888;p62">
              <a:extLst>
                <a:ext uri="{FF2B5EF4-FFF2-40B4-BE49-F238E27FC236}">
                  <a16:creationId xmlns:a16="http://schemas.microsoft.com/office/drawing/2014/main" id="{FCA15F97-D52A-C3E1-FD51-723C9FF2813C}"/>
                </a:ext>
              </a:extLst>
            </p:cNvPr>
            <p:cNvSpPr/>
            <p:nvPr/>
          </p:nvSpPr>
          <p:spPr>
            <a:xfrm>
              <a:off x="2496894" y="3680964"/>
              <a:ext cx="297989" cy="296528"/>
            </a:xfrm>
            <a:custGeom>
              <a:avLst/>
              <a:gdLst/>
              <a:ahLst/>
              <a:cxnLst/>
              <a:rect l="l" t="t" r="r" b="b"/>
              <a:pathLst>
                <a:path w="9384" h="9338" extrusionOk="0">
                  <a:moveTo>
                    <a:pt x="5643" y="0"/>
                  </a:moveTo>
                  <a:cubicBezTo>
                    <a:pt x="5580" y="0"/>
                    <a:pt x="5517" y="1"/>
                    <a:pt x="5454" y="3"/>
                  </a:cubicBezTo>
                  <a:cubicBezTo>
                    <a:pt x="4025" y="51"/>
                    <a:pt x="2692" y="622"/>
                    <a:pt x="1680" y="1634"/>
                  </a:cubicBezTo>
                  <a:cubicBezTo>
                    <a:pt x="668" y="2646"/>
                    <a:pt x="84" y="3992"/>
                    <a:pt x="37" y="5421"/>
                  </a:cubicBezTo>
                  <a:cubicBezTo>
                    <a:pt x="1" y="6849"/>
                    <a:pt x="489" y="8219"/>
                    <a:pt x="1430" y="9278"/>
                  </a:cubicBezTo>
                  <a:cubicBezTo>
                    <a:pt x="1453" y="9302"/>
                    <a:pt x="1501" y="9338"/>
                    <a:pt x="1549" y="9338"/>
                  </a:cubicBezTo>
                  <a:cubicBezTo>
                    <a:pt x="1584" y="9338"/>
                    <a:pt x="1620" y="9314"/>
                    <a:pt x="1644" y="9290"/>
                  </a:cubicBezTo>
                  <a:cubicBezTo>
                    <a:pt x="1727" y="9231"/>
                    <a:pt x="1727" y="9123"/>
                    <a:pt x="1668" y="9052"/>
                  </a:cubicBezTo>
                  <a:cubicBezTo>
                    <a:pt x="787" y="8052"/>
                    <a:pt x="310" y="6754"/>
                    <a:pt x="358" y="5421"/>
                  </a:cubicBezTo>
                  <a:cubicBezTo>
                    <a:pt x="394" y="4075"/>
                    <a:pt x="930" y="2813"/>
                    <a:pt x="1882" y="1861"/>
                  </a:cubicBezTo>
                  <a:cubicBezTo>
                    <a:pt x="2835" y="908"/>
                    <a:pt x="4109" y="360"/>
                    <a:pt x="5442" y="325"/>
                  </a:cubicBezTo>
                  <a:cubicBezTo>
                    <a:pt x="5489" y="323"/>
                    <a:pt x="5536" y="323"/>
                    <a:pt x="5583" y="323"/>
                  </a:cubicBezTo>
                  <a:cubicBezTo>
                    <a:pt x="6877" y="323"/>
                    <a:pt x="8108" y="796"/>
                    <a:pt x="9073" y="1634"/>
                  </a:cubicBezTo>
                  <a:cubicBezTo>
                    <a:pt x="9108" y="1663"/>
                    <a:pt x="9150" y="1678"/>
                    <a:pt x="9191" y="1678"/>
                  </a:cubicBezTo>
                  <a:cubicBezTo>
                    <a:pt x="9236" y="1678"/>
                    <a:pt x="9280" y="1660"/>
                    <a:pt x="9312" y="1623"/>
                  </a:cubicBezTo>
                  <a:cubicBezTo>
                    <a:pt x="9383" y="1551"/>
                    <a:pt x="9383" y="1444"/>
                    <a:pt x="9312" y="1384"/>
                  </a:cubicBezTo>
                  <a:cubicBezTo>
                    <a:pt x="8288" y="486"/>
                    <a:pt x="6992" y="0"/>
                    <a:pt x="564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889;p62">
              <a:extLst>
                <a:ext uri="{FF2B5EF4-FFF2-40B4-BE49-F238E27FC236}">
                  <a16:creationId xmlns:a16="http://schemas.microsoft.com/office/drawing/2014/main" id="{3374BCA5-243A-A0FE-D9EB-7DC632705647}"/>
                </a:ext>
              </a:extLst>
            </p:cNvPr>
            <p:cNvSpPr/>
            <p:nvPr/>
          </p:nvSpPr>
          <p:spPr>
            <a:xfrm>
              <a:off x="2555895" y="3739075"/>
              <a:ext cx="298719" cy="297036"/>
            </a:xfrm>
            <a:custGeom>
              <a:avLst/>
              <a:gdLst/>
              <a:ahLst/>
              <a:cxnLst/>
              <a:rect l="l" t="t" r="r" b="b"/>
              <a:pathLst>
                <a:path w="9407" h="9354" extrusionOk="0">
                  <a:moveTo>
                    <a:pt x="7840" y="1"/>
                  </a:moveTo>
                  <a:cubicBezTo>
                    <a:pt x="7800" y="1"/>
                    <a:pt x="7760" y="15"/>
                    <a:pt x="7727" y="43"/>
                  </a:cubicBezTo>
                  <a:cubicBezTo>
                    <a:pt x="7644" y="102"/>
                    <a:pt x="7644" y="209"/>
                    <a:pt x="7704" y="281"/>
                  </a:cubicBezTo>
                  <a:cubicBezTo>
                    <a:pt x="8585" y="1281"/>
                    <a:pt x="9061" y="2579"/>
                    <a:pt x="9013" y="3912"/>
                  </a:cubicBezTo>
                  <a:cubicBezTo>
                    <a:pt x="8978" y="5257"/>
                    <a:pt x="8430" y="6520"/>
                    <a:pt x="7489" y="7472"/>
                  </a:cubicBezTo>
                  <a:cubicBezTo>
                    <a:pt x="6537" y="8425"/>
                    <a:pt x="5263" y="8972"/>
                    <a:pt x="3929" y="9008"/>
                  </a:cubicBezTo>
                  <a:cubicBezTo>
                    <a:pt x="3881" y="9009"/>
                    <a:pt x="3833" y="9010"/>
                    <a:pt x="3785" y="9010"/>
                  </a:cubicBezTo>
                  <a:cubicBezTo>
                    <a:pt x="2491" y="9010"/>
                    <a:pt x="1251" y="8548"/>
                    <a:pt x="298" y="7698"/>
                  </a:cubicBezTo>
                  <a:cubicBezTo>
                    <a:pt x="264" y="7670"/>
                    <a:pt x="222" y="7655"/>
                    <a:pt x="180" y="7655"/>
                  </a:cubicBezTo>
                  <a:cubicBezTo>
                    <a:pt x="135" y="7655"/>
                    <a:pt x="91" y="7673"/>
                    <a:pt x="60" y="7710"/>
                  </a:cubicBezTo>
                  <a:cubicBezTo>
                    <a:pt x="0" y="7782"/>
                    <a:pt x="0" y="7889"/>
                    <a:pt x="72" y="7948"/>
                  </a:cubicBezTo>
                  <a:cubicBezTo>
                    <a:pt x="1096" y="8853"/>
                    <a:pt x="2393" y="9353"/>
                    <a:pt x="3763" y="9353"/>
                  </a:cubicBezTo>
                  <a:lnTo>
                    <a:pt x="3929" y="9353"/>
                  </a:lnTo>
                  <a:cubicBezTo>
                    <a:pt x="5358" y="9306"/>
                    <a:pt x="6692" y="8722"/>
                    <a:pt x="7704" y="7710"/>
                  </a:cubicBezTo>
                  <a:cubicBezTo>
                    <a:pt x="8716" y="6698"/>
                    <a:pt x="9299" y="5365"/>
                    <a:pt x="9347" y="3936"/>
                  </a:cubicBezTo>
                  <a:cubicBezTo>
                    <a:pt x="9406" y="2507"/>
                    <a:pt x="8894" y="1126"/>
                    <a:pt x="7966" y="66"/>
                  </a:cubicBezTo>
                  <a:cubicBezTo>
                    <a:pt x="7933" y="21"/>
                    <a:pt x="7887" y="1"/>
                    <a:pt x="784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890;p62">
              <a:extLst>
                <a:ext uri="{FF2B5EF4-FFF2-40B4-BE49-F238E27FC236}">
                  <a16:creationId xmlns:a16="http://schemas.microsoft.com/office/drawing/2014/main" id="{2767B46F-6AC9-75A5-33C8-0BCF135E39FB}"/>
                </a:ext>
              </a:extLst>
            </p:cNvPr>
            <p:cNvSpPr/>
            <p:nvPr/>
          </p:nvSpPr>
          <p:spPr>
            <a:xfrm>
              <a:off x="2569867" y="3875336"/>
              <a:ext cx="211393" cy="99139"/>
            </a:xfrm>
            <a:custGeom>
              <a:avLst/>
              <a:gdLst/>
              <a:ahLst/>
              <a:cxnLst/>
              <a:rect l="l" t="t" r="r" b="b"/>
              <a:pathLst>
                <a:path w="6657" h="3122" extrusionOk="0">
                  <a:moveTo>
                    <a:pt x="5692" y="478"/>
                  </a:moveTo>
                  <a:lnTo>
                    <a:pt x="5692" y="478"/>
                  </a:lnTo>
                  <a:cubicBezTo>
                    <a:pt x="5644" y="562"/>
                    <a:pt x="5597" y="657"/>
                    <a:pt x="5537" y="728"/>
                  </a:cubicBezTo>
                  <a:cubicBezTo>
                    <a:pt x="5466" y="859"/>
                    <a:pt x="5311" y="931"/>
                    <a:pt x="5156" y="966"/>
                  </a:cubicBezTo>
                  <a:cubicBezTo>
                    <a:pt x="4537" y="1038"/>
                    <a:pt x="3918" y="1074"/>
                    <a:pt x="3323" y="1074"/>
                  </a:cubicBezTo>
                  <a:cubicBezTo>
                    <a:pt x="2715" y="1074"/>
                    <a:pt x="2096" y="1038"/>
                    <a:pt x="1489" y="966"/>
                  </a:cubicBezTo>
                  <a:cubicBezTo>
                    <a:pt x="1334" y="955"/>
                    <a:pt x="1191" y="859"/>
                    <a:pt x="1108" y="740"/>
                  </a:cubicBezTo>
                  <a:cubicBezTo>
                    <a:pt x="1049" y="657"/>
                    <a:pt x="1001" y="574"/>
                    <a:pt x="953" y="490"/>
                  </a:cubicBezTo>
                  <a:lnTo>
                    <a:pt x="953" y="490"/>
                  </a:lnTo>
                  <a:cubicBezTo>
                    <a:pt x="1727" y="609"/>
                    <a:pt x="2525" y="681"/>
                    <a:pt x="3323" y="681"/>
                  </a:cubicBezTo>
                  <a:cubicBezTo>
                    <a:pt x="4120" y="681"/>
                    <a:pt x="4918" y="609"/>
                    <a:pt x="5692" y="478"/>
                  </a:cubicBezTo>
                  <a:close/>
                  <a:moveTo>
                    <a:pt x="6347" y="324"/>
                  </a:moveTo>
                  <a:cubicBezTo>
                    <a:pt x="6311" y="335"/>
                    <a:pt x="6311" y="335"/>
                    <a:pt x="6311" y="359"/>
                  </a:cubicBezTo>
                  <a:cubicBezTo>
                    <a:pt x="6121" y="1050"/>
                    <a:pt x="5716" y="1681"/>
                    <a:pt x="5180" y="2121"/>
                  </a:cubicBezTo>
                  <a:cubicBezTo>
                    <a:pt x="4644" y="2574"/>
                    <a:pt x="3989" y="2812"/>
                    <a:pt x="3323" y="2812"/>
                  </a:cubicBezTo>
                  <a:cubicBezTo>
                    <a:pt x="2656" y="2812"/>
                    <a:pt x="2001" y="2574"/>
                    <a:pt x="1465" y="2121"/>
                  </a:cubicBezTo>
                  <a:cubicBezTo>
                    <a:pt x="941" y="1693"/>
                    <a:pt x="537" y="1050"/>
                    <a:pt x="334" y="359"/>
                  </a:cubicBezTo>
                  <a:lnTo>
                    <a:pt x="334" y="335"/>
                  </a:lnTo>
                  <a:cubicBezTo>
                    <a:pt x="406" y="359"/>
                    <a:pt x="477" y="371"/>
                    <a:pt x="572" y="395"/>
                  </a:cubicBezTo>
                  <a:cubicBezTo>
                    <a:pt x="644" y="574"/>
                    <a:pt x="739" y="752"/>
                    <a:pt x="834" y="907"/>
                  </a:cubicBezTo>
                  <a:cubicBezTo>
                    <a:pt x="965" y="1109"/>
                    <a:pt x="1203" y="1264"/>
                    <a:pt x="1465" y="1276"/>
                  </a:cubicBezTo>
                  <a:cubicBezTo>
                    <a:pt x="2084" y="1347"/>
                    <a:pt x="2715" y="1383"/>
                    <a:pt x="3335" y="1383"/>
                  </a:cubicBezTo>
                  <a:cubicBezTo>
                    <a:pt x="3954" y="1383"/>
                    <a:pt x="4585" y="1347"/>
                    <a:pt x="5216" y="1276"/>
                  </a:cubicBezTo>
                  <a:cubicBezTo>
                    <a:pt x="5466" y="1240"/>
                    <a:pt x="5704" y="1109"/>
                    <a:pt x="5835" y="883"/>
                  </a:cubicBezTo>
                  <a:cubicBezTo>
                    <a:pt x="5942" y="728"/>
                    <a:pt x="6037" y="562"/>
                    <a:pt x="6109" y="383"/>
                  </a:cubicBezTo>
                  <a:cubicBezTo>
                    <a:pt x="6180" y="371"/>
                    <a:pt x="6252" y="347"/>
                    <a:pt x="6347" y="324"/>
                  </a:cubicBezTo>
                  <a:close/>
                  <a:moveTo>
                    <a:pt x="334" y="0"/>
                  </a:moveTo>
                  <a:cubicBezTo>
                    <a:pt x="256" y="0"/>
                    <a:pt x="181" y="36"/>
                    <a:pt x="120" y="97"/>
                  </a:cubicBezTo>
                  <a:cubicBezTo>
                    <a:pt x="37" y="193"/>
                    <a:pt x="1" y="324"/>
                    <a:pt x="37" y="443"/>
                  </a:cubicBezTo>
                  <a:cubicBezTo>
                    <a:pt x="251" y="1217"/>
                    <a:pt x="668" y="1883"/>
                    <a:pt x="1263" y="2360"/>
                  </a:cubicBezTo>
                  <a:cubicBezTo>
                    <a:pt x="1858" y="2871"/>
                    <a:pt x="2596" y="3122"/>
                    <a:pt x="3335" y="3122"/>
                  </a:cubicBezTo>
                  <a:cubicBezTo>
                    <a:pt x="4097" y="3122"/>
                    <a:pt x="4811" y="2860"/>
                    <a:pt x="5406" y="2360"/>
                  </a:cubicBezTo>
                  <a:cubicBezTo>
                    <a:pt x="5990" y="1871"/>
                    <a:pt x="6418" y="1205"/>
                    <a:pt x="6645" y="443"/>
                  </a:cubicBezTo>
                  <a:cubicBezTo>
                    <a:pt x="6656" y="324"/>
                    <a:pt x="6633" y="193"/>
                    <a:pt x="6549" y="97"/>
                  </a:cubicBezTo>
                  <a:cubicBezTo>
                    <a:pt x="6495" y="43"/>
                    <a:pt x="6412" y="2"/>
                    <a:pt x="6328" y="2"/>
                  </a:cubicBezTo>
                  <a:cubicBezTo>
                    <a:pt x="6302" y="2"/>
                    <a:pt x="6277" y="6"/>
                    <a:pt x="6252" y="14"/>
                  </a:cubicBezTo>
                  <a:cubicBezTo>
                    <a:pt x="5323" y="240"/>
                    <a:pt x="4335" y="359"/>
                    <a:pt x="3335" y="359"/>
                  </a:cubicBezTo>
                  <a:cubicBezTo>
                    <a:pt x="2334" y="359"/>
                    <a:pt x="1346" y="240"/>
                    <a:pt x="418" y="14"/>
                  </a:cubicBezTo>
                  <a:cubicBezTo>
                    <a:pt x="390" y="5"/>
                    <a:pt x="362" y="0"/>
                    <a:pt x="33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9873;p62">
            <a:extLst>
              <a:ext uri="{FF2B5EF4-FFF2-40B4-BE49-F238E27FC236}">
                <a16:creationId xmlns:a16="http://schemas.microsoft.com/office/drawing/2014/main" id="{25C7FA4A-126E-43A3-3320-C23142D0ACDB}"/>
              </a:ext>
            </a:extLst>
          </p:cNvPr>
          <p:cNvGrpSpPr/>
          <p:nvPr/>
        </p:nvGrpSpPr>
        <p:grpSpPr>
          <a:xfrm>
            <a:off x="7293539" y="4359541"/>
            <a:ext cx="357720" cy="355148"/>
            <a:chOff x="1408777" y="3680964"/>
            <a:chExt cx="357720" cy="355148"/>
          </a:xfrm>
        </p:grpSpPr>
        <p:sp>
          <p:nvSpPr>
            <p:cNvPr id="17" name="Google Shape;9874;p62">
              <a:extLst>
                <a:ext uri="{FF2B5EF4-FFF2-40B4-BE49-F238E27FC236}">
                  <a16:creationId xmlns:a16="http://schemas.microsoft.com/office/drawing/2014/main" id="{BFF4B8CF-919C-F4E7-21B3-FF4E75647E90}"/>
                </a:ext>
              </a:extLst>
            </p:cNvPr>
            <p:cNvSpPr/>
            <p:nvPr/>
          </p:nvSpPr>
          <p:spPr>
            <a:xfrm>
              <a:off x="1510488" y="3814144"/>
              <a:ext cx="37852" cy="49188"/>
            </a:xfrm>
            <a:custGeom>
              <a:avLst/>
              <a:gdLst/>
              <a:ahLst/>
              <a:cxnLst/>
              <a:rect l="l" t="t" r="r" b="b"/>
              <a:pathLst>
                <a:path w="1192" h="1549" extrusionOk="0">
                  <a:moveTo>
                    <a:pt x="596" y="0"/>
                  </a:moveTo>
                  <a:cubicBezTo>
                    <a:pt x="262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62" y="1548"/>
                    <a:pt x="596" y="1548"/>
                  </a:cubicBezTo>
                  <a:cubicBezTo>
                    <a:pt x="917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191" y="596"/>
                    <a:pt x="1108" y="524"/>
                    <a:pt x="1024" y="524"/>
                  </a:cubicBezTo>
                  <a:cubicBezTo>
                    <a:pt x="941" y="524"/>
                    <a:pt x="858" y="596"/>
                    <a:pt x="858" y="691"/>
                  </a:cubicBezTo>
                  <a:lnTo>
                    <a:pt x="858" y="953"/>
                  </a:lnTo>
                  <a:cubicBezTo>
                    <a:pt x="858" y="1108"/>
                    <a:pt x="739" y="1227"/>
                    <a:pt x="596" y="1227"/>
                  </a:cubicBezTo>
                  <a:cubicBezTo>
                    <a:pt x="441" y="1227"/>
                    <a:pt x="322" y="1108"/>
                    <a:pt x="322" y="953"/>
                  </a:cubicBezTo>
                  <a:lnTo>
                    <a:pt x="322" y="596"/>
                  </a:lnTo>
                  <a:cubicBezTo>
                    <a:pt x="322" y="453"/>
                    <a:pt x="441" y="334"/>
                    <a:pt x="596" y="334"/>
                  </a:cubicBezTo>
                  <a:cubicBezTo>
                    <a:pt x="679" y="334"/>
                    <a:pt x="763" y="262"/>
                    <a:pt x="763" y="167"/>
                  </a:cubicBezTo>
                  <a:cubicBezTo>
                    <a:pt x="763" y="84"/>
                    <a:pt x="679" y="0"/>
                    <a:pt x="59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875;p62">
              <a:extLst>
                <a:ext uri="{FF2B5EF4-FFF2-40B4-BE49-F238E27FC236}">
                  <a16:creationId xmlns:a16="http://schemas.microsoft.com/office/drawing/2014/main" id="{7732E3A0-1420-C8C0-EDB2-F147CC4C4189}"/>
                </a:ext>
              </a:extLst>
            </p:cNvPr>
            <p:cNvSpPr/>
            <p:nvPr/>
          </p:nvSpPr>
          <p:spPr>
            <a:xfrm>
              <a:off x="1627315" y="3814144"/>
              <a:ext cx="37852" cy="49188"/>
            </a:xfrm>
            <a:custGeom>
              <a:avLst/>
              <a:gdLst/>
              <a:ahLst/>
              <a:cxnLst/>
              <a:rect l="l" t="t" r="r" b="b"/>
              <a:pathLst>
                <a:path w="1192" h="1549" extrusionOk="0">
                  <a:moveTo>
                    <a:pt x="596" y="0"/>
                  </a:moveTo>
                  <a:cubicBezTo>
                    <a:pt x="262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62" y="1548"/>
                    <a:pt x="596" y="1548"/>
                  </a:cubicBezTo>
                  <a:cubicBezTo>
                    <a:pt x="917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191" y="596"/>
                    <a:pt x="1108" y="524"/>
                    <a:pt x="1024" y="524"/>
                  </a:cubicBezTo>
                  <a:cubicBezTo>
                    <a:pt x="929" y="524"/>
                    <a:pt x="858" y="596"/>
                    <a:pt x="858" y="691"/>
                  </a:cubicBezTo>
                  <a:lnTo>
                    <a:pt x="858" y="953"/>
                  </a:lnTo>
                  <a:cubicBezTo>
                    <a:pt x="858" y="1108"/>
                    <a:pt x="739" y="1227"/>
                    <a:pt x="596" y="1227"/>
                  </a:cubicBezTo>
                  <a:cubicBezTo>
                    <a:pt x="441" y="1227"/>
                    <a:pt x="322" y="1108"/>
                    <a:pt x="322" y="953"/>
                  </a:cubicBezTo>
                  <a:lnTo>
                    <a:pt x="322" y="596"/>
                  </a:lnTo>
                  <a:cubicBezTo>
                    <a:pt x="322" y="453"/>
                    <a:pt x="441" y="334"/>
                    <a:pt x="596" y="334"/>
                  </a:cubicBezTo>
                  <a:cubicBezTo>
                    <a:pt x="679" y="334"/>
                    <a:pt x="751" y="262"/>
                    <a:pt x="751" y="167"/>
                  </a:cubicBezTo>
                  <a:cubicBezTo>
                    <a:pt x="751" y="84"/>
                    <a:pt x="679" y="0"/>
                    <a:pt x="59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876;p62">
              <a:extLst>
                <a:ext uri="{FF2B5EF4-FFF2-40B4-BE49-F238E27FC236}">
                  <a16:creationId xmlns:a16="http://schemas.microsoft.com/office/drawing/2014/main" id="{2472C89D-B640-07A9-4356-A5C096F88E73}"/>
                </a:ext>
              </a:extLst>
            </p:cNvPr>
            <p:cNvSpPr/>
            <p:nvPr/>
          </p:nvSpPr>
          <p:spPr>
            <a:xfrm>
              <a:off x="1525604" y="3908806"/>
              <a:ext cx="123305" cy="33152"/>
            </a:xfrm>
            <a:custGeom>
              <a:avLst/>
              <a:gdLst/>
              <a:ahLst/>
              <a:cxnLst/>
              <a:rect l="l" t="t" r="r" b="b"/>
              <a:pathLst>
                <a:path w="3883" h="1044" extrusionOk="0">
                  <a:moveTo>
                    <a:pt x="3714" y="0"/>
                  </a:moveTo>
                  <a:cubicBezTo>
                    <a:pt x="3669" y="0"/>
                    <a:pt x="3622" y="18"/>
                    <a:pt x="3585" y="55"/>
                  </a:cubicBezTo>
                  <a:cubicBezTo>
                    <a:pt x="3215" y="460"/>
                    <a:pt x="2596" y="710"/>
                    <a:pt x="1953" y="710"/>
                  </a:cubicBezTo>
                  <a:cubicBezTo>
                    <a:pt x="1299" y="710"/>
                    <a:pt x="679" y="472"/>
                    <a:pt x="310" y="55"/>
                  </a:cubicBezTo>
                  <a:cubicBezTo>
                    <a:pt x="278" y="23"/>
                    <a:pt x="231" y="4"/>
                    <a:pt x="183" y="4"/>
                  </a:cubicBezTo>
                  <a:cubicBezTo>
                    <a:pt x="144" y="4"/>
                    <a:pt x="104" y="17"/>
                    <a:pt x="72" y="43"/>
                  </a:cubicBezTo>
                  <a:cubicBezTo>
                    <a:pt x="13" y="103"/>
                    <a:pt x="1" y="210"/>
                    <a:pt x="60" y="282"/>
                  </a:cubicBezTo>
                  <a:cubicBezTo>
                    <a:pt x="489" y="758"/>
                    <a:pt x="1191" y="1044"/>
                    <a:pt x="1930" y="1044"/>
                  </a:cubicBezTo>
                  <a:cubicBezTo>
                    <a:pt x="2680" y="1044"/>
                    <a:pt x="3370" y="758"/>
                    <a:pt x="3811" y="282"/>
                  </a:cubicBezTo>
                  <a:cubicBezTo>
                    <a:pt x="3882" y="210"/>
                    <a:pt x="3882" y="103"/>
                    <a:pt x="3823" y="43"/>
                  </a:cubicBezTo>
                  <a:cubicBezTo>
                    <a:pt x="3794" y="15"/>
                    <a:pt x="3755" y="0"/>
                    <a:pt x="371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877;p62">
              <a:extLst>
                <a:ext uri="{FF2B5EF4-FFF2-40B4-BE49-F238E27FC236}">
                  <a16:creationId xmlns:a16="http://schemas.microsoft.com/office/drawing/2014/main" id="{23BBA9E2-9F07-5E5A-2AC5-4AC38B68BBFA}"/>
                </a:ext>
              </a:extLst>
            </p:cNvPr>
            <p:cNvSpPr/>
            <p:nvPr/>
          </p:nvSpPr>
          <p:spPr>
            <a:xfrm>
              <a:off x="1408777" y="3680964"/>
              <a:ext cx="298338" cy="296528"/>
            </a:xfrm>
            <a:custGeom>
              <a:avLst/>
              <a:gdLst/>
              <a:ahLst/>
              <a:cxnLst/>
              <a:rect l="l" t="t" r="r" b="b"/>
              <a:pathLst>
                <a:path w="9395" h="9338" extrusionOk="0">
                  <a:moveTo>
                    <a:pt x="5655" y="0"/>
                  </a:moveTo>
                  <a:cubicBezTo>
                    <a:pt x="5592" y="0"/>
                    <a:pt x="5529" y="1"/>
                    <a:pt x="5466" y="3"/>
                  </a:cubicBezTo>
                  <a:cubicBezTo>
                    <a:pt x="4037" y="51"/>
                    <a:pt x="2692" y="622"/>
                    <a:pt x="1680" y="1634"/>
                  </a:cubicBezTo>
                  <a:cubicBezTo>
                    <a:pt x="667" y="2646"/>
                    <a:pt x="96" y="3992"/>
                    <a:pt x="48" y="5421"/>
                  </a:cubicBezTo>
                  <a:cubicBezTo>
                    <a:pt x="1" y="6849"/>
                    <a:pt x="489" y="8219"/>
                    <a:pt x="1429" y="9278"/>
                  </a:cubicBezTo>
                  <a:cubicBezTo>
                    <a:pt x="1465" y="9302"/>
                    <a:pt x="1501" y="9338"/>
                    <a:pt x="1549" y="9338"/>
                  </a:cubicBezTo>
                  <a:cubicBezTo>
                    <a:pt x="1596" y="9338"/>
                    <a:pt x="1620" y="9314"/>
                    <a:pt x="1656" y="9290"/>
                  </a:cubicBezTo>
                  <a:cubicBezTo>
                    <a:pt x="1727" y="9231"/>
                    <a:pt x="1727" y="9123"/>
                    <a:pt x="1668" y="9052"/>
                  </a:cubicBezTo>
                  <a:cubicBezTo>
                    <a:pt x="787" y="8052"/>
                    <a:pt x="310" y="6754"/>
                    <a:pt x="358" y="5421"/>
                  </a:cubicBezTo>
                  <a:cubicBezTo>
                    <a:pt x="406" y="4075"/>
                    <a:pt x="941" y="2813"/>
                    <a:pt x="1894" y="1861"/>
                  </a:cubicBezTo>
                  <a:cubicBezTo>
                    <a:pt x="2846" y="908"/>
                    <a:pt x="4108" y="360"/>
                    <a:pt x="5454" y="325"/>
                  </a:cubicBezTo>
                  <a:cubicBezTo>
                    <a:pt x="5500" y="323"/>
                    <a:pt x="5547" y="323"/>
                    <a:pt x="5594" y="323"/>
                  </a:cubicBezTo>
                  <a:cubicBezTo>
                    <a:pt x="6878" y="323"/>
                    <a:pt x="8120" y="796"/>
                    <a:pt x="9085" y="1634"/>
                  </a:cubicBezTo>
                  <a:cubicBezTo>
                    <a:pt x="9119" y="1663"/>
                    <a:pt x="9162" y="1678"/>
                    <a:pt x="9203" y="1678"/>
                  </a:cubicBezTo>
                  <a:cubicBezTo>
                    <a:pt x="9248" y="1678"/>
                    <a:pt x="9292" y="1660"/>
                    <a:pt x="9323" y="1623"/>
                  </a:cubicBezTo>
                  <a:cubicBezTo>
                    <a:pt x="9395" y="1551"/>
                    <a:pt x="9395" y="1444"/>
                    <a:pt x="9323" y="1384"/>
                  </a:cubicBezTo>
                  <a:cubicBezTo>
                    <a:pt x="8300" y="486"/>
                    <a:pt x="7004" y="0"/>
                    <a:pt x="565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878;p62">
              <a:extLst>
                <a:ext uri="{FF2B5EF4-FFF2-40B4-BE49-F238E27FC236}">
                  <a16:creationId xmlns:a16="http://schemas.microsoft.com/office/drawing/2014/main" id="{8DA938F6-2666-39AE-9EED-A9AB261E7520}"/>
                </a:ext>
              </a:extLst>
            </p:cNvPr>
            <p:cNvSpPr/>
            <p:nvPr/>
          </p:nvSpPr>
          <p:spPr>
            <a:xfrm>
              <a:off x="1468508" y="3739075"/>
              <a:ext cx="297989" cy="297036"/>
            </a:xfrm>
            <a:custGeom>
              <a:avLst/>
              <a:gdLst/>
              <a:ahLst/>
              <a:cxnLst/>
              <a:rect l="l" t="t" r="r" b="b"/>
              <a:pathLst>
                <a:path w="9384" h="9354" extrusionOk="0">
                  <a:moveTo>
                    <a:pt x="7834" y="1"/>
                  </a:moveTo>
                  <a:cubicBezTo>
                    <a:pt x="7795" y="1"/>
                    <a:pt x="7754" y="15"/>
                    <a:pt x="7716" y="43"/>
                  </a:cubicBezTo>
                  <a:cubicBezTo>
                    <a:pt x="7645" y="102"/>
                    <a:pt x="7645" y="209"/>
                    <a:pt x="7704" y="281"/>
                  </a:cubicBezTo>
                  <a:cubicBezTo>
                    <a:pt x="8585" y="1281"/>
                    <a:pt x="9062" y="2579"/>
                    <a:pt x="9014" y="3912"/>
                  </a:cubicBezTo>
                  <a:cubicBezTo>
                    <a:pt x="8966" y="5257"/>
                    <a:pt x="8431" y="6520"/>
                    <a:pt x="7478" y="7472"/>
                  </a:cubicBezTo>
                  <a:cubicBezTo>
                    <a:pt x="6526" y="8425"/>
                    <a:pt x="5263" y="8972"/>
                    <a:pt x="3918" y="9008"/>
                  </a:cubicBezTo>
                  <a:cubicBezTo>
                    <a:pt x="3870" y="9009"/>
                    <a:pt x="3823" y="9010"/>
                    <a:pt x="3775" y="9010"/>
                  </a:cubicBezTo>
                  <a:cubicBezTo>
                    <a:pt x="2492" y="9010"/>
                    <a:pt x="1251" y="8548"/>
                    <a:pt x="299" y="7698"/>
                  </a:cubicBezTo>
                  <a:cubicBezTo>
                    <a:pt x="259" y="7670"/>
                    <a:pt x="216" y="7655"/>
                    <a:pt x="175" y="7655"/>
                  </a:cubicBezTo>
                  <a:cubicBezTo>
                    <a:pt x="130" y="7655"/>
                    <a:pt x="86" y="7673"/>
                    <a:pt x="49" y="7710"/>
                  </a:cubicBezTo>
                  <a:cubicBezTo>
                    <a:pt x="1" y="7782"/>
                    <a:pt x="1" y="7889"/>
                    <a:pt x="72" y="7948"/>
                  </a:cubicBezTo>
                  <a:cubicBezTo>
                    <a:pt x="1096" y="8853"/>
                    <a:pt x="2394" y="9353"/>
                    <a:pt x="3763" y="9353"/>
                  </a:cubicBezTo>
                  <a:lnTo>
                    <a:pt x="3930" y="9353"/>
                  </a:lnTo>
                  <a:cubicBezTo>
                    <a:pt x="5359" y="9306"/>
                    <a:pt x="6692" y="8722"/>
                    <a:pt x="7704" y="7710"/>
                  </a:cubicBezTo>
                  <a:cubicBezTo>
                    <a:pt x="8716" y="6698"/>
                    <a:pt x="9300" y="5365"/>
                    <a:pt x="9347" y="3936"/>
                  </a:cubicBezTo>
                  <a:cubicBezTo>
                    <a:pt x="9383" y="2507"/>
                    <a:pt x="8895" y="1126"/>
                    <a:pt x="7954" y="66"/>
                  </a:cubicBezTo>
                  <a:cubicBezTo>
                    <a:pt x="7922" y="21"/>
                    <a:pt x="7879" y="1"/>
                    <a:pt x="783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9879;p62">
            <a:extLst>
              <a:ext uri="{FF2B5EF4-FFF2-40B4-BE49-F238E27FC236}">
                <a16:creationId xmlns:a16="http://schemas.microsoft.com/office/drawing/2014/main" id="{EFBEEFFD-4FDC-C1A6-4121-FCF5E7E60181}"/>
              </a:ext>
            </a:extLst>
          </p:cNvPr>
          <p:cNvGrpSpPr/>
          <p:nvPr/>
        </p:nvGrpSpPr>
        <p:grpSpPr>
          <a:xfrm>
            <a:off x="8424000" y="3910529"/>
            <a:ext cx="357720" cy="355148"/>
            <a:chOff x="1952836" y="3680964"/>
            <a:chExt cx="357720" cy="355148"/>
          </a:xfrm>
        </p:grpSpPr>
        <p:sp>
          <p:nvSpPr>
            <p:cNvPr id="23" name="Google Shape;9880;p62">
              <a:extLst>
                <a:ext uri="{FF2B5EF4-FFF2-40B4-BE49-F238E27FC236}">
                  <a16:creationId xmlns:a16="http://schemas.microsoft.com/office/drawing/2014/main" id="{A40A2A7F-5C23-0336-DB91-3D19D9C0C6B3}"/>
                </a:ext>
              </a:extLst>
            </p:cNvPr>
            <p:cNvSpPr/>
            <p:nvPr/>
          </p:nvSpPr>
          <p:spPr>
            <a:xfrm>
              <a:off x="2054166" y="3814144"/>
              <a:ext cx="38233" cy="49188"/>
            </a:xfrm>
            <a:custGeom>
              <a:avLst/>
              <a:gdLst/>
              <a:ahLst/>
              <a:cxnLst/>
              <a:rect l="l" t="t" r="r" b="b"/>
              <a:pathLst>
                <a:path w="1204" h="1549" extrusionOk="0">
                  <a:moveTo>
                    <a:pt x="596" y="0"/>
                  </a:moveTo>
                  <a:cubicBezTo>
                    <a:pt x="275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75" y="1548"/>
                    <a:pt x="596" y="1548"/>
                  </a:cubicBezTo>
                  <a:cubicBezTo>
                    <a:pt x="929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203" y="596"/>
                    <a:pt x="1120" y="524"/>
                    <a:pt x="1037" y="524"/>
                  </a:cubicBezTo>
                  <a:cubicBezTo>
                    <a:pt x="941" y="524"/>
                    <a:pt x="870" y="596"/>
                    <a:pt x="870" y="691"/>
                  </a:cubicBezTo>
                  <a:lnTo>
                    <a:pt x="870" y="953"/>
                  </a:lnTo>
                  <a:cubicBezTo>
                    <a:pt x="870" y="1108"/>
                    <a:pt x="751" y="1227"/>
                    <a:pt x="596" y="1227"/>
                  </a:cubicBezTo>
                  <a:cubicBezTo>
                    <a:pt x="453" y="1227"/>
                    <a:pt x="334" y="1108"/>
                    <a:pt x="334" y="953"/>
                  </a:cubicBezTo>
                  <a:lnTo>
                    <a:pt x="334" y="596"/>
                  </a:lnTo>
                  <a:cubicBezTo>
                    <a:pt x="334" y="453"/>
                    <a:pt x="453" y="334"/>
                    <a:pt x="596" y="334"/>
                  </a:cubicBezTo>
                  <a:cubicBezTo>
                    <a:pt x="691" y="334"/>
                    <a:pt x="763" y="262"/>
                    <a:pt x="763" y="167"/>
                  </a:cubicBezTo>
                  <a:cubicBezTo>
                    <a:pt x="763" y="84"/>
                    <a:pt x="691" y="0"/>
                    <a:pt x="59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881;p62">
              <a:extLst>
                <a:ext uri="{FF2B5EF4-FFF2-40B4-BE49-F238E27FC236}">
                  <a16:creationId xmlns:a16="http://schemas.microsoft.com/office/drawing/2014/main" id="{E8B4A27E-2B26-B8C7-2610-F5C1BFEA709E}"/>
                </a:ext>
              </a:extLst>
            </p:cNvPr>
            <p:cNvSpPr/>
            <p:nvPr/>
          </p:nvSpPr>
          <p:spPr>
            <a:xfrm>
              <a:off x="2170992" y="3814144"/>
              <a:ext cx="37852" cy="49188"/>
            </a:xfrm>
            <a:custGeom>
              <a:avLst/>
              <a:gdLst/>
              <a:ahLst/>
              <a:cxnLst/>
              <a:rect l="l" t="t" r="r" b="b"/>
              <a:pathLst>
                <a:path w="1192" h="1549" extrusionOk="0">
                  <a:moveTo>
                    <a:pt x="596" y="0"/>
                  </a:moveTo>
                  <a:cubicBezTo>
                    <a:pt x="275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75" y="1548"/>
                    <a:pt x="596" y="1548"/>
                  </a:cubicBezTo>
                  <a:cubicBezTo>
                    <a:pt x="929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191" y="596"/>
                    <a:pt x="1120" y="524"/>
                    <a:pt x="1037" y="524"/>
                  </a:cubicBezTo>
                  <a:cubicBezTo>
                    <a:pt x="941" y="524"/>
                    <a:pt x="870" y="596"/>
                    <a:pt x="870" y="691"/>
                  </a:cubicBezTo>
                  <a:lnTo>
                    <a:pt x="870" y="953"/>
                  </a:lnTo>
                  <a:cubicBezTo>
                    <a:pt x="870" y="1108"/>
                    <a:pt x="751" y="1227"/>
                    <a:pt x="596" y="1227"/>
                  </a:cubicBezTo>
                  <a:cubicBezTo>
                    <a:pt x="453" y="1227"/>
                    <a:pt x="334" y="1108"/>
                    <a:pt x="334" y="953"/>
                  </a:cubicBezTo>
                  <a:lnTo>
                    <a:pt x="334" y="596"/>
                  </a:lnTo>
                  <a:cubicBezTo>
                    <a:pt x="334" y="453"/>
                    <a:pt x="453" y="334"/>
                    <a:pt x="596" y="334"/>
                  </a:cubicBezTo>
                  <a:cubicBezTo>
                    <a:pt x="691" y="334"/>
                    <a:pt x="763" y="262"/>
                    <a:pt x="763" y="167"/>
                  </a:cubicBezTo>
                  <a:cubicBezTo>
                    <a:pt x="763" y="84"/>
                    <a:pt x="691" y="0"/>
                    <a:pt x="59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9882;p62">
              <a:extLst>
                <a:ext uri="{FF2B5EF4-FFF2-40B4-BE49-F238E27FC236}">
                  <a16:creationId xmlns:a16="http://schemas.microsoft.com/office/drawing/2014/main" id="{91BC8765-9EFE-BC4B-F46C-96FDC2016824}"/>
                </a:ext>
              </a:extLst>
            </p:cNvPr>
            <p:cNvSpPr/>
            <p:nvPr/>
          </p:nvSpPr>
          <p:spPr>
            <a:xfrm>
              <a:off x="2070043" y="3908647"/>
              <a:ext cx="122924" cy="33311"/>
            </a:xfrm>
            <a:custGeom>
              <a:avLst/>
              <a:gdLst/>
              <a:ahLst/>
              <a:cxnLst/>
              <a:rect l="l" t="t" r="r" b="b"/>
              <a:pathLst>
                <a:path w="3871" h="1049" extrusionOk="0">
                  <a:moveTo>
                    <a:pt x="1930" y="1"/>
                  </a:moveTo>
                  <a:cubicBezTo>
                    <a:pt x="1191" y="1"/>
                    <a:pt x="489" y="287"/>
                    <a:pt x="60" y="763"/>
                  </a:cubicBezTo>
                  <a:cubicBezTo>
                    <a:pt x="1" y="822"/>
                    <a:pt x="1" y="930"/>
                    <a:pt x="72" y="1001"/>
                  </a:cubicBezTo>
                  <a:cubicBezTo>
                    <a:pt x="101" y="1029"/>
                    <a:pt x="140" y="1044"/>
                    <a:pt x="181" y="1044"/>
                  </a:cubicBezTo>
                  <a:cubicBezTo>
                    <a:pt x="226" y="1044"/>
                    <a:pt x="273" y="1026"/>
                    <a:pt x="310" y="989"/>
                  </a:cubicBezTo>
                  <a:cubicBezTo>
                    <a:pt x="679" y="584"/>
                    <a:pt x="1299" y="334"/>
                    <a:pt x="1953" y="334"/>
                  </a:cubicBezTo>
                  <a:cubicBezTo>
                    <a:pt x="2596" y="334"/>
                    <a:pt x="3215" y="572"/>
                    <a:pt x="3585" y="989"/>
                  </a:cubicBezTo>
                  <a:cubicBezTo>
                    <a:pt x="3620" y="1013"/>
                    <a:pt x="3656" y="1049"/>
                    <a:pt x="3704" y="1049"/>
                  </a:cubicBezTo>
                  <a:cubicBezTo>
                    <a:pt x="3751" y="1049"/>
                    <a:pt x="3775" y="1037"/>
                    <a:pt x="3811" y="1001"/>
                  </a:cubicBezTo>
                  <a:cubicBezTo>
                    <a:pt x="3870" y="930"/>
                    <a:pt x="3870" y="822"/>
                    <a:pt x="3811" y="763"/>
                  </a:cubicBezTo>
                  <a:cubicBezTo>
                    <a:pt x="3382" y="287"/>
                    <a:pt x="2680" y="1"/>
                    <a:pt x="193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883;p62">
              <a:extLst>
                <a:ext uri="{FF2B5EF4-FFF2-40B4-BE49-F238E27FC236}">
                  <a16:creationId xmlns:a16="http://schemas.microsoft.com/office/drawing/2014/main" id="{6A386E8C-2E08-0164-7951-01B056EDD2E2}"/>
                </a:ext>
              </a:extLst>
            </p:cNvPr>
            <p:cNvSpPr/>
            <p:nvPr/>
          </p:nvSpPr>
          <p:spPr>
            <a:xfrm>
              <a:off x="1952836" y="3680964"/>
              <a:ext cx="298338" cy="296528"/>
            </a:xfrm>
            <a:custGeom>
              <a:avLst/>
              <a:gdLst/>
              <a:ahLst/>
              <a:cxnLst/>
              <a:rect l="l" t="t" r="r" b="b"/>
              <a:pathLst>
                <a:path w="9395" h="9338" extrusionOk="0">
                  <a:moveTo>
                    <a:pt x="5654" y="0"/>
                  </a:moveTo>
                  <a:cubicBezTo>
                    <a:pt x="5591" y="0"/>
                    <a:pt x="5528" y="1"/>
                    <a:pt x="5466" y="3"/>
                  </a:cubicBezTo>
                  <a:cubicBezTo>
                    <a:pt x="4037" y="51"/>
                    <a:pt x="2692" y="622"/>
                    <a:pt x="1680" y="1634"/>
                  </a:cubicBezTo>
                  <a:cubicBezTo>
                    <a:pt x="668" y="2646"/>
                    <a:pt x="84" y="3992"/>
                    <a:pt x="48" y="5421"/>
                  </a:cubicBezTo>
                  <a:cubicBezTo>
                    <a:pt x="1" y="6849"/>
                    <a:pt x="489" y="8219"/>
                    <a:pt x="1430" y="9278"/>
                  </a:cubicBezTo>
                  <a:cubicBezTo>
                    <a:pt x="1453" y="9302"/>
                    <a:pt x="1501" y="9338"/>
                    <a:pt x="1549" y="9338"/>
                  </a:cubicBezTo>
                  <a:cubicBezTo>
                    <a:pt x="1596" y="9338"/>
                    <a:pt x="1620" y="9314"/>
                    <a:pt x="1656" y="9290"/>
                  </a:cubicBezTo>
                  <a:cubicBezTo>
                    <a:pt x="1727" y="9231"/>
                    <a:pt x="1727" y="9123"/>
                    <a:pt x="1668" y="9052"/>
                  </a:cubicBezTo>
                  <a:cubicBezTo>
                    <a:pt x="787" y="8052"/>
                    <a:pt x="310" y="6754"/>
                    <a:pt x="358" y="5421"/>
                  </a:cubicBezTo>
                  <a:cubicBezTo>
                    <a:pt x="406" y="4075"/>
                    <a:pt x="941" y="2813"/>
                    <a:pt x="1894" y="1861"/>
                  </a:cubicBezTo>
                  <a:cubicBezTo>
                    <a:pt x="2846" y="908"/>
                    <a:pt x="4108" y="360"/>
                    <a:pt x="5442" y="325"/>
                  </a:cubicBezTo>
                  <a:cubicBezTo>
                    <a:pt x="5489" y="323"/>
                    <a:pt x="5536" y="323"/>
                    <a:pt x="5583" y="323"/>
                  </a:cubicBezTo>
                  <a:cubicBezTo>
                    <a:pt x="6878" y="323"/>
                    <a:pt x="8120" y="796"/>
                    <a:pt x="9073" y="1634"/>
                  </a:cubicBezTo>
                  <a:cubicBezTo>
                    <a:pt x="9113" y="1663"/>
                    <a:pt x="9156" y="1678"/>
                    <a:pt x="9196" y="1678"/>
                  </a:cubicBezTo>
                  <a:cubicBezTo>
                    <a:pt x="9239" y="1678"/>
                    <a:pt x="9280" y="1660"/>
                    <a:pt x="9312" y="1623"/>
                  </a:cubicBezTo>
                  <a:cubicBezTo>
                    <a:pt x="9395" y="1551"/>
                    <a:pt x="9395" y="1444"/>
                    <a:pt x="9312" y="1384"/>
                  </a:cubicBezTo>
                  <a:cubicBezTo>
                    <a:pt x="8288" y="486"/>
                    <a:pt x="6992" y="0"/>
                    <a:pt x="565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884;p62">
              <a:extLst>
                <a:ext uri="{FF2B5EF4-FFF2-40B4-BE49-F238E27FC236}">
                  <a16:creationId xmlns:a16="http://schemas.microsoft.com/office/drawing/2014/main" id="{4401CDD5-28D3-90C2-D005-9C96F2E961DD}"/>
                </a:ext>
              </a:extLst>
            </p:cNvPr>
            <p:cNvSpPr/>
            <p:nvPr/>
          </p:nvSpPr>
          <p:spPr>
            <a:xfrm>
              <a:off x="2012217" y="3739075"/>
              <a:ext cx="298338" cy="297036"/>
            </a:xfrm>
            <a:custGeom>
              <a:avLst/>
              <a:gdLst/>
              <a:ahLst/>
              <a:cxnLst/>
              <a:rect l="l" t="t" r="r" b="b"/>
              <a:pathLst>
                <a:path w="9395" h="9354" extrusionOk="0">
                  <a:moveTo>
                    <a:pt x="7840" y="1"/>
                  </a:moveTo>
                  <a:cubicBezTo>
                    <a:pt x="7800" y="1"/>
                    <a:pt x="7760" y="15"/>
                    <a:pt x="7727" y="43"/>
                  </a:cubicBezTo>
                  <a:cubicBezTo>
                    <a:pt x="7656" y="102"/>
                    <a:pt x="7656" y="209"/>
                    <a:pt x="7715" y="281"/>
                  </a:cubicBezTo>
                  <a:cubicBezTo>
                    <a:pt x="8585" y="1281"/>
                    <a:pt x="9073" y="2579"/>
                    <a:pt x="9025" y="3912"/>
                  </a:cubicBezTo>
                  <a:cubicBezTo>
                    <a:pt x="8977" y="5257"/>
                    <a:pt x="8442" y="6520"/>
                    <a:pt x="7489" y="7472"/>
                  </a:cubicBezTo>
                  <a:cubicBezTo>
                    <a:pt x="6537" y="8425"/>
                    <a:pt x="5275" y="8972"/>
                    <a:pt x="3929" y="9008"/>
                  </a:cubicBezTo>
                  <a:cubicBezTo>
                    <a:pt x="3881" y="9009"/>
                    <a:pt x="3834" y="9010"/>
                    <a:pt x="3786" y="9010"/>
                  </a:cubicBezTo>
                  <a:cubicBezTo>
                    <a:pt x="2503" y="9010"/>
                    <a:pt x="1262" y="8548"/>
                    <a:pt x="298" y="7698"/>
                  </a:cubicBezTo>
                  <a:cubicBezTo>
                    <a:pt x="264" y="7670"/>
                    <a:pt x="221" y="7655"/>
                    <a:pt x="180" y="7655"/>
                  </a:cubicBezTo>
                  <a:cubicBezTo>
                    <a:pt x="135" y="7655"/>
                    <a:pt x="91" y="7673"/>
                    <a:pt x="60" y="7710"/>
                  </a:cubicBezTo>
                  <a:cubicBezTo>
                    <a:pt x="0" y="7782"/>
                    <a:pt x="0" y="7889"/>
                    <a:pt x="83" y="7948"/>
                  </a:cubicBezTo>
                  <a:cubicBezTo>
                    <a:pt x="1107" y="8853"/>
                    <a:pt x="2405" y="9353"/>
                    <a:pt x="3774" y="9353"/>
                  </a:cubicBezTo>
                  <a:lnTo>
                    <a:pt x="3929" y="9353"/>
                  </a:lnTo>
                  <a:cubicBezTo>
                    <a:pt x="5358" y="9306"/>
                    <a:pt x="6703" y="8722"/>
                    <a:pt x="7715" y="7710"/>
                  </a:cubicBezTo>
                  <a:cubicBezTo>
                    <a:pt x="8727" y="6698"/>
                    <a:pt x="9311" y="5365"/>
                    <a:pt x="9347" y="3936"/>
                  </a:cubicBezTo>
                  <a:cubicBezTo>
                    <a:pt x="9394" y="2507"/>
                    <a:pt x="8906" y="1126"/>
                    <a:pt x="7965" y="66"/>
                  </a:cubicBezTo>
                  <a:cubicBezTo>
                    <a:pt x="7933" y="21"/>
                    <a:pt x="7887" y="1"/>
                    <a:pt x="784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9424;p61">
            <a:extLst>
              <a:ext uri="{FF2B5EF4-FFF2-40B4-BE49-F238E27FC236}">
                <a16:creationId xmlns:a16="http://schemas.microsoft.com/office/drawing/2014/main" id="{7A332CF1-2F41-FF54-A179-CEC2D04142C6}"/>
              </a:ext>
            </a:extLst>
          </p:cNvPr>
          <p:cNvGrpSpPr/>
          <p:nvPr/>
        </p:nvGrpSpPr>
        <p:grpSpPr>
          <a:xfrm>
            <a:off x="469027" y="4618995"/>
            <a:ext cx="1369531" cy="195460"/>
            <a:chOff x="723300" y="4253549"/>
            <a:chExt cx="2276482" cy="324900"/>
          </a:xfrm>
        </p:grpSpPr>
        <p:sp>
          <p:nvSpPr>
            <p:cNvPr id="29" name="Google Shape;9425;p61">
              <a:extLst>
                <a:ext uri="{FF2B5EF4-FFF2-40B4-BE49-F238E27FC236}">
                  <a16:creationId xmlns:a16="http://schemas.microsoft.com/office/drawing/2014/main" id="{2F5834F1-E5A1-2582-AB9D-53D75E128B5F}"/>
                </a:ext>
              </a:extLst>
            </p:cNvPr>
            <p:cNvSpPr/>
            <p:nvPr/>
          </p:nvSpPr>
          <p:spPr>
            <a:xfrm>
              <a:off x="723300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426;p61">
              <a:extLst>
                <a:ext uri="{FF2B5EF4-FFF2-40B4-BE49-F238E27FC236}">
                  <a16:creationId xmlns:a16="http://schemas.microsoft.com/office/drawing/2014/main" id="{A25245F1-0D42-CF46-8C8A-68A9B9F9C354}"/>
                </a:ext>
              </a:extLst>
            </p:cNvPr>
            <p:cNvSpPr/>
            <p:nvPr/>
          </p:nvSpPr>
          <p:spPr>
            <a:xfrm>
              <a:off x="1206995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427;p61">
              <a:extLst>
                <a:ext uri="{FF2B5EF4-FFF2-40B4-BE49-F238E27FC236}">
                  <a16:creationId xmlns:a16="http://schemas.microsoft.com/office/drawing/2014/main" id="{6335AEC2-50E5-527D-E9C4-8B6554F327A6}"/>
                </a:ext>
              </a:extLst>
            </p:cNvPr>
            <p:cNvSpPr/>
            <p:nvPr/>
          </p:nvSpPr>
          <p:spPr>
            <a:xfrm>
              <a:off x="1690691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428;p61">
              <a:extLst>
                <a:ext uri="{FF2B5EF4-FFF2-40B4-BE49-F238E27FC236}">
                  <a16:creationId xmlns:a16="http://schemas.microsoft.com/office/drawing/2014/main" id="{5FD92768-1AB9-32F8-86F6-55A8844CA5EE}"/>
                </a:ext>
              </a:extLst>
            </p:cNvPr>
            <p:cNvSpPr/>
            <p:nvPr/>
          </p:nvSpPr>
          <p:spPr>
            <a:xfrm>
              <a:off x="2174386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429;p61">
              <a:extLst>
                <a:ext uri="{FF2B5EF4-FFF2-40B4-BE49-F238E27FC236}">
                  <a16:creationId xmlns:a16="http://schemas.microsoft.com/office/drawing/2014/main" id="{9DAA0CCE-3699-4CFB-F998-4A467AD59D01}"/>
                </a:ext>
              </a:extLst>
            </p:cNvPr>
            <p:cNvSpPr/>
            <p:nvPr/>
          </p:nvSpPr>
          <p:spPr>
            <a:xfrm>
              <a:off x="2658082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43538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A268E5-5E94-FF5C-18D0-23E6DDAB4E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42164" y="1110006"/>
            <a:ext cx="4659671" cy="3489060"/>
          </a:xfrm>
          <a:prstGeom prst="rect">
            <a:avLst/>
          </a:prstGeom>
        </p:spPr>
      </p:pic>
      <p:sp>
        <p:nvSpPr>
          <p:cNvPr id="5" name="Google Shape;724;p30">
            <a:extLst>
              <a:ext uri="{FF2B5EF4-FFF2-40B4-BE49-F238E27FC236}">
                <a16:creationId xmlns:a16="http://schemas.microsoft.com/office/drawing/2014/main" id="{CA19082B-FA9D-836D-1B2B-BC5F928325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7704000" cy="6032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 dirty="0"/>
              <a:t>Data Distribution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3303338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Model Architecture And Training </a:t>
            </a:r>
            <a:endParaRPr lang="es-419" dirty="0"/>
          </a:p>
        </p:txBody>
      </p:sp>
      <p:sp>
        <p:nvSpPr>
          <p:cNvPr id="853" name="Google Shape;853;p34"/>
          <p:cNvSpPr txBox="1">
            <a:spLocks noGrp="1"/>
          </p:cNvSpPr>
          <p:nvPr>
            <p:ph type="subTitle" idx="3"/>
          </p:nvPr>
        </p:nvSpPr>
        <p:spPr>
          <a:xfrm>
            <a:off x="1290775" y="2477325"/>
            <a:ext cx="2907600" cy="17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400" b="1" dirty="0"/>
              <a:t>Layers</a:t>
            </a:r>
            <a:r>
              <a:rPr lang="en-CA" sz="1400" dirty="0"/>
              <a:t>: Embedding, LSTM, Fully Connected, </a:t>
            </a:r>
            <a:r>
              <a:rPr lang="en-CA" sz="1400" dirty="0" err="1"/>
              <a:t>Softmax</a:t>
            </a:r>
            <a:r>
              <a:rPr lang="en-CA" sz="140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CA" sz="1400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400" b="1" dirty="0"/>
              <a:t>Purpose</a:t>
            </a:r>
            <a:r>
              <a:rPr lang="en-CA" sz="1400" dirty="0"/>
              <a:t>: Captures sequential dependencies in text data.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CA" sz="1400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400" b="1" dirty="0"/>
              <a:t>Training</a:t>
            </a:r>
            <a:r>
              <a:rPr lang="en-CA" sz="1400" dirty="0"/>
              <a:t>: Adam optimizer, Cross-Entropy Loss. </a:t>
            </a:r>
            <a:endParaRPr sz="1400" dirty="0"/>
          </a:p>
        </p:txBody>
      </p:sp>
      <p:sp>
        <p:nvSpPr>
          <p:cNvPr id="854" name="Google Shape;854;p34"/>
          <p:cNvSpPr txBox="1">
            <a:spLocks noGrp="1"/>
          </p:cNvSpPr>
          <p:nvPr>
            <p:ph type="subTitle" idx="1"/>
          </p:nvPr>
        </p:nvSpPr>
        <p:spPr>
          <a:xfrm>
            <a:off x="1290775" y="2098125"/>
            <a:ext cx="2907600" cy="37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LSTM</a:t>
            </a:r>
            <a:endParaRPr dirty="0"/>
          </a:p>
        </p:txBody>
      </p:sp>
      <p:sp>
        <p:nvSpPr>
          <p:cNvPr id="855" name="Google Shape;855;p34"/>
          <p:cNvSpPr txBox="1">
            <a:spLocks noGrp="1"/>
          </p:cNvSpPr>
          <p:nvPr>
            <p:ph type="subTitle" idx="2"/>
          </p:nvPr>
        </p:nvSpPr>
        <p:spPr>
          <a:xfrm>
            <a:off x="4945650" y="2098125"/>
            <a:ext cx="2907600" cy="37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DistilBERT</a:t>
            </a:r>
            <a:endParaRPr dirty="0"/>
          </a:p>
        </p:txBody>
      </p:sp>
      <p:sp>
        <p:nvSpPr>
          <p:cNvPr id="856" name="Google Shape;856;p34"/>
          <p:cNvSpPr txBox="1">
            <a:spLocks noGrp="1"/>
          </p:cNvSpPr>
          <p:nvPr>
            <p:ph type="subTitle" idx="4"/>
          </p:nvPr>
        </p:nvSpPr>
        <p:spPr>
          <a:xfrm>
            <a:off x="4945650" y="2477324"/>
            <a:ext cx="3936458" cy="19178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400" b="1" dirty="0"/>
              <a:t>Layers</a:t>
            </a:r>
            <a:r>
              <a:rPr lang="en-CA" sz="1400" dirty="0"/>
              <a:t>: Pretrained Transformer, Fully Connected, </a:t>
            </a:r>
            <a:r>
              <a:rPr lang="en-CA" sz="1400" dirty="0" err="1"/>
              <a:t>Softmax</a:t>
            </a:r>
            <a:r>
              <a:rPr lang="en-CA" sz="1400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CA" sz="1400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400" b="1" dirty="0"/>
              <a:t>Purpose</a:t>
            </a:r>
            <a:r>
              <a:rPr lang="en-CA" sz="1400" dirty="0"/>
              <a:t>: Captures contextual meaning with a lightweight Transformer model.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CA" sz="14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CA" sz="1400" b="1" dirty="0"/>
              <a:t>Training</a:t>
            </a:r>
            <a:r>
              <a:rPr lang="en-CA" sz="1400" dirty="0"/>
              <a:t>: Fine-tuning with </a:t>
            </a:r>
            <a:r>
              <a:rPr lang="en-CA" sz="1400" dirty="0" err="1"/>
              <a:t>AdamW</a:t>
            </a:r>
            <a:r>
              <a:rPr lang="en-CA" sz="1400" dirty="0"/>
              <a:t>, Cross-Entropy Loss.</a:t>
            </a:r>
            <a:endParaRPr sz="1400" dirty="0"/>
          </a:p>
        </p:txBody>
      </p:sp>
      <p:grpSp>
        <p:nvGrpSpPr>
          <p:cNvPr id="857" name="Google Shape;857;p34"/>
          <p:cNvGrpSpPr/>
          <p:nvPr/>
        </p:nvGrpSpPr>
        <p:grpSpPr>
          <a:xfrm>
            <a:off x="261892" y="4105463"/>
            <a:ext cx="837183" cy="809366"/>
            <a:chOff x="261892" y="4105463"/>
            <a:chExt cx="837183" cy="809366"/>
          </a:xfrm>
        </p:grpSpPr>
        <p:sp>
          <p:nvSpPr>
            <p:cNvPr id="858" name="Google Shape;858;p34"/>
            <p:cNvSpPr/>
            <p:nvPr/>
          </p:nvSpPr>
          <p:spPr>
            <a:xfrm rot="5400000">
              <a:off x="293931" y="4109685"/>
              <a:ext cx="773106" cy="837183"/>
            </a:xfrm>
            <a:custGeom>
              <a:avLst/>
              <a:gdLst/>
              <a:ahLst/>
              <a:cxnLst/>
              <a:rect l="l" t="t" r="r" b="b"/>
              <a:pathLst>
                <a:path w="17279" h="18708" extrusionOk="0">
                  <a:moveTo>
                    <a:pt x="5860" y="1"/>
                  </a:moveTo>
                  <a:cubicBezTo>
                    <a:pt x="5630" y="1"/>
                    <a:pt x="5376" y="29"/>
                    <a:pt x="5093" y="92"/>
                  </a:cubicBezTo>
                  <a:cubicBezTo>
                    <a:pt x="0" y="1225"/>
                    <a:pt x="3054" y="8584"/>
                    <a:pt x="4522" y="9943"/>
                  </a:cubicBezTo>
                  <a:cubicBezTo>
                    <a:pt x="5989" y="11293"/>
                    <a:pt x="2355" y="15105"/>
                    <a:pt x="6334" y="18090"/>
                  </a:cubicBezTo>
                  <a:cubicBezTo>
                    <a:pt x="6902" y="18516"/>
                    <a:pt x="7544" y="18707"/>
                    <a:pt x="8177" y="18707"/>
                  </a:cubicBezTo>
                  <a:cubicBezTo>
                    <a:pt x="9563" y="18707"/>
                    <a:pt x="10903" y="17786"/>
                    <a:pt x="11309" y="16385"/>
                  </a:cubicBezTo>
                  <a:cubicBezTo>
                    <a:pt x="12333" y="12879"/>
                    <a:pt x="14028" y="10278"/>
                    <a:pt x="15653" y="8465"/>
                  </a:cubicBezTo>
                  <a:cubicBezTo>
                    <a:pt x="17278" y="6653"/>
                    <a:pt x="17081" y="5077"/>
                    <a:pt x="15160" y="3599"/>
                  </a:cubicBezTo>
                  <a:cubicBezTo>
                    <a:pt x="14342" y="2974"/>
                    <a:pt x="13626" y="2840"/>
                    <a:pt x="12915" y="2840"/>
                  </a:cubicBezTo>
                  <a:cubicBezTo>
                    <a:pt x="12385" y="2840"/>
                    <a:pt x="11857" y="2915"/>
                    <a:pt x="11293" y="2915"/>
                  </a:cubicBezTo>
                  <a:cubicBezTo>
                    <a:pt x="10840" y="2915"/>
                    <a:pt x="10363" y="2867"/>
                    <a:pt x="9841" y="2693"/>
                  </a:cubicBezTo>
                  <a:cubicBezTo>
                    <a:pt x="8016" y="2085"/>
                    <a:pt x="7817" y="1"/>
                    <a:pt x="58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59" name="Google Shape;859;p34"/>
            <p:cNvGrpSpPr/>
            <p:nvPr/>
          </p:nvGrpSpPr>
          <p:grpSpPr>
            <a:xfrm flipH="1">
              <a:off x="378503" y="4105463"/>
              <a:ext cx="653592" cy="775028"/>
              <a:chOff x="5754774" y="2493033"/>
              <a:chExt cx="784435" cy="930182"/>
            </a:xfrm>
          </p:grpSpPr>
          <p:sp>
            <p:nvSpPr>
              <p:cNvPr id="860" name="Google Shape;860;p34"/>
              <p:cNvSpPr/>
              <p:nvPr/>
            </p:nvSpPr>
            <p:spPr>
              <a:xfrm>
                <a:off x="5754774" y="2493033"/>
                <a:ext cx="784435" cy="930182"/>
              </a:xfrm>
              <a:custGeom>
                <a:avLst/>
                <a:gdLst/>
                <a:ahLst/>
                <a:cxnLst/>
                <a:rect l="l" t="t" r="r" b="b"/>
                <a:pathLst>
                  <a:path w="7557" h="8960" extrusionOk="0">
                    <a:moveTo>
                      <a:pt x="4099" y="987"/>
                    </a:moveTo>
                    <a:lnTo>
                      <a:pt x="4099" y="987"/>
                    </a:lnTo>
                    <a:cubicBezTo>
                      <a:pt x="4109" y="1174"/>
                      <a:pt x="4000" y="1263"/>
                      <a:pt x="3892" y="1342"/>
                    </a:cubicBezTo>
                    <a:cubicBezTo>
                      <a:pt x="3714" y="1480"/>
                      <a:pt x="3527" y="1608"/>
                      <a:pt x="3340" y="1736"/>
                    </a:cubicBezTo>
                    <a:cubicBezTo>
                      <a:pt x="3291" y="1627"/>
                      <a:pt x="3301" y="1519"/>
                      <a:pt x="3399" y="1411"/>
                    </a:cubicBezTo>
                    <a:cubicBezTo>
                      <a:pt x="3527" y="1263"/>
                      <a:pt x="3705" y="1204"/>
                      <a:pt x="3852" y="1105"/>
                    </a:cubicBezTo>
                    <a:cubicBezTo>
                      <a:pt x="3921" y="1066"/>
                      <a:pt x="4000" y="1036"/>
                      <a:pt x="4099" y="987"/>
                    </a:cubicBezTo>
                    <a:close/>
                    <a:moveTo>
                      <a:pt x="4912" y="1686"/>
                    </a:moveTo>
                    <a:cubicBezTo>
                      <a:pt x="5040" y="1686"/>
                      <a:pt x="5169" y="1699"/>
                      <a:pt x="5300" y="1726"/>
                    </a:cubicBezTo>
                    <a:cubicBezTo>
                      <a:pt x="5429" y="1746"/>
                      <a:pt x="5557" y="1736"/>
                      <a:pt x="5704" y="1755"/>
                    </a:cubicBezTo>
                    <a:cubicBezTo>
                      <a:pt x="5594" y="1924"/>
                      <a:pt x="5552" y="1986"/>
                      <a:pt x="5466" y="1986"/>
                    </a:cubicBezTo>
                    <a:cubicBezTo>
                      <a:pt x="5421" y="1986"/>
                      <a:pt x="5365" y="1969"/>
                      <a:pt x="5281" y="1943"/>
                    </a:cubicBezTo>
                    <a:cubicBezTo>
                      <a:pt x="5143" y="1905"/>
                      <a:pt x="5008" y="1890"/>
                      <a:pt x="4873" y="1890"/>
                    </a:cubicBezTo>
                    <a:cubicBezTo>
                      <a:pt x="4727" y="1890"/>
                      <a:pt x="4582" y="1907"/>
                      <a:pt x="4434" y="1933"/>
                    </a:cubicBezTo>
                    <a:cubicBezTo>
                      <a:pt x="4384" y="1943"/>
                      <a:pt x="4335" y="1943"/>
                      <a:pt x="4266" y="1952"/>
                    </a:cubicBezTo>
                    <a:cubicBezTo>
                      <a:pt x="4286" y="1824"/>
                      <a:pt x="4335" y="1765"/>
                      <a:pt x="4453" y="1736"/>
                    </a:cubicBezTo>
                    <a:cubicBezTo>
                      <a:pt x="4608" y="1704"/>
                      <a:pt x="4760" y="1686"/>
                      <a:pt x="4912" y="1686"/>
                    </a:cubicBezTo>
                    <a:close/>
                    <a:moveTo>
                      <a:pt x="5143" y="1017"/>
                    </a:moveTo>
                    <a:lnTo>
                      <a:pt x="5172" y="1046"/>
                    </a:lnTo>
                    <a:cubicBezTo>
                      <a:pt x="5113" y="1105"/>
                      <a:pt x="5054" y="1184"/>
                      <a:pt x="4985" y="1233"/>
                    </a:cubicBezTo>
                    <a:cubicBezTo>
                      <a:pt x="4788" y="1361"/>
                      <a:pt x="4591" y="1489"/>
                      <a:pt x="4384" y="1618"/>
                    </a:cubicBezTo>
                    <a:cubicBezTo>
                      <a:pt x="4365" y="1637"/>
                      <a:pt x="4315" y="1647"/>
                      <a:pt x="4306" y="1667"/>
                    </a:cubicBezTo>
                    <a:cubicBezTo>
                      <a:pt x="4227" y="1864"/>
                      <a:pt x="4069" y="1864"/>
                      <a:pt x="3892" y="1874"/>
                    </a:cubicBezTo>
                    <a:cubicBezTo>
                      <a:pt x="3774" y="1874"/>
                      <a:pt x="3665" y="1933"/>
                      <a:pt x="3557" y="1972"/>
                    </a:cubicBezTo>
                    <a:cubicBezTo>
                      <a:pt x="3517" y="1982"/>
                      <a:pt x="3478" y="1992"/>
                      <a:pt x="3399" y="2012"/>
                    </a:cubicBezTo>
                    <a:cubicBezTo>
                      <a:pt x="3439" y="1824"/>
                      <a:pt x="3517" y="1696"/>
                      <a:pt x="3646" y="1608"/>
                    </a:cubicBezTo>
                    <a:cubicBezTo>
                      <a:pt x="3843" y="1460"/>
                      <a:pt x="4059" y="1342"/>
                      <a:pt x="4296" y="1273"/>
                    </a:cubicBezTo>
                    <a:cubicBezTo>
                      <a:pt x="4532" y="1214"/>
                      <a:pt x="4769" y="1115"/>
                      <a:pt x="4995" y="1046"/>
                    </a:cubicBezTo>
                    <a:cubicBezTo>
                      <a:pt x="5044" y="1027"/>
                      <a:pt x="5094" y="1027"/>
                      <a:pt x="5143" y="1017"/>
                    </a:cubicBezTo>
                    <a:close/>
                    <a:moveTo>
                      <a:pt x="2316" y="1608"/>
                    </a:moveTo>
                    <a:cubicBezTo>
                      <a:pt x="2651" y="1933"/>
                      <a:pt x="2660" y="1943"/>
                      <a:pt x="2710" y="2159"/>
                    </a:cubicBezTo>
                    <a:cubicBezTo>
                      <a:pt x="2676" y="2165"/>
                      <a:pt x="2642" y="2167"/>
                      <a:pt x="2608" y="2167"/>
                    </a:cubicBezTo>
                    <a:cubicBezTo>
                      <a:pt x="2396" y="2167"/>
                      <a:pt x="2192" y="2063"/>
                      <a:pt x="2099" y="1893"/>
                    </a:cubicBezTo>
                    <a:cubicBezTo>
                      <a:pt x="2060" y="1815"/>
                      <a:pt x="2079" y="1746"/>
                      <a:pt x="2148" y="1696"/>
                    </a:cubicBezTo>
                    <a:cubicBezTo>
                      <a:pt x="2197" y="1667"/>
                      <a:pt x="2257" y="1647"/>
                      <a:pt x="2316" y="1608"/>
                    </a:cubicBezTo>
                    <a:close/>
                    <a:moveTo>
                      <a:pt x="2555" y="1465"/>
                    </a:moveTo>
                    <a:cubicBezTo>
                      <a:pt x="2614" y="1465"/>
                      <a:pt x="2670" y="1475"/>
                      <a:pt x="2729" y="1480"/>
                    </a:cubicBezTo>
                    <a:cubicBezTo>
                      <a:pt x="2828" y="1667"/>
                      <a:pt x="2946" y="2100"/>
                      <a:pt x="2936" y="2268"/>
                    </a:cubicBezTo>
                    <a:cubicBezTo>
                      <a:pt x="2789" y="2159"/>
                      <a:pt x="2759" y="1992"/>
                      <a:pt x="2660" y="1864"/>
                    </a:cubicBezTo>
                    <a:cubicBezTo>
                      <a:pt x="2562" y="1755"/>
                      <a:pt x="2473" y="1637"/>
                      <a:pt x="2365" y="1509"/>
                    </a:cubicBezTo>
                    <a:cubicBezTo>
                      <a:pt x="2434" y="1475"/>
                      <a:pt x="2495" y="1465"/>
                      <a:pt x="2555" y="1465"/>
                    </a:cubicBezTo>
                    <a:close/>
                    <a:moveTo>
                      <a:pt x="3025" y="101"/>
                    </a:moveTo>
                    <a:cubicBezTo>
                      <a:pt x="3173" y="150"/>
                      <a:pt x="3163" y="248"/>
                      <a:pt x="3163" y="337"/>
                    </a:cubicBezTo>
                    <a:cubicBezTo>
                      <a:pt x="3173" y="701"/>
                      <a:pt x="3183" y="1076"/>
                      <a:pt x="3212" y="1450"/>
                    </a:cubicBezTo>
                    <a:cubicBezTo>
                      <a:pt x="3222" y="1618"/>
                      <a:pt x="3261" y="1795"/>
                      <a:pt x="3281" y="1962"/>
                    </a:cubicBezTo>
                    <a:cubicBezTo>
                      <a:pt x="3301" y="2130"/>
                      <a:pt x="3251" y="2209"/>
                      <a:pt x="3074" y="2297"/>
                    </a:cubicBezTo>
                    <a:cubicBezTo>
                      <a:pt x="3054" y="2268"/>
                      <a:pt x="3035" y="2238"/>
                      <a:pt x="3035" y="2209"/>
                    </a:cubicBezTo>
                    <a:cubicBezTo>
                      <a:pt x="2936" y="1844"/>
                      <a:pt x="2828" y="1480"/>
                      <a:pt x="2739" y="1105"/>
                    </a:cubicBezTo>
                    <a:cubicBezTo>
                      <a:pt x="2710" y="987"/>
                      <a:pt x="2710" y="859"/>
                      <a:pt x="2680" y="741"/>
                    </a:cubicBezTo>
                    <a:cubicBezTo>
                      <a:pt x="2660" y="623"/>
                      <a:pt x="2690" y="534"/>
                      <a:pt x="2789" y="455"/>
                    </a:cubicBezTo>
                    <a:cubicBezTo>
                      <a:pt x="2857" y="406"/>
                      <a:pt x="2897" y="307"/>
                      <a:pt x="2946" y="238"/>
                    </a:cubicBezTo>
                    <a:cubicBezTo>
                      <a:pt x="2976" y="189"/>
                      <a:pt x="2995" y="150"/>
                      <a:pt x="3025" y="101"/>
                    </a:cubicBezTo>
                    <a:close/>
                    <a:moveTo>
                      <a:pt x="1785" y="2121"/>
                    </a:moveTo>
                    <a:cubicBezTo>
                      <a:pt x="1893" y="2121"/>
                      <a:pt x="2001" y="2139"/>
                      <a:pt x="2109" y="2179"/>
                    </a:cubicBezTo>
                    <a:cubicBezTo>
                      <a:pt x="2168" y="2209"/>
                      <a:pt x="2237" y="2209"/>
                      <a:pt x="2296" y="2228"/>
                    </a:cubicBezTo>
                    <a:cubicBezTo>
                      <a:pt x="2326" y="2317"/>
                      <a:pt x="2286" y="2356"/>
                      <a:pt x="2207" y="2366"/>
                    </a:cubicBezTo>
                    <a:cubicBezTo>
                      <a:pt x="2069" y="2396"/>
                      <a:pt x="1951" y="2455"/>
                      <a:pt x="1843" y="2544"/>
                    </a:cubicBezTo>
                    <a:cubicBezTo>
                      <a:pt x="1835" y="2560"/>
                      <a:pt x="1820" y="2576"/>
                      <a:pt x="1810" y="2576"/>
                    </a:cubicBezTo>
                    <a:cubicBezTo>
                      <a:pt x="1807" y="2576"/>
                      <a:pt x="1805" y="2575"/>
                      <a:pt x="1803" y="2573"/>
                    </a:cubicBezTo>
                    <a:cubicBezTo>
                      <a:pt x="1777" y="2566"/>
                      <a:pt x="1750" y="2563"/>
                      <a:pt x="1724" y="2563"/>
                    </a:cubicBezTo>
                    <a:cubicBezTo>
                      <a:pt x="1647" y="2563"/>
                      <a:pt x="1570" y="2585"/>
                      <a:pt x="1489" y="2585"/>
                    </a:cubicBezTo>
                    <a:cubicBezTo>
                      <a:pt x="1441" y="2585"/>
                      <a:pt x="1391" y="2577"/>
                      <a:pt x="1340" y="2553"/>
                    </a:cubicBezTo>
                    <a:cubicBezTo>
                      <a:pt x="1280" y="2525"/>
                      <a:pt x="1216" y="2515"/>
                      <a:pt x="1150" y="2515"/>
                    </a:cubicBezTo>
                    <a:cubicBezTo>
                      <a:pt x="1033" y="2515"/>
                      <a:pt x="909" y="2548"/>
                      <a:pt x="789" y="2573"/>
                    </a:cubicBezTo>
                    <a:cubicBezTo>
                      <a:pt x="671" y="2593"/>
                      <a:pt x="552" y="2603"/>
                      <a:pt x="434" y="2622"/>
                    </a:cubicBezTo>
                    <a:cubicBezTo>
                      <a:pt x="434" y="2603"/>
                      <a:pt x="434" y="2583"/>
                      <a:pt x="434" y="2563"/>
                    </a:cubicBezTo>
                    <a:cubicBezTo>
                      <a:pt x="749" y="2435"/>
                      <a:pt x="1074" y="2297"/>
                      <a:pt x="1400" y="2189"/>
                    </a:cubicBezTo>
                    <a:cubicBezTo>
                      <a:pt x="1528" y="2146"/>
                      <a:pt x="1657" y="2121"/>
                      <a:pt x="1785" y="2121"/>
                    </a:cubicBezTo>
                    <a:close/>
                    <a:moveTo>
                      <a:pt x="4056" y="1951"/>
                    </a:moveTo>
                    <a:cubicBezTo>
                      <a:pt x="4123" y="1951"/>
                      <a:pt x="4192" y="1963"/>
                      <a:pt x="4207" y="2071"/>
                    </a:cubicBezTo>
                    <a:cubicBezTo>
                      <a:pt x="4207" y="2081"/>
                      <a:pt x="4217" y="2090"/>
                      <a:pt x="4217" y="2100"/>
                    </a:cubicBezTo>
                    <a:cubicBezTo>
                      <a:pt x="4404" y="2140"/>
                      <a:pt x="4424" y="2287"/>
                      <a:pt x="4483" y="2425"/>
                    </a:cubicBezTo>
                    <a:cubicBezTo>
                      <a:pt x="4571" y="2652"/>
                      <a:pt x="4670" y="2869"/>
                      <a:pt x="4769" y="3085"/>
                    </a:cubicBezTo>
                    <a:cubicBezTo>
                      <a:pt x="4778" y="3125"/>
                      <a:pt x="4798" y="3154"/>
                      <a:pt x="4828" y="3223"/>
                    </a:cubicBezTo>
                    <a:cubicBezTo>
                      <a:pt x="4581" y="3075"/>
                      <a:pt x="4434" y="2888"/>
                      <a:pt x="4325" y="2681"/>
                    </a:cubicBezTo>
                    <a:cubicBezTo>
                      <a:pt x="4187" y="2406"/>
                      <a:pt x="4000" y="2189"/>
                      <a:pt x="3685" y="2031"/>
                    </a:cubicBezTo>
                    <a:cubicBezTo>
                      <a:pt x="3813" y="1992"/>
                      <a:pt x="3902" y="1952"/>
                      <a:pt x="4000" y="1952"/>
                    </a:cubicBezTo>
                    <a:cubicBezTo>
                      <a:pt x="4018" y="1952"/>
                      <a:pt x="4037" y="1951"/>
                      <a:pt x="4056" y="1951"/>
                    </a:cubicBezTo>
                    <a:close/>
                    <a:moveTo>
                      <a:pt x="3549" y="2106"/>
                    </a:moveTo>
                    <a:cubicBezTo>
                      <a:pt x="3559" y="2106"/>
                      <a:pt x="3569" y="2107"/>
                      <a:pt x="3577" y="2110"/>
                    </a:cubicBezTo>
                    <a:cubicBezTo>
                      <a:pt x="3724" y="2169"/>
                      <a:pt x="3872" y="2199"/>
                      <a:pt x="3980" y="2327"/>
                    </a:cubicBezTo>
                    <a:cubicBezTo>
                      <a:pt x="4089" y="2455"/>
                      <a:pt x="4187" y="2583"/>
                      <a:pt x="4256" y="2721"/>
                    </a:cubicBezTo>
                    <a:cubicBezTo>
                      <a:pt x="4384" y="2957"/>
                      <a:pt x="4542" y="3174"/>
                      <a:pt x="4759" y="3341"/>
                    </a:cubicBezTo>
                    <a:cubicBezTo>
                      <a:pt x="4742" y="3343"/>
                      <a:pt x="4726" y="3344"/>
                      <a:pt x="4710" y="3344"/>
                    </a:cubicBezTo>
                    <a:cubicBezTo>
                      <a:pt x="4528" y="3344"/>
                      <a:pt x="4392" y="3244"/>
                      <a:pt x="4256" y="3144"/>
                    </a:cubicBezTo>
                    <a:cubicBezTo>
                      <a:pt x="4217" y="3115"/>
                      <a:pt x="4187" y="3066"/>
                      <a:pt x="4148" y="3026"/>
                    </a:cubicBezTo>
                    <a:cubicBezTo>
                      <a:pt x="4069" y="2947"/>
                      <a:pt x="3990" y="2859"/>
                      <a:pt x="3921" y="2770"/>
                    </a:cubicBezTo>
                    <a:cubicBezTo>
                      <a:pt x="3655" y="2475"/>
                      <a:pt x="3606" y="2445"/>
                      <a:pt x="3212" y="2366"/>
                    </a:cubicBezTo>
                    <a:cubicBezTo>
                      <a:pt x="3301" y="2287"/>
                      <a:pt x="3380" y="2209"/>
                      <a:pt x="3468" y="2130"/>
                    </a:cubicBezTo>
                    <a:cubicBezTo>
                      <a:pt x="3490" y="2115"/>
                      <a:pt x="3522" y="2106"/>
                      <a:pt x="3549" y="2106"/>
                    </a:cubicBezTo>
                    <a:close/>
                    <a:moveTo>
                      <a:pt x="2227" y="2445"/>
                    </a:moveTo>
                    <a:lnTo>
                      <a:pt x="2227" y="2445"/>
                    </a:lnTo>
                    <a:cubicBezTo>
                      <a:pt x="2197" y="2534"/>
                      <a:pt x="2188" y="2563"/>
                      <a:pt x="2168" y="2593"/>
                    </a:cubicBezTo>
                    <a:cubicBezTo>
                      <a:pt x="2119" y="2721"/>
                      <a:pt x="2079" y="2849"/>
                      <a:pt x="2079" y="2987"/>
                    </a:cubicBezTo>
                    <a:cubicBezTo>
                      <a:pt x="2060" y="3391"/>
                      <a:pt x="1922" y="3745"/>
                      <a:pt x="1626" y="4031"/>
                    </a:cubicBezTo>
                    <a:cubicBezTo>
                      <a:pt x="1616" y="4051"/>
                      <a:pt x="1597" y="4051"/>
                      <a:pt x="1567" y="4070"/>
                    </a:cubicBezTo>
                    <a:cubicBezTo>
                      <a:pt x="1577" y="4021"/>
                      <a:pt x="1587" y="3982"/>
                      <a:pt x="1587" y="3952"/>
                    </a:cubicBezTo>
                    <a:cubicBezTo>
                      <a:pt x="1597" y="3873"/>
                      <a:pt x="1616" y="3775"/>
                      <a:pt x="1587" y="3706"/>
                    </a:cubicBezTo>
                    <a:cubicBezTo>
                      <a:pt x="1478" y="3460"/>
                      <a:pt x="1528" y="3233"/>
                      <a:pt x="1626" y="3006"/>
                    </a:cubicBezTo>
                    <a:cubicBezTo>
                      <a:pt x="1705" y="2819"/>
                      <a:pt x="1833" y="2652"/>
                      <a:pt x="2020" y="2544"/>
                    </a:cubicBezTo>
                    <a:cubicBezTo>
                      <a:pt x="2069" y="2504"/>
                      <a:pt x="2129" y="2494"/>
                      <a:pt x="2227" y="2445"/>
                    </a:cubicBezTo>
                    <a:close/>
                    <a:moveTo>
                      <a:pt x="7448" y="4977"/>
                    </a:moveTo>
                    <a:lnTo>
                      <a:pt x="7448" y="4977"/>
                    </a:lnTo>
                    <a:cubicBezTo>
                      <a:pt x="7477" y="5124"/>
                      <a:pt x="7438" y="5538"/>
                      <a:pt x="7389" y="5637"/>
                    </a:cubicBezTo>
                    <a:cubicBezTo>
                      <a:pt x="7261" y="5400"/>
                      <a:pt x="7290" y="5124"/>
                      <a:pt x="7448" y="4977"/>
                    </a:cubicBezTo>
                    <a:close/>
                    <a:moveTo>
                      <a:pt x="4936" y="1970"/>
                    </a:moveTo>
                    <a:cubicBezTo>
                      <a:pt x="5062" y="1970"/>
                      <a:pt x="5187" y="1987"/>
                      <a:pt x="5310" y="2041"/>
                    </a:cubicBezTo>
                    <a:cubicBezTo>
                      <a:pt x="5389" y="2071"/>
                      <a:pt x="5478" y="2071"/>
                      <a:pt x="5557" y="2090"/>
                    </a:cubicBezTo>
                    <a:cubicBezTo>
                      <a:pt x="5960" y="2179"/>
                      <a:pt x="6266" y="2435"/>
                      <a:pt x="6571" y="2691"/>
                    </a:cubicBezTo>
                    <a:cubicBezTo>
                      <a:pt x="6798" y="2878"/>
                      <a:pt x="6926" y="3135"/>
                      <a:pt x="7074" y="3381"/>
                    </a:cubicBezTo>
                    <a:cubicBezTo>
                      <a:pt x="7310" y="3755"/>
                      <a:pt x="7399" y="4179"/>
                      <a:pt x="7458" y="4612"/>
                    </a:cubicBezTo>
                    <a:cubicBezTo>
                      <a:pt x="7468" y="4711"/>
                      <a:pt x="7438" y="4789"/>
                      <a:pt x="7379" y="4849"/>
                    </a:cubicBezTo>
                    <a:cubicBezTo>
                      <a:pt x="7162" y="5095"/>
                      <a:pt x="7231" y="5371"/>
                      <a:pt x="7261" y="5646"/>
                    </a:cubicBezTo>
                    <a:cubicBezTo>
                      <a:pt x="7261" y="5656"/>
                      <a:pt x="7271" y="5666"/>
                      <a:pt x="7280" y="5676"/>
                    </a:cubicBezTo>
                    <a:cubicBezTo>
                      <a:pt x="7458" y="5844"/>
                      <a:pt x="7369" y="6041"/>
                      <a:pt x="7330" y="6218"/>
                    </a:cubicBezTo>
                    <a:cubicBezTo>
                      <a:pt x="7300" y="6346"/>
                      <a:pt x="7271" y="6474"/>
                      <a:pt x="7231" y="6602"/>
                    </a:cubicBezTo>
                    <a:cubicBezTo>
                      <a:pt x="7103" y="7095"/>
                      <a:pt x="6867" y="7528"/>
                      <a:pt x="6532" y="7912"/>
                    </a:cubicBezTo>
                    <a:cubicBezTo>
                      <a:pt x="6453" y="8011"/>
                      <a:pt x="6354" y="8099"/>
                      <a:pt x="6236" y="8168"/>
                    </a:cubicBezTo>
                    <a:cubicBezTo>
                      <a:pt x="6128" y="8227"/>
                      <a:pt x="6049" y="8316"/>
                      <a:pt x="6000" y="8434"/>
                    </a:cubicBezTo>
                    <a:cubicBezTo>
                      <a:pt x="5877" y="8714"/>
                      <a:pt x="5669" y="8855"/>
                      <a:pt x="5382" y="8855"/>
                    </a:cubicBezTo>
                    <a:cubicBezTo>
                      <a:pt x="5346" y="8855"/>
                      <a:pt x="5309" y="8852"/>
                      <a:pt x="5271" y="8848"/>
                    </a:cubicBezTo>
                    <a:cubicBezTo>
                      <a:pt x="4897" y="8809"/>
                      <a:pt x="4542" y="8671"/>
                      <a:pt x="4227" y="8493"/>
                    </a:cubicBezTo>
                    <a:cubicBezTo>
                      <a:pt x="3793" y="8247"/>
                      <a:pt x="3360" y="7991"/>
                      <a:pt x="2946" y="7715"/>
                    </a:cubicBezTo>
                    <a:cubicBezTo>
                      <a:pt x="2513" y="7420"/>
                      <a:pt x="2079" y="7114"/>
                      <a:pt x="1734" y="6710"/>
                    </a:cubicBezTo>
                    <a:cubicBezTo>
                      <a:pt x="1518" y="6444"/>
                      <a:pt x="1340" y="6159"/>
                      <a:pt x="1203" y="5844"/>
                    </a:cubicBezTo>
                    <a:cubicBezTo>
                      <a:pt x="1065" y="5509"/>
                      <a:pt x="937" y="5174"/>
                      <a:pt x="877" y="4809"/>
                    </a:cubicBezTo>
                    <a:cubicBezTo>
                      <a:pt x="848" y="4622"/>
                      <a:pt x="868" y="4445"/>
                      <a:pt x="927" y="4287"/>
                    </a:cubicBezTo>
                    <a:cubicBezTo>
                      <a:pt x="1015" y="4011"/>
                      <a:pt x="1163" y="3755"/>
                      <a:pt x="1291" y="3499"/>
                    </a:cubicBezTo>
                    <a:cubicBezTo>
                      <a:pt x="1321" y="3440"/>
                      <a:pt x="1370" y="3401"/>
                      <a:pt x="1419" y="3332"/>
                    </a:cubicBezTo>
                    <a:cubicBezTo>
                      <a:pt x="1459" y="3509"/>
                      <a:pt x="1508" y="3666"/>
                      <a:pt x="1508" y="3824"/>
                    </a:cubicBezTo>
                    <a:cubicBezTo>
                      <a:pt x="1508" y="3952"/>
                      <a:pt x="1439" y="4070"/>
                      <a:pt x="1400" y="4189"/>
                    </a:cubicBezTo>
                    <a:cubicBezTo>
                      <a:pt x="1380" y="4238"/>
                      <a:pt x="1370" y="4277"/>
                      <a:pt x="1340" y="4346"/>
                    </a:cubicBezTo>
                    <a:cubicBezTo>
                      <a:pt x="1459" y="4326"/>
                      <a:pt x="1547" y="4326"/>
                      <a:pt x="1636" y="4307"/>
                    </a:cubicBezTo>
                    <a:cubicBezTo>
                      <a:pt x="2079" y="4208"/>
                      <a:pt x="2444" y="4001"/>
                      <a:pt x="2651" y="3588"/>
                    </a:cubicBezTo>
                    <a:cubicBezTo>
                      <a:pt x="2739" y="3410"/>
                      <a:pt x="2779" y="3213"/>
                      <a:pt x="2848" y="3016"/>
                    </a:cubicBezTo>
                    <a:cubicBezTo>
                      <a:pt x="2877" y="2918"/>
                      <a:pt x="2907" y="2809"/>
                      <a:pt x="2917" y="2701"/>
                    </a:cubicBezTo>
                    <a:lnTo>
                      <a:pt x="2917" y="2701"/>
                    </a:lnTo>
                    <a:cubicBezTo>
                      <a:pt x="2828" y="2809"/>
                      <a:pt x="2779" y="2947"/>
                      <a:pt x="2739" y="3085"/>
                    </a:cubicBezTo>
                    <a:cubicBezTo>
                      <a:pt x="2660" y="3292"/>
                      <a:pt x="2621" y="3519"/>
                      <a:pt x="2493" y="3706"/>
                    </a:cubicBezTo>
                    <a:cubicBezTo>
                      <a:pt x="2296" y="3992"/>
                      <a:pt x="2010" y="4139"/>
                      <a:pt x="1675" y="4208"/>
                    </a:cubicBezTo>
                    <a:cubicBezTo>
                      <a:pt x="1673" y="4210"/>
                      <a:pt x="1671" y="4211"/>
                      <a:pt x="1668" y="4211"/>
                    </a:cubicBezTo>
                    <a:cubicBezTo>
                      <a:pt x="1657" y="4211"/>
                      <a:pt x="1638" y="4198"/>
                      <a:pt x="1606" y="4198"/>
                    </a:cubicBezTo>
                    <a:cubicBezTo>
                      <a:pt x="1656" y="4139"/>
                      <a:pt x="1685" y="4080"/>
                      <a:pt x="1734" y="4041"/>
                    </a:cubicBezTo>
                    <a:cubicBezTo>
                      <a:pt x="2010" y="3726"/>
                      <a:pt x="2148" y="3361"/>
                      <a:pt x="2158" y="2947"/>
                    </a:cubicBezTo>
                    <a:cubicBezTo>
                      <a:pt x="2158" y="2701"/>
                      <a:pt x="2286" y="2514"/>
                      <a:pt x="2424" y="2337"/>
                    </a:cubicBezTo>
                    <a:cubicBezTo>
                      <a:pt x="2473" y="2278"/>
                      <a:pt x="2601" y="2278"/>
                      <a:pt x="2700" y="2268"/>
                    </a:cubicBezTo>
                    <a:cubicBezTo>
                      <a:pt x="2706" y="2267"/>
                      <a:pt x="2711" y="2267"/>
                      <a:pt x="2716" y="2267"/>
                    </a:cubicBezTo>
                    <a:cubicBezTo>
                      <a:pt x="2794" y="2267"/>
                      <a:pt x="2830" y="2331"/>
                      <a:pt x="2857" y="2386"/>
                    </a:cubicBezTo>
                    <a:cubicBezTo>
                      <a:pt x="2887" y="2435"/>
                      <a:pt x="2926" y="2484"/>
                      <a:pt x="2956" y="2524"/>
                    </a:cubicBezTo>
                    <a:cubicBezTo>
                      <a:pt x="2982" y="2524"/>
                      <a:pt x="3004" y="2528"/>
                      <a:pt x="3022" y="2528"/>
                    </a:cubicBezTo>
                    <a:cubicBezTo>
                      <a:pt x="3030" y="2528"/>
                      <a:pt x="3038" y="2527"/>
                      <a:pt x="3045" y="2524"/>
                    </a:cubicBezTo>
                    <a:cubicBezTo>
                      <a:pt x="3123" y="2497"/>
                      <a:pt x="3198" y="2484"/>
                      <a:pt x="3269" y="2484"/>
                    </a:cubicBezTo>
                    <a:cubicBezTo>
                      <a:pt x="3457" y="2484"/>
                      <a:pt x="3621" y="2574"/>
                      <a:pt x="3764" y="2731"/>
                    </a:cubicBezTo>
                    <a:cubicBezTo>
                      <a:pt x="3872" y="2849"/>
                      <a:pt x="3980" y="2957"/>
                      <a:pt x="4079" y="3085"/>
                    </a:cubicBezTo>
                    <a:cubicBezTo>
                      <a:pt x="4197" y="3243"/>
                      <a:pt x="4365" y="3351"/>
                      <a:pt x="4542" y="3430"/>
                    </a:cubicBezTo>
                    <a:cubicBezTo>
                      <a:pt x="4616" y="3462"/>
                      <a:pt x="4690" y="3482"/>
                      <a:pt x="4763" y="3482"/>
                    </a:cubicBezTo>
                    <a:cubicBezTo>
                      <a:pt x="4827" y="3482"/>
                      <a:pt x="4892" y="3467"/>
                      <a:pt x="4956" y="3430"/>
                    </a:cubicBezTo>
                    <a:cubicBezTo>
                      <a:pt x="5025" y="3391"/>
                      <a:pt x="5044" y="3351"/>
                      <a:pt x="4995" y="3282"/>
                    </a:cubicBezTo>
                    <a:cubicBezTo>
                      <a:pt x="4769" y="2987"/>
                      <a:pt x="4660" y="2652"/>
                      <a:pt x="4532" y="2317"/>
                    </a:cubicBezTo>
                    <a:cubicBezTo>
                      <a:pt x="4503" y="2228"/>
                      <a:pt x="4463" y="2149"/>
                      <a:pt x="4414" y="2051"/>
                    </a:cubicBezTo>
                    <a:cubicBezTo>
                      <a:pt x="4463" y="2031"/>
                      <a:pt x="4512" y="2002"/>
                      <a:pt x="4562" y="2002"/>
                    </a:cubicBezTo>
                    <a:cubicBezTo>
                      <a:pt x="4685" y="1987"/>
                      <a:pt x="4810" y="1970"/>
                      <a:pt x="4936" y="1970"/>
                    </a:cubicBezTo>
                    <a:close/>
                    <a:moveTo>
                      <a:pt x="3009" y="1"/>
                    </a:moveTo>
                    <a:cubicBezTo>
                      <a:pt x="2995" y="1"/>
                      <a:pt x="2981" y="1"/>
                      <a:pt x="2966" y="2"/>
                    </a:cubicBezTo>
                    <a:cubicBezTo>
                      <a:pt x="2867" y="160"/>
                      <a:pt x="2798" y="347"/>
                      <a:pt x="2621" y="455"/>
                    </a:cubicBezTo>
                    <a:cubicBezTo>
                      <a:pt x="2591" y="475"/>
                      <a:pt x="2582" y="544"/>
                      <a:pt x="2582" y="583"/>
                    </a:cubicBezTo>
                    <a:cubicBezTo>
                      <a:pt x="2582" y="662"/>
                      <a:pt x="2591" y="741"/>
                      <a:pt x="2601" y="820"/>
                    </a:cubicBezTo>
                    <a:cubicBezTo>
                      <a:pt x="2641" y="997"/>
                      <a:pt x="2680" y="1174"/>
                      <a:pt x="2720" y="1361"/>
                    </a:cubicBezTo>
                    <a:cubicBezTo>
                      <a:pt x="2434" y="1361"/>
                      <a:pt x="2434" y="1361"/>
                      <a:pt x="2217" y="1539"/>
                    </a:cubicBezTo>
                    <a:cubicBezTo>
                      <a:pt x="2197" y="1549"/>
                      <a:pt x="2178" y="1568"/>
                      <a:pt x="2148" y="1578"/>
                    </a:cubicBezTo>
                    <a:cubicBezTo>
                      <a:pt x="1931" y="1736"/>
                      <a:pt x="1931" y="1755"/>
                      <a:pt x="2060" y="1992"/>
                    </a:cubicBezTo>
                    <a:cubicBezTo>
                      <a:pt x="2060" y="1992"/>
                      <a:pt x="2050" y="2012"/>
                      <a:pt x="2030" y="2031"/>
                    </a:cubicBezTo>
                    <a:cubicBezTo>
                      <a:pt x="1953" y="2017"/>
                      <a:pt x="1877" y="2010"/>
                      <a:pt x="1802" y="2010"/>
                    </a:cubicBezTo>
                    <a:cubicBezTo>
                      <a:pt x="1571" y="2010"/>
                      <a:pt x="1349" y="2075"/>
                      <a:pt x="1134" y="2179"/>
                    </a:cubicBezTo>
                    <a:cubicBezTo>
                      <a:pt x="986" y="2248"/>
                      <a:pt x="838" y="2317"/>
                      <a:pt x="690" y="2366"/>
                    </a:cubicBezTo>
                    <a:cubicBezTo>
                      <a:pt x="507" y="2430"/>
                      <a:pt x="341" y="2546"/>
                      <a:pt x="136" y="2546"/>
                    </a:cubicBezTo>
                    <a:cubicBezTo>
                      <a:pt x="121" y="2546"/>
                      <a:pt x="105" y="2545"/>
                      <a:pt x="89" y="2544"/>
                    </a:cubicBezTo>
                    <a:cubicBezTo>
                      <a:pt x="88" y="2543"/>
                      <a:pt x="86" y="2542"/>
                      <a:pt x="84" y="2542"/>
                    </a:cubicBezTo>
                    <a:cubicBezTo>
                      <a:pt x="64" y="2542"/>
                      <a:pt x="37" y="2586"/>
                      <a:pt x="1" y="2612"/>
                    </a:cubicBezTo>
                    <a:cubicBezTo>
                      <a:pt x="148" y="2686"/>
                      <a:pt x="293" y="2718"/>
                      <a:pt x="436" y="2718"/>
                    </a:cubicBezTo>
                    <a:cubicBezTo>
                      <a:pt x="541" y="2718"/>
                      <a:pt x="645" y="2701"/>
                      <a:pt x="749" y="2672"/>
                    </a:cubicBezTo>
                    <a:cubicBezTo>
                      <a:pt x="878" y="2638"/>
                      <a:pt x="1007" y="2620"/>
                      <a:pt x="1135" y="2620"/>
                    </a:cubicBezTo>
                    <a:cubicBezTo>
                      <a:pt x="1233" y="2620"/>
                      <a:pt x="1331" y="2631"/>
                      <a:pt x="1429" y="2652"/>
                    </a:cubicBezTo>
                    <a:cubicBezTo>
                      <a:pt x="1498" y="2672"/>
                      <a:pt x="1577" y="2691"/>
                      <a:pt x="1715" y="2711"/>
                    </a:cubicBezTo>
                    <a:cubicBezTo>
                      <a:pt x="1537" y="2878"/>
                      <a:pt x="1577" y="3144"/>
                      <a:pt x="1350" y="3263"/>
                    </a:cubicBezTo>
                    <a:cubicBezTo>
                      <a:pt x="1331" y="3272"/>
                      <a:pt x="1321" y="3302"/>
                      <a:pt x="1311" y="3322"/>
                    </a:cubicBezTo>
                    <a:cubicBezTo>
                      <a:pt x="1183" y="3568"/>
                      <a:pt x="1045" y="3814"/>
                      <a:pt x="927" y="4070"/>
                    </a:cubicBezTo>
                    <a:cubicBezTo>
                      <a:pt x="740" y="4455"/>
                      <a:pt x="740" y="4858"/>
                      <a:pt x="887" y="5262"/>
                    </a:cubicBezTo>
                    <a:cubicBezTo>
                      <a:pt x="976" y="5509"/>
                      <a:pt x="1094" y="5745"/>
                      <a:pt x="1193" y="6001"/>
                    </a:cubicBezTo>
                    <a:cubicBezTo>
                      <a:pt x="1400" y="6533"/>
                      <a:pt x="1803" y="6927"/>
                      <a:pt x="2227" y="7292"/>
                    </a:cubicBezTo>
                    <a:cubicBezTo>
                      <a:pt x="2414" y="7459"/>
                      <a:pt x="2641" y="7607"/>
                      <a:pt x="2857" y="7745"/>
                    </a:cubicBezTo>
                    <a:cubicBezTo>
                      <a:pt x="3311" y="8040"/>
                      <a:pt x="3774" y="8326"/>
                      <a:pt x="4246" y="8612"/>
                    </a:cubicBezTo>
                    <a:cubicBezTo>
                      <a:pt x="4581" y="8809"/>
                      <a:pt x="4956" y="8917"/>
                      <a:pt x="5350" y="8956"/>
                    </a:cubicBezTo>
                    <a:cubicBezTo>
                      <a:pt x="5374" y="8959"/>
                      <a:pt x="5399" y="8960"/>
                      <a:pt x="5423" y="8960"/>
                    </a:cubicBezTo>
                    <a:cubicBezTo>
                      <a:pt x="5714" y="8960"/>
                      <a:pt x="5950" y="8795"/>
                      <a:pt x="6069" y="8513"/>
                    </a:cubicBezTo>
                    <a:cubicBezTo>
                      <a:pt x="6108" y="8434"/>
                      <a:pt x="6167" y="8346"/>
                      <a:pt x="6236" y="8306"/>
                    </a:cubicBezTo>
                    <a:cubicBezTo>
                      <a:pt x="6620" y="8080"/>
                      <a:pt x="6837" y="7715"/>
                      <a:pt x="7044" y="7351"/>
                    </a:cubicBezTo>
                    <a:cubicBezTo>
                      <a:pt x="7310" y="6868"/>
                      <a:pt x="7409" y="6336"/>
                      <a:pt x="7477" y="5804"/>
                    </a:cubicBezTo>
                    <a:cubicBezTo>
                      <a:pt x="7517" y="5528"/>
                      <a:pt x="7517" y="5243"/>
                      <a:pt x="7537" y="4967"/>
                    </a:cubicBezTo>
                    <a:cubicBezTo>
                      <a:pt x="7556" y="4750"/>
                      <a:pt x="7517" y="4543"/>
                      <a:pt x="7487" y="4326"/>
                    </a:cubicBezTo>
                    <a:cubicBezTo>
                      <a:pt x="7428" y="3893"/>
                      <a:pt x="7251" y="3499"/>
                      <a:pt x="7024" y="3115"/>
                    </a:cubicBezTo>
                    <a:cubicBezTo>
                      <a:pt x="6749" y="2672"/>
                      <a:pt x="6374" y="2346"/>
                      <a:pt x="5901" y="2130"/>
                    </a:cubicBezTo>
                    <a:cubicBezTo>
                      <a:pt x="5823" y="2090"/>
                      <a:pt x="5744" y="2051"/>
                      <a:pt x="5665" y="2012"/>
                    </a:cubicBezTo>
                    <a:cubicBezTo>
                      <a:pt x="5724" y="1884"/>
                      <a:pt x="5842" y="1805"/>
                      <a:pt x="5823" y="1657"/>
                    </a:cubicBezTo>
                    <a:cubicBezTo>
                      <a:pt x="5616" y="1647"/>
                      <a:pt x="5419" y="1637"/>
                      <a:pt x="5222" y="1627"/>
                    </a:cubicBezTo>
                    <a:cubicBezTo>
                      <a:pt x="5025" y="1608"/>
                      <a:pt x="4828" y="1598"/>
                      <a:pt x="4611" y="1588"/>
                    </a:cubicBezTo>
                    <a:cubicBezTo>
                      <a:pt x="4660" y="1549"/>
                      <a:pt x="4690" y="1529"/>
                      <a:pt x="4719" y="1509"/>
                    </a:cubicBezTo>
                    <a:cubicBezTo>
                      <a:pt x="4867" y="1411"/>
                      <a:pt x="5015" y="1322"/>
                      <a:pt x="5143" y="1214"/>
                    </a:cubicBezTo>
                    <a:cubicBezTo>
                      <a:pt x="5251" y="1115"/>
                      <a:pt x="5291" y="987"/>
                      <a:pt x="5271" y="820"/>
                    </a:cubicBezTo>
                    <a:lnTo>
                      <a:pt x="5271" y="820"/>
                    </a:lnTo>
                    <a:cubicBezTo>
                      <a:pt x="4916" y="1017"/>
                      <a:pt x="4552" y="1105"/>
                      <a:pt x="4177" y="1204"/>
                    </a:cubicBezTo>
                    <a:cubicBezTo>
                      <a:pt x="4168" y="1066"/>
                      <a:pt x="4246" y="948"/>
                      <a:pt x="4138" y="839"/>
                    </a:cubicBezTo>
                    <a:cubicBezTo>
                      <a:pt x="3852" y="1017"/>
                      <a:pt x="3577" y="1184"/>
                      <a:pt x="3261" y="1371"/>
                    </a:cubicBezTo>
                    <a:cubicBezTo>
                      <a:pt x="3251" y="1115"/>
                      <a:pt x="3242" y="889"/>
                      <a:pt x="3242" y="662"/>
                    </a:cubicBezTo>
                    <a:cubicBezTo>
                      <a:pt x="3242" y="504"/>
                      <a:pt x="3251" y="347"/>
                      <a:pt x="3242" y="199"/>
                    </a:cubicBezTo>
                    <a:cubicBezTo>
                      <a:pt x="3224" y="54"/>
                      <a:pt x="3164" y="1"/>
                      <a:pt x="30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34"/>
              <p:cNvSpPr/>
              <p:nvPr/>
            </p:nvSpPr>
            <p:spPr>
              <a:xfrm>
                <a:off x="6105539" y="3094489"/>
                <a:ext cx="54081" cy="71425"/>
              </a:xfrm>
              <a:custGeom>
                <a:avLst/>
                <a:gdLst/>
                <a:ahLst/>
                <a:cxnLst/>
                <a:rect l="l" t="t" r="r" b="b"/>
                <a:pathLst>
                  <a:path w="521" h="688" extrusionOk="0">
                    <a:moveTo>
                      <a:pt x="99" y="187"/>
                    </a:moveTo>
                    <a:cubicBezTo>
                      <a:pt x="276" y="266"/>
                      <a:pt x="404" y="365"/>
                      <a:pt x="414" y="562"/>
                    </a:cubicBezTo>
                    <a:cubicBezTo>
                      <a:pt x="247" y="562"/>
                      <a:pt x="168" y="453"/>
                      <a:pt x="99" y="187"/>
                    </a:cubicBezTo>
                    <a:close/>
                    <a:moveTo>
                      <a:pt x="1" y="0"/>
                    </a:moveTo>
                    <a:cubicBezTo>
                      <a:pt x="1" y="217"/>
                      <a:pt x="99" y="503"/>
                      <a:pt x="217" y="601"/>
                    </a:cubicBezTo>
                    <a:cubicBezTo>
                      <a:pt x="247" y="631"/>
                      <a:pt x="276" y="650"/>
                      <a:pt x="316" y="670"/>
                    </a:cubicBezTo>
                    <a:cubicBezTo>
                      <a:pt x="344" y="682"/>
                      <a:pt x="370" y="687"/>
                      <a:pt x="394" y="687"/>
                    </a:cubicBezTo>
                    <a:cubicBezTo>
                      <a:pt x="471" y="687"/>
                      <a:pt x="520" y="630"/>
                      <a:pt x="513" y="532"/>
                    </a:cubicBezTo>
                    <a:cubicBezTo>
                      <a:pt x="503" y="493"/>
                      <a:pt x="503" y="453"/>
                      <a:pt x="483" y="424"/>
                    </a:cubicBezTo>
                    <a:cubicBezTo>
                      <a:pt x="375" y="227"/>
                      <a:pt x="207" y="118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34"/>
              <p:cNvSpPr/>
              <p:nvPr/>
            </p:nvSpPr>
            <p:spPr>
              <a:xfrm>
                <a:off x="5995088" y="3033140"/>
                <a:ext cx="51278" cy="72671"/>
              </a:xfrm>
              <a:custGeom>
                <a:avLst/>
                <a:gdLst/>
                <a:ahLst/>
                <a:cxnLst/>
                <a:rect l="l" t="t" r="r" b="b"/>
                <a:pathLst>
                  <a:path w="494" h="700" extrusionOk="0">
                    <a:moveTo>
                      <a:pt x="109" y="168"/>
                    </a:moveTo>
                    <a:cubicBezTo>
                      <a:pt x="267" y="256"/>
                      <a:pt x="336" y="355"/>
                      <a:pt x="385" y="473"/>
                    </a:cubicBezTo>
                    <a:cubicBezTo>
                      <a:pt x="405" y="503"/>
                      <a:pt x="395" y="581"/>
                      <a:pt x="365" y="591"/>
                    </a:cubicBezTo>
                    <a:cubicBezTo>
                      <a:pt x="354" y="599"/>
                      <a:pt x="337" y="602"/>
                      <a:pt x="319" y="602"/>
                    </a:cubicBezTo>
                    <a:cubicBezTo>
                      <a:pt x="290" y="602"/>
                      <a:pt x="259" y="594"/>
                      <a:pt x="247" y="581"/>
                    </a:cubicBezTo>
                    <a:cubicBezTo>
                      <a:pt x="198" y="512"/>
                      <a:pt x="158" y="434"/>
                      <a:pt x="129" y="355"/>
                    </a:cubicBezTo>
                    <a:cubicBezTo>
                      <a:pt x="109" y="315"/>
                      <a:pt x="119" y="256"/>
                      <a:pt x="109" y="168"/>
                    </a:cubicBezTo>
                    <a:close/>
                    <a:moveTo>
                      <a:pt x="50" y="0"/>
                    </a:moveTo>
                    <a:lnTo>
                      <a:pt x="50" y="0"/>
                    </a:lnTo>
                    <a:cubicBezTo>
                      <a:pt x="1" y="256"/>
                      <a:pt x="40" y="453"/>
                      <a:pt x="158" y="631"/>
                    </a:cubicBezTo>
                    <a:cubicBezTo>
                      <a:pt x="184" y="669"/>
                      <a:pt x="272" y="699"/>
                      <a:pt x="342" y="699"/>
                    </a:cubicBezTo>
                    <a:cubicBezTo>
                      <a:pt x="379" y="699"/>
                      <a:pt x="411" y="691"/>
                      <a:pt x="424" y="670"/>
                    </a:cubicBezTo>
                    <a:cubicBezTo>
                      <a:pt x="464" y="631"/>
                      <a:pt x="493" y="552"/>
                      <a:pt x="483" y="503"/>
                    </a:cubicBezTo>
                    <a:cubicBezTo>
                      <a:pt x="405" y="296"/>
                      <a:pt x="267" y="138"/>
                      <a:pt x="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34"/>
              <p:cNvSpPr/>
              <p:nvPr/>
            </p:nvSpPr>
            <p:spPr>
              <a:xfrm>
                <a:off x="6303916" y="3318401"/>
                <a:ext cx="49202" cy="70490"/>
              </a:xfrm>
              <a:custGeom>
                <a:avLst/>
                <a:gdLst/>
                <a:ahLst/>
                <a:cxnLst/>
                <a:rect l="l" t="t" r="r" b="b"/>
                <a:pathLst>
                  <a:path w="474" h="679" extrusionOk="0">
                    <a:moveTo>
                      <a:pt x="158" y="217"/>
                    </a:moveTo>
                    <a:lnTo>
                      <a:pt x="158" y="217"/>
                    </a:lnTo>
                    <a:cubicBezTo>
                      <a:pt x="276" y="326"/>
                      <a:pt x="434" y="375"/>
                      <a:pt x="365" y="562"/>
                    </a:cubicBezTo>
                    <a:cubicBezTo>
                      <a:pt x="217" y="552"/>
                      <a:pt x="168" y="473"/>
                      <a:pt x="158" y="217"/>
                    </a:cubicBezTo>
                    <a:close/>
                    <a:moveTo>
                      <a:pt x="40" y="1"/>
                    </a:moveTo>
                    <a:cubicBezTo>
                      <a:pt x="20" y="20"/>
                      <a:pt x="1" y="30"/>
                      <a:pt x="1" y="40"/>
                    </a:cubicBezTo>
                    <a:cubicBezTo>
                      <a:pt x="20" y="257"/>
                      <a:pt x="99" y="464"/>
                      <a:pt x="227" y="631"/>
                    </a:cubicBezTo>
                    <a:cubicBezTo>
                      <a:pt x="242" y="660"/>
                      <a:pt x="293" y="678"/>
                      <a:pt x="335" y="678"/>
                    </a:cubicBezTo>
                    <a:cubicBezTo>
                      <a:pt x="350" y="678"/>
                      <a:pt x="364" y="676"/>
                      <a:pt x="375" y="670"/>
                    </a:cubicBezTo>
                    <a:cubicBezTo>
                      <a:pt x="424" y="661"/>
                      <a:pt x="473" y="592"/>
                      <a:pt x="473" y="542"/>
                    </a:cubicBezTo>
                    <a:cubicBezTo>
                      <a:pt x="473" y="473"/>
                      <a:pt x="454" y="385"/>
                      <a:pt x="404" y="335"/>
                    </a:cubicBezTo>
                    <a:cubicBezTo>
                      <a:pt x="296" y="217"/>
                      <a:pt x="168" y="119"/>
                      <a:pt x="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34"/>
              <p:cNvSpPr/>
              <p:nvPr/>
            </p:nvSpPr>
            <p:spPr>
              <a:xfrm>
                <a:off x="6136267" y="2970752"/>
                <a:ext cx="52213" cy="67480"/>
              </a:xfrm>
              <a:custGeom>
                <a:avLst/>
                <a:gdLst/>
                <a:ahLst/>
                <a:cxnLst/>
                <a:rect l="l" t="t" r="r" b="b"/>
                <a:pathLst>
                  <a:path w="503" h="650" extrusionOk="0">
                    <a:moveTo>
                      <a:pt x="138" y="217"/>
                    </a:moveTo>
                    <a:lnTo>
                      <a:pt x="138" y="217"/>
                    </a:lnTo>
                    <a:cubicBezTo>
                      <a:pt x="394" y="325"/>
                      <a:pt x="414" y="345"/>
                      <a:pt x="384" y="542"/>
                    </a:cubicBezTo>
                    <a:cubicBezTo>
                      <a:pt x="236" y="532"/>
                      <a:pt x="177" y="463"/>
                      <a:pt x="138" y="217"/>
                    </a:cubicBezTo>
                    <a:close/>
                    <a:moveTo>
                      <a:pt x="39" y="0"/>
                    </a:moveTo>
                    <a:cubicBezTo>
                      <a:pt x="20" y="10"/>
                      <a:pt x="10" y="20"/>
                      <a:pt x="0" y="30"/>
                    </a:cubicBezTo>
                    <a:cubicBezTo>
                      <a:pt x="49" y="187"/>
                      <a:pt x="89" y="355"/>
                      <a:pt x="148" y="513"/>
                    </a:cubicBezTo>
                    <a:cubicBezTo>
                      <a:pt x="168" y="562"/>
                      <a:pt x="217" y="611"/>
                      <a:pt x="266" y="631"/>
                    </a:cubicBezTo>
                    <a:cubicBezTo>
                      <a:pt x="293" y="642"/>
                      <a:pt x="326" y="649"/>
                      <a:pt x="357" y="649"/>
                    </a:cubicBezTo>
                    <a:cubicBezTo>
                      <a:pt x="382" y="649"/>
                      <a:pt x="406" y="644"/>
                      <a:pt x="424" y="631"/>
                    </a:cubicBezTo>
                    <a:cubicBezTo>
                      <a:pt x="463" y="611"/>
                      <a:pt x="483" y="542"/>
                      <a:pt x="493" y="493"/>
                    </a:cubicBezTo>
                    <a:cubicBezTo>
                      <a:pt x="502" y="444"/>
                      <a:pt x="493" y="394"/>
                      <a:pt x="463" y="355"/>
                    </a:cubicBezTo>
                    <a:cubicBezTo>
                      <a:pt x="355" y="197"/>
                      <a:pt x="197" y="99"/>
                      <a:pt x="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34"/>
              <p:cNvSpPr/>
              <p:nvPr/>
            </p:nvSpPr>
            <p:spPr>
              <a:xfrm>
                <a:off x="6325404" y="2952274"/>
                <a:ext cx="45050" cy="74954"/>
              </a:xfrm>
              <a:custGeom>
                <a:avLst/>
                <a:gdLst/>
                <a:ahLst/>
                <a:cxnLst/>
                <a:rect l="l" t="t" r="r" b="b"/>
                <a:pathLst>
                  <a:path w="434" h="722" extrusionOk="0">
                    <a:moveTo>
                      <a:pt x="109" y="168"/>
                    </a:moveTo>
                    <a:cubicBezTo>
                      <a:pt x="306" y="277"/>
                      <a:pt x="375" y="444"/>
                      <a:pt x="286" y="651"/>
                    </a:cubicBezTo>
                    <a:cubicBezTo>
                      <a:pt x="109" y="513"/>
                      <a:pt x="89" y="444"/>
                      <a:pt x="109" y="168"/>
                    </a:cubicBezTo>
                    <a:close/>
                    <a:moveTo>
                      <a:pt x="89" y="1"/>
                    </a:moveTo>
                    <a:cubicBezTo>
                      <a:pt x="10" y="129"/>
                      <a:pt x="0" y="159"/>
                      <a:pt x="30" y="346"/>
                    </a:cubicBezTo>
                    <a:cubicBezTo>
                      <a:pt x="50" y="454"/>
                      <a:pt x="89" y="562"/>
                      <a:pt x="138" y="651"/>
                    </a:cubicBezTo>
                    <a:cubicBezTo>
                      <a:pt x="156" y="686"/>
                      <a:pt x="237" y="722"/>
                      <a:pt x="289" y="722"/>
                    </a:cubicBezTo>
                    <a:cubicBezTo>
                      <a:pt x="295" y="722"/>
                      <a:pt x="301" y="721"/>
                      <a:pt x="306" y="720"/>
                    </a:cubicBezTo>
                    <a:cubicBezTo>
                      <a:pt x="355" y="700"/>
                      <a:pt x="394" y="631"/>
                      <a:pt x="414" y="572"/>
                    </a:cubicBezTo>
                    <a:cubicBezTo>
                      <a:pt x="434" y="523"/>
                      <a:pt x="424" y="464"/>
                      <a:pt x="404" y="415"/>
                    </a:cubicBezTo>
                    <a:cubicBezTo>
                      <a:pt x="355" y="247"/>
                      <a:pt x="257" y="109"/>
                      <a:pt x="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34"/>
              <p:cNvSpPr/>
              <p:nvPr/>
            </p:nvSpPr>
            <p:spPr>
              <a:xfrm>
                <a:off x="6240489" y="3059714"/>
                <a:ext cx="47126" cy="75266"/>
              </a:xfrm>
              <a:custGeom>
                <a:avLst/>
                <a:gdLst/>
                <a:ahLst/>
                <a:cxnLst/>
                <a:rect l="l" t="t" r="r" b="b"/>
                <a:pathLst>
                  <a:path w="454" h="725" extrusionOk="0">
                    <a:moveTo>
                      <a:pt x="90" y="237"/>
                    </a:moveTo>
                    <a:cubicBezTo>
                      <a:pt x="296" y="325"/>
                      <a:pt x="355" y="453"/>
                      <a:pt x="306" y="641"/>
                    </a:cubicBezTo>
                    <a:cubicBezTo>
                      <a:pt x="119" y="572"/>
                      <a:pt x="129" y="394"/>
                      <a:pt x="90" y="237"/>
                    </a:cubicBezTo>
                    <a:close/>
                    <a:moveTo>
                      <a:pt x="80" y="0"/>
                    </a:moveTo>
                    <a:cubicBezTo>
                      <a:pt x="60" y="79"/>
                      <a:pt x="30" y="119"/>
                      <a:pt x="30" y="168"/>
                    </a:cubicBezTo>
                    <a:cubicBezTo>
                      <a:pt x="1" y="345"/>
                      <a:pt x="40" y="513"/>
                      <a:pt x="149" y="660"/>
                    </a:cubicBezTo>
                    <a:cubicBezTo>
                      <a:pt x="187" y="699"/>
                      <a:pt x="234" y="725"/>
                      <a:pt x="283" y="725"/>
                    </a:cubicBezTo>
                    <a:cubicBezTo>
                      <a:pt x="310" y="725"/>
                      <a:pt x="338" y="717"/>
                      <a:pt x="365" y="700"/>
                    </a:cubicBezTo>
                    <a:cubicBezTo>
                      <a:pt x="434" y="660"/>
                      <a:pt x="454" y="591"/>
                      <a:pt x="434" y="513"/>
                    </a:cubicBezTo>
                    <a:cubicBezTo>
                      <a:pt x="424" y="473"/>
                      <a:pt x="424" y="434"/>
                      <a:pt x="395" y="404"/>
                    </a:cubicBezTo>
                    <a:cubicBezTo>
                      <a:pt x="296" y="276"/>
                      <a:pt x="198" y="148"/>
                      <a:pt x="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34"/>
              <p:cNvSpPr/>
              <p:nvPr/>
            </p:nvSpPr>
            <p:spPr>
              <a:xfrm>
                <a:off x="6100453" y="3207950"/>
                <a:ext cx="62489" cy="68518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60" extrusionOk="0">
                    <a:moveTo>
                      <a:pt x="109" y="188"/>
                    </a:moveTo>
                    <a:cubicBezTo>
                      <a:pt x="306" y="198"/>
                      <a:pt x="394" y="326"/>
                      <a:pt x="483" y="454"/>
                    </a:cubicBezTo>
                    <a:cubicBezTo>
                      <a:pt x="493" y="464"/>
                      <a:pt x="483" y="523"/>
                      <a:pt x="473" y="533"/>
                    </a:cubicBezTo>
                    <a:cubicBezTo>
                      <a:pt x="455" y="545"/>
                      <a:pt x="429" y="553"/>
                      <a:pt x="405" y="553"/>
                    </a:cubicBezTo>
                    <a:cubicBezTo>
                      <a:pt x="390" y="553"/>
                      <a:pt x="376" y="550"/>
                      <a:pt x="365" y="542"/>
                    </a:cubicBezTo>
                    <a:cubicBezTo>
                      <a:pt x="247" y="464"/>
                      <a:pt x="158" y="355"/>
                      <a:pt x="109" y="188"/>
                    </a:cubicBezTo>
                    <a:close/>
                    <a:moveTo>
                      <a:pt x="40" y="1"/>
                    </a:moveTo>
                    <a:cubicBezTo>
                      <a:pt x="0" y="227"/>
                      <a:pt x="158" y="542"/>
                      <a:pt x="335" y="621"/>
                    </a:cubicBezTo>
                    <a:cubicBezTo>
                      <a:pt x="364" y="639"/>
                      <a:pt x="400" y="660"/>
                      <a:pt x="437" y="660"/>
                    </a:cubicBezTo>
                    <a:cubicBezTo>
                      <a:pt x="462" y="660"/>
                      <a:pt x="488" y="650"/>
                      <a:pt x="513" y="621"/>
                    </a:cubicBezTo>
                    <a:cubicBezTo>
                      <a:pt x="572" y="552"/>
                      <a:pt x="601" y="483"/>
                      <a:pt x="542" y="395"/>
                    </a:cubicBezTo>
                    <a:cubicBezTo>
                      <a:pt x="503" y="355"/>
                      <a:pt x="483" y="306"/>
                      <a:pt x="444" y="276"/>
                    </a:cubicBezTo>
                    <a:cubicBezTo>
                      <a:pt x="316" y="188"/>
                      <a:pt x="187" y="99"/>
                      <a:pt x="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34"/>
              <p:cNvSpPr/>
              <p:nvPr/>
            </p:nvSpPr>
            <p:spPr>
              <a:xfrm>
                <a:off x="6435855" y="3064801"/>
                <a:ext cx="43078" cy="77550"/>
              </a:xfrm>
              <a:custGeom>
                <a:avLst/>
                <a:gdLst/>
                <a:ahLst/>
                <a:cxnLst/>
                <a:rect l="l" t="t" r="r" b="b"/>
                <a:pathLst>
                  <a:path w="415" h="747" extrusionOk="0">
                    <a:moveTo>
                      <a:pt x="148" y="89"/>
                    </a:moveTo>
                    <a:cubicBezTo>
                      <a:pt x="207" y="188"/>
                      <a:pt x="256" y="267"/>
                      <a:pt x="286" y="336"/>
                    </a:cubicBezTo>
                    <a:cubicBezTo>
                      <a:pt x="306" y="414"/>
                      <a:pt x="325" y="483"/>
                      <a:pt x="325" y="562"/>
                    </a:cubicBezTo>
                    <a:cubicBezTo>
                      <a:pt x="325" y="592"/>
                      <a:pt x="296" y="651"/>
                      <a:pt x="276" y="661"/>
                    </a:cubicBezTo>
                    <a:cubicBezTo>
                      <a:pt x="237" y="661"/>
                      <a:pt x="197" y="641"/>
                      <a:pt x="168" y="611"/>
                    </a:cubicBezTo>
                    <a:cubicBezTo>
                      <a:pt x="138" y="592"/>
                      <a:pt x="119" y="542"/>
                      <a:pt x="109" y="513"/>
                    </a:cubicBezTo>
                    <a:cubicBezTo>
                      <a:pt x="69" y="375"/>
                      <a:pt x="79" y="247"/>
                      <a:pt x="148" y="89"/>
                    </a:cubicBezTo>
                    <a:close/>
                    <a:moveTo>
                      <a:pt x="197" y="1"/>
                    </a:moveTo>
                    <a:cubicBezTo>
                      <a:pt x="40" y="79"/>
                      <a:pt x="20" y="119"/>
                      <a:pt x="10" y="355"/>
                    </a:cubicBezTo>
                    <a:cubicBezTo>
                      <a:pt x="10" y="493"/>
                      <a:pt x="0" y="631"/>
                      <a:pt x="158" y="710"/>
                    </a:cubicBezTo>
                    <a:cubicBezTo>
                      <a:pt x="158" y="710"/>
                      <a:pt x="168" y="710"/>
                      <a:pt x="168" y="720"/>
                    </a:cubicBezTo>
                    <a:cubicBezTo>
                      <a:pt x="204" y="738"/>
                      <a:pt x="238" y="747"/>
                      <a:pt x="269" y="747"/>
                    </a:cubicBezTo>
                    <a:cubicBezTo>
                      <a:pt x="339" y="747"/>
                      <a:pt x="391" y="700"/>
                      <a:pt x="404" y="611"/>
                    </a:cubicBezTo>
                    <a:cubicBezTo>
                      <a:pt x="414" y="533"/>
                      <a:pt x="404" y="434"/>
                      <a:pt x="375" y="365"/>
                    </a:cubicBezTo>
                    <a:cubicBezTo>
                      <a:pt x="325" y="237"/>
                      <a:pt x="266" y="129"/>
                      <a:pt x="1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34"/>
              <p:cNvSpPr/>
              <p:nvPr/>
            </p:nvSpPr>
            <p:spPr>
              <a:xfrm>
                <a:off x="6279417" y="2727117"/>
                <a:ext cx="67575" cy="49831"/>
              </a:xfrm>
              <a:custGeom>
                <a:avLst/>
                <a:gdLst/>
                <a:ahLst/>
                <a:cxnLst/>
                <a:rect l="l" t="t" r="r" b="b"/>
                <a:pathLst>
                  <a:path w="651" h="480" extrusionOk="0">
                    <a:moveTo>
                      <a:pt x="247" y="117"/>
                    </a:moveTo>
                    <a:cubicBezTo>
                      <a:pt x="355" y="117"/>
                      <a:pt x="432" y="182"/>
                      <a:pt x="503" y="229"/>
                    </a:cubicBezTo>
                    <a:cubicBezTo>
                      <a:pt x="552" y="269"/>
                      <a:pt x="552" y="338"/>
                      <a:pt x="463" y="387"/>
                    </a:cubicBezTo>
                    <a:cubicBezTo>
                      <a:pt x="375" y="308"/>
                      <a:pt x="276" y="229"/>
                      <a:pt x="158" y="131"/>
                    </a:cubicBezTo>
                    <a:cubicBezTo>
                      <a:pt x="190" y="121"/>
                      <a:pt x="220" y="117"/>
                      <a:pt x="247" y="117"/>
                    </a:cubicBezTo>
                    <a:close/>
                    <a:moveTo>
                      <a:pt x="61" y="0"/>
                    </a:moveTo>
                    <a:cubicBezTo>
                      <a:pt x="41" y="0"/>
                      <a:pt x="21" y="1"/>
                      <a:pt x="0" y="3"/>
                    </a:cubicBezTo>
                    <a:cubicBezTo>
                      <a:pt x="10" y="62"/>
                      <a:pt x="10" y="111"/>
                      <a:pt x="30" y="131"/>
                    </a:cubicBezTo>
                    <a:cubicBezTo>
                      <a:pt x="158" y="239"/>
                      <a:pt x="296" y="357"/>
                      <a:pt x="434" y="456"/>
                    </a:cubicBezTo>
                    <a:cubicBezTo>
                      <a:pt x="456" y="471"/>
                      <a:pt x="481" y="479"/>
                      <a:pt x="504" y="479"/>
                    </a:cubicBezTo>
                    <a:cubicBezTo>
                      <a:pt x="541" y="479"/>
                      <a:pt x="577" y="459"/>
                      <a:pt x="601" y="417"/>
                    </a:cubicBezTo>
                    <a:cubicBezTo>
                      <a:pt x="650" y="338"/>
                      <a:pt x="631" y="210"/>
                      <a:pt x="552" y="170"/>
                    </a:cubicBezTo>
                    <a:cubicBezTo>
                      <a:pt x="409" y="81"/>
                      <a:pt x="250" y="0"/>
                      <a:pt x="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34"/>
              <p:cNvSpPr/>
              <p:nvPr/>
            </p:nvSpPr>
            <p:spPr>
              <a:xfrm>
                <a:off x="6393917" y="3199750"/>
                <a:ext cx="36954" cy="72774"/>
              </a:xfrm>
              <a:custGeom>
                <a:avLst/>
                <a:gdLst/>
                <a:ahLst/>
                <a:cxnLst/>
                <a:rect l="l" t="t" r="r" b="b"/>
                <a:pathLst>
                  <a:path w="356" h="701" extrusionOk="0">
                    <a:moveTo>
                      <a:pt x="109" y="208"/>
                    </a:moveTo>
                    <a:cubicBezTo>
                      <a:pt x="247" y="346"/>
                      <a:pt x="266" y="454"/>
                      <a:pt x="168" y="612"/>
                    </a:cubicBezTo>
                    <a:cubicBezTo>
                      <a:pt x="60" y="484"/>
                      <a:pt x="99" y="355"/>
                      <a:pt x="109" y="208"/>
                    </a:cubicBezTo>
                    <a:close/>
                    <a:moveTo>
                      <a:pt x="60" y="1"/>
                    </a:moveTo>
                    <a:cubicBezTo>
                      <a:pt x="20" y="168"/>
                      <a:pt x="0" y="444"/>
                      <a:pt x="30" y="562"/>
                    </a:cubicBezTo>
                    <a:cubicBezTo>
                      <a:pt x="40" y="631"/>
                      <a:pt x="60" y="700"/>
                      <a:pt x="158" y="700"/>
                    </a:cubicBezTo>
                    <a:cubicBezTo>
                      <a:pt x="237" y="700"/>
                      <a:pt x="306" y="641"/>
                      <a:pt x="326" y="543"/>
                    </a:cubicBezTo>
                    <a:cubicBezTo>
                      <a:pt x="355" y="385"/>
                      <a:pt x="227" y="109"/>
                      <a:pt x="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34"/>
              <p:cNvSpPr/>
              <p:nvPr/>
            </p:nvSpPr>
            <p:spPr>
              <a:xfrm>
                <a:off x="6188378" y="3194663"/>
                <a:ext cx="61451" cy="62704"/>
              </a:xfrm>
              <a:custGeom>
                <a:avLst/>
                <a:gdLst/>
                <a:ahLst/>
                <a:cxnLst/>
                <a:rect l="l" t="t" r="r" b="b"/>
                <a:pathLst>
                  <a:path w="592" h="604" extrusionOk="0">
                    <a:moveTo>
                      <a:pt x="178" y="178"/>
                    </a:moveTo>
                    <a:cubicBezTo>
                      <a:pt x="306" y="198"/>
                      <a:pt x="385" y="257"/>
                      <a:pt x="463" y="336"/>
                    </a:cubicBezTo>
                    <a:cubicBezTo>
                      <a:pt x="523" y="395"/>
                      <a:pt x="523" y="395"/>
                      <a:pt x="424" y="513"/>
                    </a:cubicBezTo>
                    <a:cubicBezTo>
                      <a:pt x="316" y="414"/>
                      <a:pt x="207" y="345"/>
                      <a:pt x="178" y="178"/>
                    </a:cubicBezTo>
                    <a:close/>
                    <a:moveTo>
                      <a:pt x="0" y="1"/>
                    </a:moveTo>
                    <a:cubicBezTo>
                      <a:pt x="50" y="129"/>
                      <a:pt x="89" y="217"/>
                      <a:pt x="129" y="306"/>
                    </a:cubicBezTo>
                    <a:cubicBezTo>
                      <a:pt x="168" y="424"/>
                      <a:pt x="266" y="493"/>
                      <a:pt x="355" y="572"/>
                    </a:cubicBezTo>
                    <a:cubicBezTo>
                      <a:pt x="381" y="593"/>
                      <a:pt x="406" y="603"/>
                      <a:pt x="431" y="603"/>
                    </a:cubicBezTo>
                    <a:cubicBezTo>
                      <a:pt x="463" y="603"/>
                      <a:pt x="495" y="586"/>
                      <a:pt x="523" y="552"/>
                    </a:cubicBezTo>
                    <a:cubicBezTo>
                      <a:pt x="582" y="503"/>
                      <a:pt x="592" y="336"/>
                      <a:pt x="532" y="286"/>
                    </a:cubicBezTo>
                    <a:cubicBezTo>
                      <a:pt x="385" y="168"/>
                      <a:pt x="227" y="60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34"/>
              <p:cNvSpPr/>
              <p:nvPr/>
            </p:nvSpPr>
            <p:spPr>
              <a:xfrm>
                <a:off x="6212877" y="2919575"/>
                <a:ext cx="54289" cy="68310"/>
              </a:xfrm>
              <a:custGeom>
                <a:avLst/>
                <a:gdLst/>
                <a:ahLst/>
                <a:cxnLst/>
                <a:rect l="l" t="t" r="r" b="b"/>
                <a:pathLst>
                  <a:path w="523" h="658" extrusionOk="0">
                    <a:moveTo>
                      <a:pt x="139" y="139"/>
                    </a:moveTo>
                    <a:cubicBezTo>
                      <a:pt x="218" y="227"/>
                      <a:pt x="306" y="306"/>
                      <a:pt x="375" y="385"/>
                    </a:cubicBezTo>
                    <a:cubicBezTo>
                      <a:pt x="415" y="434"/>
                      <a:pt x="424" y="503"/>
                      <a:pt x="365" y="543"/>
                    </a:cubicBezTo>
                    <a:cubicBezTo>
                      <a:pt x="344" y="555"/>
                      <a:pt x="324" y="560"/>
                      <a:pt x="305" y="560"/>
                    </a:cubicBezTo>
                    <a:cubicBezTo>
                      <a:pt x="263" y="560"/>
                      <a:pt x="228" y="531"/>
                      <a:pt x="208" y="483"/>
                    </a:cubicBezTo>
                    <a:cubicBezTo>
                      <a:pt x="168" y="375"/>
                      <a:pt x="129" y="277"/>
                      <a:pt x="90" y="168"/>
                    </a:cubicBezTo>
                    <a:lnTo>
                      <a:pt x="139" y="139"/>
                    </a:lnTo>
                    <a:close/>
                    <a:moveTo>
                      <a:pt x="109" y="1"/>
                    </a:moveTo>
                    <a:lnTo>
                      <a:pt x="50" y="20"/>
                    </a:lnTo>
                    <a:cubicBezTo>
                      <a:pt x="40" y="60"/>
                      <a:pt x="1" y="109"/>
                      <a:pt x="11" y="149"/>
                    </a:cubicBezTo>
                    <a:cubicBezTo>
                      <a:pt x="50" y="286"/>
                      <a:pt x="99" y="434"/>
                      <a:pt x="168" y="562"/>
                    </a:cubicBezTo>
                    <a:cubicBezTo>
                      <a:pt x="204" y="628"/>
                      <a:pt x="258" y="657"/>
                      <a:pt x="312" y="657"/>
                    </a:cubicBezTo>
                    <a:cubicBezTo>
                      <a:pt x="348" y="657"/>
                      <a:pt x="383" y="645"/>
                      <a:pt x="415" y="621"/>
                    </a:cubicBezTo>
                    <a:cubicBezTo>
                      <a:pt x="484" y="572"/>
                      <a:pt x="523" y="434"/>
                      <a:pt x="454" y="355"/>
                    </a:cubicBezTo>
                    <a:cubicBezTo>
                      <a:pt x="356" y="227"/>
                      <a:pt x="227" y="119"/>
                      <a:pt x="1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34"/>
              <p:cNvSpPr/>
              <p:nvPr/>
            </p:nvSpPr>
            <p:spPr>
              <a:xfrm>
                <a:off x="6338691" y="3090960"/>
                <a:ext cx="46088" cy="71113"/>
              </a:xfrm>
              <a:custGeom>
                <a:avLst/>
                <a:gdLst/>
                <a:ahLst/>
                <a:cxnLst/>
                <a:rect l="l" t="t" r="r" b="b"/>
                <a:pathLst>
                  <a:path w="444" h="685" extrusionOk="0">
                    <a:moveTo>
                      <a:pt x="178" y="212"/>
                    </a:moveTo>
                    <a:lnTo>
                      <a:pt x="178" y="212"/>
                    </a:lnTo>
                    <a:cubicBezTo>
                      <a:pt x="316" y="310"/>
                      <a:pt x="345" y="428"/>
                      <a:pt x="266" y="566"/>
                    </a:cubicBezTo>
                    <a:cubicBezTo>
                      <a:pt x="168" y="448"/>
                      <a:pt x="148" y="399"/>
                      <a:pt x="178" y="212"/>
                    </a:cubicBezTo>
                    <a:close/>
                    <a:moveTo>
                      <a:pt x="136" y="0"/>
                    </a:moveTo>
                    <a:cubicBezTo>
                      <a:pt x="113" y="0"/>
                      <a:pt x="76" y="5"/>
                      <a:pt x="30" y="5"/>
                    </a:cubicBezTo>
                    <a:cubicBezTo>
                      <a:pt x="129" y="231"/>
                      <a:pt x="1" y="507"/>
                      <a:pt x="266" y="684"/>
                    </a:cubicBezTo>
                    <a:cubicBezTo>
                      <a:pt x="414" y="566"/>
                      <a:pt x="444" y="497"/>
                      <a:pt x="375" y="340"/>
                    </a:cubicBezTo>
                    <a:cubicBezTo>
                      <a:pt x="326" y="221"/>
                      <a:pt x="237" y="113"/>
                      <a:pt x="158" y="5"/>
                    </a:cubicBezTo>
                    <a:cubicBezTo>
                      <a:pt x="155" y="1"/>
                      <a:pt x="147" y="0"/>
                      <a:pt x="1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34"/>
              <p:cNvSpPr/>
              <p:nvPr/>
            </p:nvSpPr>
            <p:spPr>
              <a:xfrm>
                <a:off x="6279417" y="2840786"/>
                <a:ext cx="49202" cy="65300"/>
              </a:xfrm>
              <a:custGeom>
                <a:avLst/>
                <a:gdLst/>
                <a:ahLst/>
                <a:cxnLst/>
                <a:rect l="l" t="t" r="r" b="b"/>
                <a:pathLst>
                  <a:path w="474" h="629" extrusionOk="0">
                    <a:moveTo>
                      <a:pt x="118" y="129"/>
                    </a:moveTo>
                    <a:lnTo>
                      <a:pt x="118" y="129"/>
                    </a:lnTo>
                    <a:cubicBezTo>
                      <a:pt x="286" y="257"/>
                      <a:pt x="355" y="395"/>
                      <a:pt x="335" y="523"/>
                    </a:cubicBezTo>
                    <a:cubicBezTo>
                      <a:pt x="158" y="494"/>
                      <a:pt x="118" y="405"/>
                      <a:pt x="118" y="129"/>
                    </a:cubicBezTo>
                    <a:close/>
                    <a:moveTo>
                      <a:pt x="130" y="1"/>
                    </a:moveTo>
                    <a:cubicBezTo>
                      <a:pt x="117" y="1"/>
                      <a:pt x="104" y="4"/>
                      <a:pt x="89" y="11"/>
                    </a:cubicBezTo>
                    <a:cubicBezTo>
                      <a:pt x="0" y="51"/>
                      <a:pt x="20" y="129"/>
                      <a:pt x="40" y="198"/>
                    </a:cubicBezTo>
                    <a:cubicBezTo>
                      <a:pt x="49" y="287"/>
                      <a:pt x="89" y="356"/>
                      <a:pt x="99" y="445"/>
                    </a:cubicBezTo>
                    <a:cubicBezTo>
                      <a:pt x="118" y="553"/>
                      <a:pt x="187" y="602"/>
                      <a:pt x="276" y="622"/>
                    </a:cubicBezTo>
                    <a:cubicBezTo>
                      <a:pt x="291" y="626"/>
                      <a:pt x="304" y="628"/>
                      <a:pt x="316" y="628"/>
                    </a:cubicBezTo>
                    <a:cubicBezTo>
                      <a:pt x="387" y="628"/>
                      <a:pt x="423" y="561"/>
                      <a:pt x="473" y="494"/>
                    </a:cubicBezTo>
                    <a:cubicBezTo>
                      <a:pt x="404" y="366"/>
                      <a:pt x="335" y="228"/>
                      <a:pt x="256" y="110"/>
                    </a:cubicBezTo>
                    <a:cubicBezTo>
                      <a:pt x="224" y="62"/>
                      <a:pt x="186" y="1"/>
                      <a:pt x="1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34"/>
              <p:cNvSpPr/>
              <p:nvPr/>
            </p:nvSpPr>
            <p:spPr>
              <a:xfrm>
                <a:off x="6353017" y="2812239"/>
                <a:ext cx="57714" cy="65092"/>
              </a:xfrm>
              <a:custGeom>
                <a:avLst/>
                <a:gdLst/>
                <a:ahLst/>
                <a:cxnLst/>
                <a:rect l="l" t="t" r="r" b="b"/>
                <a:pathLst>
                  <a:path w="556" h="627" extrusionOk="0">
                    <a:moveTo>
                      <a:pt x="109" y="129"/>
                    </a:moveTo>
                    <a:lnTo>
                      <a:pt x="109" y="129"/>
                    </a:lnTo>
                    <a:cubicBezTo>
                      <a:pt x="414" y="266"/>
                      <a:pt x="473" y="335"/>
                      <a:pt x="434" y="542"/>
                    </a:cubicBezTo>
                    <a:cubicBezTo>
                      <a:pt x="247" y="483"/>
                      <a:pt x="188" y="404"/>
                      <a:pt x="109" y="129"/>
                    </a:cubicBezTo>
                    <a:close/>
                    <a:moveTo>
                      <a:pt x="40" y="0"/>
                    </a:moveTo>
                    <a:cubicBezTo>
                      <a:pt x="30" y="20"/>
                      <a:pt x="20" y="30"/>
                      <a:pt x="0" y="40"/>
                    </a:cubicBezTo>
                    <a:cubicBezTo>
                      <a:pt x="50" y="237"/>
                      <a:pt x="119" y="424"/>
                      <a:pt x="276" y="572"/>
                    </a:cubicBezTo>
                    <a:cubicBezTo>
                      <a:pt x="296" y="591"/>
                      <a:pt x="316" y="601"/>
                      <a:pt x="345" y="611"/>
                    </a:cubicBezTo>
                    <a:cubicBezTo>
                      <a:pt x="371" y="621"/>
                      <a:pt x="396" y="626"/>
                      <a:pt x="418" y="626"/>
                    </a:cubicBezTo>
                    <a:cubicBezTo>
                      <a:pt x="505" y="626"/>
                      <a:pt x="556" y="555"/>
                      <a:pt x="532" y="454"/>
                    </a:cubicBezTo>
                    <a:cubicBezTo>
                      <a:pt x="503" y="375"/>
                      <a:pt x="463" y="276"/>
                      <a:pt x="404" y="227"/>
                    </a:cubicBezTo>
                    <a:cubicBezTo>
                      <a:pt x="296" y="138"/>
                      <a:pt x="168" y="79"/>
                      <a:pt x="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34"/>
              <p:cNvSpPr/>
              <p:nvPr/>
            </p:nvSpPr>
            <p:spPr>
              <a:xfrm>
                <a:off x="6424540" y="2920613"/>
                <a:ext cx="38718" cy="83571"/>
              </a:xfrm>
              <a:custGeom>
                <a:avLst/>
                <a:gdLst/>
                <a:ahLst/>
                <a:cxnLst/>
                <a:rect l="l" t="t" r="r" b="b"/>
                <a:pathLst>
                  <a:path w="373" h="805" extrusionOk="0">
                    <a:moveTo>
                      <a:pt x="99" y="207"/>
                    </a:moveTo>
                    <a:cubicBezTo>
                      <a:pt x="168" y="316"/>
                      <a:pt x="228" y="414"/>
                      <a:pt x="287" y="513"/>
                    </a:cubicBezTo>
                    <a:cubicBezTo>
                      <a:pt x="306" y="542"/>
                      <a:pt x="316" y="582"/>
                      <a:pt x="316" y="602"/>
                    </a:cubicBezTo>
                    <a:cubicBezTo>
                      <a:pt x="297" y="641"/>
                      <a:pt x="277" y="680"/>
                      <a:pt x="237" y="700"/>
                    </a:cubicBezTo>
                    <a:cubicBezTo>
                      <a:pt x="236" y="701"/>
                      <a:pt x="234" y="702"/>
                      <a:pt x="231" y="702"/>
                    </a:cubicBezTo>
                    <a:cubicBezTo>
                      <a:pt x="213" y="702"/>
                      <a:pt x="167" y="676"/>
                      <a:pt x="159" y="651"/>
                    </a:cubicBezTo>
                    <a:cubicBezTo>
                      <a:pt x="109" y="513"/>
                      <a:pt x="80" y="375"/>
                      <a:pt x="40" y="227"/>
                    </a:cubicBezTo>
                    <a:cubicBezTo>
                      <a:pt x="60" y="227"/>
                      <a:pt x="80" y="217"/>
                      <a:pt x="99" y="207"/>
                    </a:cubicBezTo>
                    <a:close/>
                    <a:moveTo>
                      <a:pt x="70" y="1"/>
                    </a:moveTo>
                    <a:cubicBezTo>
                      <a:pt x="40" y="60"/>
                      <a:pt x="1" y="99"/>
                      <a:pt x="1" y="139"/>
                    </a:cubicBezTo>
                    <a:cubicBezTo>
                      <a:pt x="21" y="306"/>
                      <a:pt x="40" y="483"/>
                      <a:pt x="70" y="651"/>
                    </a:cubicBezTo>
                    <a:cubicBezTo>
                      <a:pt x="70" y="700"/>
                      <a:pt x="109" y="749"/>
                      <a:pt x="149" y="769"/>
                    </a:cubicBezTo>
                    <a:cubicBezTo>
                      <a:pt x="182" y="793"/>
                      <a:pt x="217" y="805"/>
                      <a:pt x="248" y="805"/>
                    </a:cubicBezTo>
                    <a:cubicBezTo>
                      <a:pt x="318" y="805"/>
                      <a:pt x="372" y="749"/>
                      <a:pt x="365" y="661"/>
                    </a:cubicBezTo>
                    <a:cubicBezTo>
                      <a:pt x="356" y="562"/>
                      <a:pt x="326" y="454"/>
                      <a:pt x="277" y="355"/>
                    </a:cubicBezTo>
                    <a:cubicBezTo>
                      <a:pt x="228" y="247"/>
                      <a:pt x="159" y="148"/>
                      <a:pt x="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34"/>
              <p:cNvSpPr/>
              <p:nvPr/>
            </p:nvSpPr>
            <p:spPr>
              <a:xfrm>
                <a:off x="6199589" y="3319439"/>
                <a:ext cx="61347" cy="49831"/>
              </a:xfrm>
              <a:custGeom>
                <a:avLst/>
                <a:gdLst/>
                <a:ahLst/>
                <a:cxnLst/>
                <a:rect l="l" t="t" r="r" b="b"/>
                <a:pathLst>
                  <a:path w="591" h="480" extrusionOk="0">
                    <a:moveTo>
                      <a:pt x="178" y="178"/>
                    </a:moveTo>
                    <a:cubicBezTo>
                      <a:pt x="434" y="178"/>
                      <a:pt x="503" y="227"/>
                      <a:pt x="464" y="394"/>
                    </a:cubicBezTo>
                    <a:cubicBezTo>
                      <a:pt x="326" y="375"/>
                      <a:pt x="267" y="276"/>
                      <a:pt x="178" y="178"/>
                    </a:cubicBezTo>
                    <a:close/>
                    <a:moveTo>
                      <a:pt x="21" y="0"/>
                    </a:moveTo>
                    <a:cubicBezTo>
                      <a:pt x="21" y="20"/>
                      <a:pt x="1" y="40"/>
                      <a:pt x="11" y="60"/>
                    </a:cubicBezTo>
                    <a:cubicBezTo>
                      <a:pt x="89" y="247"/>
                      <a:pt x="218" y="394"/>
                      <a:pt x="415" y="473"/>
                    </a:cubicBezTo>
                    <a:cubicBezTo>
                      <a:pt x="427" y="478"/>
                      <a:pt x="440" y="480"/>
                      <a:pt x="453" y="480"/>
                    </a:cubicBezTo>
                    <a:cubicBezTo>
                      <a:pt x="527" y="480"/>
                      <a:pt x="590" y="410"/>
                      <a:pt x="582" y="325"/>
                    </a:cubicBezTo>
                    <a:cubicBezTo>
                      <a:pt x="582" y="237"/>
                      <a:pt x="533" y="178"/>
                      <a:pt x="464" y="148"/>
                    </a:cubicBezTo>
                    <a:cubicBezTo>
                      <a:pt x="316" y="89"/>
                      <a:pt x="168" y="50"/>
                      <a:pt x="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34"/>
              <p:cNvSpPr/>
              <p:nvPr/>
            </p:nvSpPr>
            <p:spPr>
              <a:xfrm>
                <a:off x="5889827" y="3011652"/>
                <a:ext cx="37888" cy="69764"/>
              </a:xfrm>
              <a:custGeom>
                <a:avLst/>
                <a:gdLst/>
                <a:ahLst/>
                <a:cxnLst/>
                <a:rect l="l" t="t" r="r" b="b"/>
                <a:pathLst>
                  <a:path w="365" h="672" extrusionOk="0">
                    <a:moveTo>
                      <a:pt x="89" y="217"/>
                    </a:moveTo>
                    <a:lnTo>
                      <a:pt x="89" y="217"/>
                    </a:lnTo>
                    <a:cubicBezTo>
                      <a:pt x="177" y="316"/>
                      <a:pt x="296" y="404"/>
                      <a:pt x="246" y="591"/>
                    </a:cubicBezTo>
                    <a:cubicBezTo>
                      <a:pt x="99" y="483"/>
                      <a:pt x="108" y="345"/>
                      <a:pt x="89" y="217"/>
                    </a:cubicBezTo>
                    <a:close/>
                    <a:moveTo>
                      <a:pt x="69" y="0"/>
                    </a:moveTo>
                    <a:cubicBezTo>
                      <a:pt x="49" y="10"/>
                      <a:pt x="30" y="10"/>
                      <a:pt x="10" y="20"/>
                    </a:cubicBezTo>
                    <a:cubicBezTo>
                      <a:pt x="0" y="197"/>
                      <a:pt x="0" y="375"/>
                      <a:pt x="69" y="552"/>
                    </a:cubicBezTo>
                    <a:cubicBezTo>
                      <a:pt x="89" y="582"/>
                      <a:pt x="128" y="621"/>
                      <a:pt x="158" y="650"/>
                    </a:cubicBezTo>
                    <a:cubicBezTo>
                      <a:pt x="181" y="665"/>
                      <a:pt x="206" y="672"/>
                      <a:pt x="231" y="672"/>
                    </a:cubicBezTo>
                    <a:cubicBezTo>
                      <a:pt x="291" y="672"/>
                      <a:pt x="348" y="632"/>
                      <a:pt x="355" y="562"/>
                    </a:cubicBezTo>
                    <a:cubicBezTo>
                      <a:pt x="365" y="513"/>
                      <a:pt x="365" y="444"/>
                      <a:pt x="335" y="394"/>
                    </a:cubicBezTo>
                    <a:cubicBezTo>
                      <a:pt x="246" y="256"/>
                      <a:pt x="158" y="128"/>
                      <a:pt x="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34"/>
              <p:cNvSpPr/>
              <p:nvPr/>
            </p:nvSpPr>
            <p:spPr>
              <a:xfrm>
                <a:off x="6438866" y="2814315"/>
                <a:ext cx="48164" cy="63846"/>
              </a:xfrm>
              <a:custGeom>
                <a:avLst/>
                <a:gdLst/>
                <a:ahLst/>
                <a:cxnLst/>
                <a:rect l="l" t="t" r="r" b="b"/>
                <a:pathLst>
                  <a:path w="464" h="615" extrusionOk="0">
                    <a:moveTo>
                      <a:pt x="109" y="138"/>
                    </a:moveTo>
                    <a:lnTo>
                      <a:pt x="109" y="138"/>
                    </a:lnTo>
                    <a:cubicBezTo>
                      <a:pt x="267" y="237"/>
                      <a:pt x="375" y="345"/>
                      <a:pt x="385" y="522"/>
                    </a:cubicBezTo>
                    <a:cubicBezTo>
                      <a:pt x="208" y="512"/>
                      <a:pt x="119" y="404"/>
                      <a:pt x="109" y="138"/>
                    </a:cubicBezTo>
                    <a:close/>
                    <a:moveTo>
                      <a:pt x="60" y="0"/>
                    </a:moveTo>
                    <a:cubicBezTo>
                      <a:pt x="30" y="40"/>
                      <a:pt x="1" y="59"/>
                      <a:pt x="1" y="79"/>
                    </a:cubicBezTo>
                    <a:cubicBezTo>
                      <a:pt x="11" y="286"/>
                      <a:pt x="99" y="453"/>
                      <a:pt x="247" y="591"/>
                    </a:cubicBezTo>
                    <a:cubicBezTo>
                      <a:pt x="263" y="607"/>
                      <a:pt x="298" y="615"/>
                      <a:pt x="332" y="615"/>
                    </a:cubicBezTo>
                    <a:cubicBezTo>
                      <a:pt x="359" y="615"/>
                      <a:pt x="387" y="610"/>
                      <a:pt x="405" y="601"/>
                    </a:cubicBezTo>
                    <a:cubicBezTo>
                      <a:pt x="444" y="581"/>
                      <a:pt x="464" y="503"/>
                      <a:pt x="454" y="453"/>
                    </a:cubicBezTo>
                    <a:cubicBezTo>
                      <a:pt x="415" y="217"/>
                      <a:pt x="227" y="118"/>
                      <a:pt x="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34"/>
              <p:cNvSpPr/>
              <p:nvPr/>
            </p:nvSpPr>
            <p:spPr>
              <a:xfrm>
                <a:off x="6101491" y="2821374"/>
                <a:ext cx="45050" cy="58448"/>
              </a:xfrm>
              <a:custGeom>
                <a:avLst/>
                <a:gdLst/>
                <a:ahLst/>
                <a:cxnLst/>
                <a:rect l="l" t="t" r="r" b="b"/>
                <a:pathLst>
                  <a:path w="434" h="563" extrusionOk="0">
                    <a:moveTo>
                      <a:pt x="118" y="80"/>
                    </a:moveTo>
                    <a:cubicBezTo>
                      <a:pt x="276" y="169"/>
                      <a:pt x="335" y="287"/>
                      <a:pt x="325" y="454"/>
                    </a:cubicBezTo>
                    <a:cubicBezTo>
                      <a:pt x="148" y="415"/>
                      <a:pt x="109" y="326"/>
                      <a:pt x="118" y="80"/>
                    </a:cubicBezTo>
                    <a:close/>
                    <a:moveTo>
                      <a:pt x="60" y="0"/>
                    </a:moveTo>
                    <a:cubicBezTo>
                      <a:pt x="50" y="0"/>
                      <a:pt x="40" y="1"/>
                      <a:pt x="30" y="1"/>
                    </a:cubicBezTo>
                    <a:cubicBezTo>
                      <a:pt x="0" y="316"/>
                      <a:pt x="69" y="464"/>
                      <a:pt x="315" y="563"/>
                    </a:cubicBezTo>
                    <a:cubicBezTo>
                      <a:pt x="424" y="474"/>
                      <a:pt x="434" y="415"/>
                      <a:pt x="384" y="277"/>
                    </a:cubicBezTo>
                    <a:cubicBezTo>
                      <a:pt x="310" y="81"/>
                      <a:pt x="227" y="0"/>
                      <a:pt x="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34"/>
              <p:cNvSpPr/>
              <p:nvPr/>
            </p:nvSpPr>
            <p:spPr>
              <a:xfrm>
                <a:off x="6031940" y="2916565"/>
                <a:ext cx="49202" cy="61770"/>
              </a:xfrm>
              <a:custGeom>
                <a:avLst/>
                <a:gdLst/>
                <a:ahLst/>
                <a:cxnLst/>
                <a:rect l="l" t="t" r="r" b="b"/>
                <a:pathLst>
                  <a:path w="474" h="595" extrusionOk="0">
                    <a:moveTo>
                      <a:pt x="69" y="49"/>
                    </a:moveTo>
                    <a:cubicBezTo>
                      <a:pt x="237" y="148"/>
                      <a:pt x="365" y="256"/>
                      <a:pt x="384" y="473"/>
                    </a:cubicBezTo>
                    <a:cubicBezTo>
                      <a:pt x="237" y="473"/>
                      <a:pt x="158" y="404"/>
                      <a:pt x="109" y="256"/>
                    </a:cubicBezTo>
                    <a:cubicBezTo>
                      <a:pt x="89" y="187"/>
                      <a:pt x="89" y="118"/>
                      <a:pt x="69" y="49"/>
                    </a:cubicBezTo>
                    <a:close/>
                    <a:moveTo>
                      <a:pt x="109" y="0"/>
                    </a:moveTo>
                    <a:cubicBezTo>
                      <a:pt x="99" y="0"/>
                      <a:pt x="79" y="30"/>
                      <a:pt x="69" y="49"/>
                    </a:cubicBezTo>
                    <a:cubicBezTo>
                      <a:pt x="59" y="59"/>
                      <a:pt x="40" y="69"/>
                      <a:pt x="30" y="89"/>
                    </a:cubicBezTo>
                    <a:cubicBezTo>
                      <a:pt x="0" y="227"/>
                      <a:pt x="128" y="512"/>
                      <a:pt x="256" y="572"/>
                    </a:cubicBezTo>
                    <a:cubicBezTo>
                      <a:pt x="285" y="587"/>
                      <a:pt x="313" y="595"/>
                      <a:pt x="339" y="595"/>
                    </a:cubicBezTo>
                    <a:cubicBezTo>
                      <a:pt x="411" y="595"/>
                      <a:pt x="466" y="538"/>
                      <a:pt x="473" y="444"/>
                    </a:cubicBezTo>
                    <a:cubicBezTo>
                      <a:pt x="473" y="296"/>
                      <a:pt x="256" y="20"/>
                      <a:pt x="1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34"/>
              <p:cNvSpPr/>
              <p:nvPr/>
            </p:nvSpPr>
            <p:spPr>
              <a:xfrm>
                <a:off x="6296753" y="3199127"/>
                <a:ext cx="44427" cy="56475"/>
              </a:xfrm>
              <a:custGeom>
                <a:avLst/>
                <a:gdLst/>
                <a:ahLst/>
                <a:cxnLst/>
                <a:rect l="l" t="t" r="r" b="b"/>
                <a:pathLst>
                  <a:path w="428" h="544" extrusionOk="0">
                    <a:moveTo>
                      <a:pt x="99" y="115"/>
                    </a:moveTo>
                    <a:lnTo>
                      <a:pt x="99" y="115"/>
                    </a:lnTo>
                    <a:cubicBezTo>
                      <a:pt x="296" y="204"/>
                      <a:pt x="326" y="273"/>
                      <a:pt x="267" y="480"/>
                    </a:cubicBezTo>
                    <a:cubicBezTo>
                      <a:pt x="119" y="381"/>
                      <a:pt x="168" y="243"/>
                      <a:pt x="99" y="115"/>
                    </a:cubicBezTo>
                    <a:close/>
                    <a:moveTo>
                      <a:pt x="63" y="1"/>
                    </a:moveTo>
                    <a:cubicBezTo>
                      <a:pt x="43" y="1"/>
                      <a:pt x="22" y="3"/>
                      <a:pt x="1" y="7"/>
                    </a:cubicBezTo>
                    <a:cubicBezTo>
                      <a:pt x="20" y="135"/>
                      <a:pt x="40" y="263"/>
                      <a:pt x="79" y="391"/>
                    </a:cubicBezTo>
                    <a:cubicBezTo>
                      <a:pt x="102" y="495"/>
                      <a:pt x="152" y="543"/>
                      <a:pt x="248" y="543"/>
                    </a:cubicBezTo>
                    <a:cubicBezTo>
                      <a:pt x="279" y="543"/>
                      <a:pt x="315" y="539"/>
                      <a:pt x="355" y="529"/>
                    </a:cubicBezTo>
                    <a:cubicBezTo>
                      <a:pt x="427" y="240"/>
                      <a:pt x="285" y="1"/>
                      <a:pt x="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34"/>
              <p:cNvSpPr/>
              <p:nvPr/>
            </p:nvSpPr>
            <p:spPr>
              <a:xfrm>
                <a:off x="5984915" y="3160926"/>
                <a:ext cx="44012" cy="53361"/>
              </a:xfrm>
              <a:custGeom>
                <a:avLst/>
                <a:gdLst/>
                <a:ahLst/>
                <a:cxnLst/>
                <a:rect l="l" t="t" r="r" b="b"/>
                <a:pathLst>
                  <a:path w="424" h="514" extrusionOk="0">
                    <a:moveTo>
                      <a:pt x="109" y="178"/>
                    </a:moveTo>
                    <a:cubicBezTo>
                      <a:pt x="266" y="178"/>
                      <a:pt x="325" y="257"/>
                      <a:pt x="365" y="385"/>
                    </a:cubicBezTo>
                    <a:cubicBezTo>
                      <a:pt x="338" y="390"/>
                      <a:pt x="315" y="393"/>
                      <a:pt x="294" y="393"/>
                    </a:cubicBezTo>
                    <a:cubicBezTo>
                      <a:pt x="204" y="393"/>
                      <a:pt x="156" y="337"/>
                      <a:pt x="109" y="178"/>
                    </a:cubicBezTo>
                    <a:close/>
                    <a:moveTo>
                      <a:pt x="40" y="1"/>
                    </a:moveTo>
                    <a:lnTo>
                      <a:pt x="40" y="1"/>
                    </a:lnTo>
                    <a:cubicBezTo>
                      <a:pt x="0" y="217"/>
                      <a:pt x="79" y="404"/>
                      <a:pt x="237" y="493"/>
                    </a:cubicBezTo>
                    <a:cubicBezTo>
                      <a:pt x="264" y="507"/>
                      <a:pt x="291" y="514"/>
                      <a:pt x="316" y="514"/>
                    </a:cubicBezTo>
                    <a:cubicBezTo>
                      <a:pt x="378" y="514"/>
                      <a:pt x="424" y="470"/>
                      <a:pt x="424" y="385"/>
                    </a:cubicBezTo>
                    <a:cubicBezTo>
                      <a:pt x="424" y="296"/>
                      <a:pt x="384" y="227"/>
                      <a:pt x="315" y="178"/>
                    </a:cubicBezTo>
                    <a:cubicBezTo>
                      <a:pt x="227" y="119"/>
                      <a:pt x="138" y="60"/>
                      <a:pt x="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84" name="Google Shape;884;p34"/>
          <p:cNvGrpSpPr/>
          <p:nvPr/>
        </p:nvGrpSpPr>
        <p:grpSpPr>
          <a:xfrm>
            <a:off x="6282838" y="1501236"/>
            <a:ext cx="233234" cy="368279"/>
            <a:chOff x="5383488" y="1418011"/>
            <a:chExt cx="233234" cy="368279"/>
          </a:xfrm>
        </p:grpSpPr>
        <p:sp>
          <p:nvSpPr>
            <p:cNvPr id="885" name="Google Shape;885;p34"/>
            <p:cNvSpPr/>
            <p:nvPr/>
          </p:nvSpPr>
          <p:spPr>
            <a:xfrm>
              <a:off x="5383488" y="1418011"/>
              <a:ext cx="233234" cy="368279"/>
            </a:xfrm>
            <a:custGeom>
              <a:avLst/>
              <a:gdLst/>
              <a:ahLst/>
              <a:cxnLst/>
              <a:rect l="l" t="t" r="r" b="b"/>
              <a:pathLst>
                <a:path w="7632" h="12051" extrusionOk="0">
                  <a:moveTo>
                    <a:pt x="3170" y="4132"/>
                  </a:moveTo>
                  <a:cubicBezTo>
                    <a:pt x="3176" y="4132"/>
                    <a:pt x="3182" y="4137"/>
                    <a:pt x="3182" y="4144"/>
                  </a:cubicBezTo>
                  <a:lnTo>
                    <a:pt x="3182" y="4667"/>
                  </a:lnTo>
                  <a:lnTo>
                    <a:pt x="1899" y="4667"/>
                  </a:lnTo>
                  <a:lnTo>
                    <a:pt x="1899" y="4144"/>
                  </a:lnTo>
                  <a:cubicBezTo>
                    <a:pt x="1899" y="4137"/>
                    <a:pt x="1904" y="4132"/>
                    <a:pt x="1910" y="4132"/>
                  </a:cubicBezTo>
                  <a:close/>
                  <a:moveTo>
                    <a:pt x="5723" y="4132"/>
                  </a:moveTo>
                  <a:cubicBezTo>
                    <a:pt x="5730" y="4132"/>
                    <a:pt x="5735" y="4137"/>
                    <a:pt x="5735" y="4144"/>
                  </a:cubicBezTo>
                  <a:lnTo>
                    <a:pt x="5735" y="4667"/>
                  </a:lnTo>
                  <a:lnTo>
                    <a:pt x="4452" y="4667"/>
                  </a:lnTo>
                  <a:lnTo>
                    <a:pt x="4452" y="4144"/>
                  </a:lnTo>
                  <a:cubicBezTo>
                    <a:pt x="4452" y="4137"/>
                    <a:pt x="4457" y="4132"/>
                    <a:pt x="4464" y="4132"/>
                  </a:cubicBezTo>
                  <a:close/>
                  <a:moveTo>
                    <a:pt x="7267" y="5021"/>
                  </a:moveTo>
                  <a:cubicBezTo>
                    <a:pt x="7274" y="5021"/>
                    <a:pt x="7280" y="5027"/>
                    <a:pt x="7280" y="5033"/>
                  </a:cubicBezTo>
                  <a:lnTo>
                    <a:pt x="7280" y="7338"/>
                  </a:lnTo>
                  <a:lnTo>
                    <a:pt x="6306" y="7497"/>
                  </a:lnTo>
                  <a:cubicBezTo>
                    <a:pt x="6306" y="7498"/>
                    <a:pt x="6305" y="7498"/>
                    <a:pt x="6304" y="7498"/>
                  </a:cubicBezTo>
                  <a:cubicBezTo>
                    <a:pt x="6302" y="7498"/>
                    <a:pt x="6299" y="7497"/>
                    <a:pt x="6298" y="7496"/>
                  </a:cubicBezTo>
                  <a:lnTo>
                    <a:pt x="4524" y="6222"/>
                  </a:lnTo>
                  <a:cubicBezTo>
                    <a:pt x="4461" y="6177"/>
                    <a:pt x="4386" y="6154"/>
                    <a:pt x="4310" y="6154"/>
                  </a:cubicBezTo>
                  <a:cubicBezTo>
                    <a:pt x="4273" y="6154"/>
                    <a:pt x="4235" y="6160"/>
                    <a:pt x="4199" y="6171"/>
                  </a:cubicBezTo>
                  <a:lnTo>
                    <a:pt x="3387" y="6431"/>
                  </a:lnTo>
                  <a:cubicBezTo>
                    <a:pt x="3284" y="6465"/>
                    <a:pt x="3201" y="6542"/>
                    <a:pt x="3160" y="6643"/>
                  </a:cubicBezTo>
                  <a:lnTo>
                    <a:pt x="2879" y="7338"/>
                  </a:lnTo>
                  <a:cubicBezTo>
                    <a:pt x="2879" y="7339"/>
                    <a:pt x="2878" y="7343"/>
                    <a:pt x="2872" y="7345"/>
                  </a:cubicBezTo>
                  <a:cubicBezTo>
                    <a:pt x="2871" y="7345"/>
                    <a:pt x="2869" y="7346"/>
                    <a:pt x="2867" y="7346"/>
                  </a:cubicBezTo>
                  <a:cubicBezTo>
                    <a:pt x="2866" y="7346"/>
                    <a:pt x="2864" y="7345"/>
                    <a:pt x="2864" y="7345"/>
                  </a:cubicBezTo>
                  <a:lnTo>
                    <a:pt x="1637" y="6795"/>
                  </a:lnTo>
                  <a:cubicBezTo>
                    <a:pt x="1589" y="6774"/>
                    <a:pt x="1537" y="6763"/>
                    <a:pt x="1486" y="6763"/>
                  </a:cubicBezTo>
                  <a:cubicBezTo>
                    <a:pt x="1437" y="6763"/>
                    <a:pt x="1388" y="6773"/>
                    <a:pt x="1343" y="6793"/>
                  </a:cubicBezTo>
                  <a:lnTo>
                    <a:pt x="354" y="7219"/>
                  </a:lnTo>
                  <a:lnTo>
                    <a:pt x="354" y="5033"/>
                  </a:lnTo>
                  <a:cubicBezTo>
                    <a:pt x="354" y="5027"/>
                    <a:pt x="360" y="5021"/>
                    <a:pt x="366" y="5021"/>
                  </a:cubicBezTo>
                  <a:close/>
                  <a:moveTo>
                    <a:pt x="4307" y="6507"/>
                  </a:moveTo>
                  <a:cubicBezTo>
                    <a:pt x="4310" y="6507"/>
                    <a:pt x="4314" y="6507"/>
                    <a:pt x="4317" y="6510"/>
                  </a:cubicBezTo>
                  <a:lnTo>
                    <a:pt x="5639" y="7458"/>
                  </a:lnTo>
                  <a:lnTo>
                    <a:pt x="5639" y="10272"/>
                  </a:lnTo>
                  <a:cubicBezTo>
                    <a:pt x="5639" y="10279"/>
                    <a:pt x="5634" y="10284"/>
                    <a:pt x="5628" y="10284"/>
                  </a:cubicBezTo>
                  <a:lnTo>
                    <a:pt x="2006" y="10284"/>
                  </a:lnTo>
                  <a:cubicBezTo>
                    <a:pt x="1999" y="10284"/>
                    <a:pt x="1994" y="10279"/>
                    <a:pt x="1994" y="10272"/>
                  </a:cubicBezTo>
                  <a:lnTo>
                    <a:pt x="1994" y="7342"/>
                  </a:lnTo>
                  <a:lnTo>
                    <a:pt x="2719" y="7667"/>
                  </a:lnTo>
                  <a:cubicBezTo>
                    <a:pt x="2767" y="7688"/>
                    <a:pt x="2818" y="7699"/>
                    <a:pt x="2869" y="7699"/>
                  </a:cubicBezTo>
                  <a:cubicBezTo>
                    <a:pt x="2915" y="7699"/>
                    <a:pt x="2961" y="7691"/>
                    <a:pt x="3005" y="7673"/>
                  </a:cubicBezTo>
                  <a:cubicBezTo>
                    <a:pt x="3098" y="7635"/>
                    <a:pt x="3169" y="7564"/>
                    <a:pt x="3207" y="7470"/>
                  </a:cubicBezTo>
                  <a:lnTo>
                    <a:pt x="3488" y="6775"/>
                  </a:lnTo>
                  <a:cubicBezTo>
                    <a:pt x="3489" y="6772"/>
                    <a:pt x="3491" y="6769"/>
                    <a:pt x="3495" y="6767"/>
                  </a:cubicBezTo>
                  <a:lnTo>
                    <a:pt x="4307" y="6507"/>
                  </a:lnTo>
                  <a:close/>
                  <a:moveTo>
                    <a:pt x="1083" y="1"/>
                  </a:moveTo>
                  <a:cubicBezTo>
                    <a:pt x="752" y="1"/>
                    <a:pt x="482" y="270"/>
                    <a:pt x="482" y="602"/>
                  </a:cubicBezTo>
                  <a:lnTo>
                    <a:pt x="482" y="4667"/>
                  </a:lnTo>
                  <a:lnTo>
                    <a:pt x="367" y="4667"/>
                  </a:lnTo>
                  <a:cubicBezTo>
                    <a:pt x="165" y="4667"/>
                    <a:pt x="1" y="4833"/>
                    <a:pt x="1" y="5033"/>
                  </a:cubicBezTo>
                  <a:lnTo>
                    <a:pt x="1" y="7345"/>
                  </a:lnTo>
                  <a:cubicBezTo>
                    <a:pt x="1" y="7435"/>
                    <a:pt x="47" y="7520"/>
                    <a:pt x="123" y="7571"/>
                  </a:cubicBezTo>
                  <a:cubicBezTo>
                    <a:pt x="155" y="7592"/>
                    <a:pt x="191" y="7605"/>
                    <a:pt x="228" y="7611"/>
                  </a:cubicBezTo>
                  <a:lnTo>
                    <a:pt x="228" y="11450"/>
                  </a:lnTo>
                  <a:cubicBezTo>
                    <a:pt x="228" y="11782"/>
                    <a:pt x="497" y="12051"/>
                    <a:pt x="828" y="12051"/>
                  </a:cubicBezTo>
                  <a:lnTo>
                    <a:pt x="1592" y="12051"/>
                  </a:lnTo>
                  <a:cubicBezTo>
                    <a:pt x="1690" y="12051"/>
                    <a:pt x="1770" y="11972"/>
                    <a:pt x="1770" y="11874"/>
                  </a:cubicBezTo>
                  <a:cubicBezTo>
                    <a:pt x="1770" y="11777"/>
                    <a:pt x="1690" y="11697"/>
                    <a:pt x="1592" y="11697"/>
                  </a:cubicBezTo>
                  <a:lnTo>
                    <a:pt x="828" y="11697"/>
                  </a:lnTo>
                  <a:cubicBezTo>
                    <a:pt x="691" y="11697"/>
                    <a:pt x="580" y="11586"/>
                    <a:pt x="580" y="11450"/>
                  </a:cubicBezTo>
                  <a:lnTo>
                    <a:pt x="580" y="7506"/>
                  </a:lnTo>
                  <a:lnTo>
                    <a:pt x="1482" y="7117"/>
                  </a:lnTo>
                  <a:cubicBezTo>
                    <a:pt x="1484" y="7116"/>
                    <a:pt x="1486" y="7116"/>
                    <a:pt x="1488" y="7116"/>
                  </a:cubicBezTo>
                  <a:cubicBezTo>
                    <a:pt x="1489" y="7116"/>
                    <a:pt x="1491" y="7116"/>
                    <a:pt x="1492" y="7117"/>
                  </a:cubicBezTo>
                  <a:lnTo>
                    <a:pt x="1640" y="7184"/>
                  </a:lnTo>
                  <a:lnTo>
                    <a:pt x="1640" y="10272"/>
                  </a:lnTo>
                  <a:cubicBezTo>
                    <a:pt x="1640" y="10474"/>
                    <a:pt x="1805" y="10637"/>
                    <a:pt x="2006" y="10637"/>
                  </a:cubicBezTo>
                  <a:lnTo>
                    <a:pt x="5628" y="10637"/>
                  </a:lnTo>
                  <a:cubicBezTo>
                    <a:pt x="5829" y="10637"/>
                    <a:pt x="5994" y="10474"/>
                    <a:pt x="5994" y="10272"/>
                  </a:cubicBezTo>
                  <a:lnTo>
                    <a:pt x="5994" y="7711"/>
                  </a:lnTo>
                  <a:lnTo>
                    <a:pt x="6091" y="7782"/>
                  </a:lnTo>
                  <a:cubicBezTo>
                    <a:pt x="6154" y="7827"/>
                    <a:pt x="6228" y="7851"/>
                    <a:pt x="6304" y="7851"/>
                  </a:cubicBezTo>
                  <a:cubicBezTo>
                    <a:pt x="6324" y="7851"/>
                    <a:pt x="6343" y="7849"/>
                    <a:pt x="6363" y="7846"/>
                  </a:cubicBezTo>
                  <a:lnTo>
                    <a:pt x="7053" y="7733"/>
                  </a:lnTo>
                  <a:lnTo>
                    <a:pt x="7053" y="11450"/>
                  </a:lnTo>
                  <a:cubicBezTo>
                    <a:pt x="7053" y="11586"/>
                    <a:pt x="6942" y="11697"/>
                    <a:pt x="6806" y="11697"/>
                  </a:cubicBezTo>
                  <a:lnTo>
                    <a:pt x="2418" y="11697"/>
                  </a:lnTo>
                  <a:cubicBezTo>
                    <a:pt x="2320" y="11697"/>
                    <a:pt x="2240" y="11777"/>
                    <a:pt x="2240" y="11874"/>
                  </a:cubicBezTo>
                  <a:cubicBezTo>
                    <a:pt x="2240" y="11972"/>
                    <a:pt x="2320" y="12051"/>
                    <a:pt x="2418" y="12051"/>
                  </a:cubicBezTo>
                  <a:lnTo>
                    <a:pt x="6806" y="12051"/>
                  </a:lnTo>
                  <a:cubicBezTo>
                    <a:pt x="7138" y="12051"/>
                    <a:pt x="7407" y="11782"/>
                    <a:pt x="7407" y="11450"/>
                  </a:cubicBezTo>
                  <a:lnTo>
                    <a:pt x="7407" y="7675"/>
                  </a:lnTo>
                  <a:cubicBezTo>
                    <a:pt x="7538" y="7653"/>
                    <a:pt x="7632" y="7541"/>
                    <a:pt x="7632" y="7407"/>
                  </a:cubicBezTo>
                  <a:lnTo>
                    <a:pt x="7632" y="5033"/>
                  </a:lnTo>
                  <a:cubicBezTo>
                    <a:pt x="7632" y="4833"/>
                    <a:pt x="7469" y="4667"/>
                    <a:pt x="7267" y="4667"/>
                  </a:cubicBezTo>
                  <a:lnTo>
                    <a:pt x="7152" y="4667"/>
                  </a:lnTo>
                  <a:lnTo>
                    <a:pt x="7152" y="602"/>
                  </a:lnTo>
                  <a:cubicBezTo>
                    <a:pt x="7152" y="270"/>
                    <a:pt x="6883" y="1"/>
                    <a:pt x="6551" y="1"/>
                  </a:cubicBezTo>
                  <a:lnTo>
                    <a:pt x="5651" y="1"/>
                  </a:lnTo>
                  <a:cubicBezTo>
                    <a:pt x="5553" y="1"/>
                    <a:pt x="5474" y="79"/>
                    <a:pt x="5474" y="177"/>
                  </a:cubicBezTo>
                  <a:cubicBezTo>
                    <a:pt x="5474" y="276"/>
                    <a:pt x="5553" y="354"/>
                    <a:pt x="5651" y="354"/>
                  </a:cubicBezTo>
                  <a:lnTo>
                    <a:pt x="6551" y="354"/>
                  </a:lnTo>
                  <a:cubicBezTo>
                    <a:pt x="6688" y="354"/>
                    <a:pt x="6798" y="465"/>
                    <a:pt x="6798" y="602"/>
                  </a:cubicBezTo>
                  <a:lnTo>
                    <a:pt x="6798" y="4667"/>
                  </a:lnTo>
                  <a:lnTo>
                    <a:pt x="6088" y="4667"/>
                  </a:lnTo>
                  <a:lnTo>
                    <a:pt x="6088" y="4144"/>
                  </a:lnTo>
                  <a:cubicBezTo>
                    <a:pt x="6088" y="3942"/>
                    <a:pt x="5925" y="3779"/>
                    <a:pt x="5723" y="3779"/>
                  </a:cubicBezTo>
                  <a:lnTo>
                    <a:pt x="4464" y="3779"/>
                  </a:lnTo>
                  <a:cubicBezTo>
                    <a:pt x="4262" y="3779"/>
                    <a:pt x="4099" y="3942"/>
                    <a:pt x="4099" y="4144"/>
                  </a:cubicBezTo>
                  <a:lnTo>
                    <a:pt x="4099" y="4667"/>
                  </a:lnTo>
                  <a:lnTo>
                    <a:pt x="3535" y="4667"/>
                  </a:lnTo>
                  <a:lnTo>
                    <a:pt x="3535" y="4144"/>
                  </a:lnTo>
                  <a:cubicBezTo>
                    <a:pt x="3535" y="3942"/>
                    <a:pt x="3371" y="3779"/>
                    <a:pt x="3170" y="3779"/>
                  </a:cubicBezTo>
                  <a:lnTo>
                    <a:pt x="1910" y="3779"/>
                  </a:lnTo>
                  <a:cubicBezTo>
                    <a:pt x="1709" y="3779"/>
                    <a:pt x="1545" y="3942"/>
                    <a:pt x="1545" y="4144"/>
                  </a:cubicBezTo>
                  <a:lnTo>
                    <a:pt x="1545" y="4667"/>
                  </a:lnTo>
                  <a:lnTo>
                    <a:pt x="835" y="4667"/>
                  </a:lnTo>
                  <a:lnTo>
                    <a:pt x="835" y="602"/>
                  </a:lnTo>
                  <a:cubicBezTo>
                    <a:pt x="835" y="465"/>
                    <a:pt x="946" y="354"/>
                    <a:pt x="1083" y="354"/>
                  </a:cubicBezTo>
                  <a:lnTo>
                    <a:pt x="4826" y="354"/>
                  </a:lnTo>
                  <a:cubicBezTo>
                    <a:pt x="4923" y="354"/>
                    <a:pt x="5003" y="276"/>
                    <a:pt x="5003" y="177"/>
                  </a:cubicBezTo>
                  <a:cubicBezTo>
                    <a:pt x="5003" y="79"/>
                    <a:pt x="4923" y="1"/>
                    <a:pt x="48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4"/>
            <p:cNvSpPr/>
            <p:nvPr/>
          </p:nvSpPr>
          <p:spPr>
            <a:xfrm>
              <a:off x="5430703" y="1450405"/>
              <a:ext cx="60845" cy="60814"/>
            </a:xfrm>
            <a:custGeom>
              <a:avLst/>
              <a:gdLst/>
              <a:ahLst/>
              <a:cxnLst/>
              <a:rect l="l" t="t" r="r" b="b"/>
              <a:pathLst>
                <a:path w="1991" h="1990" extrusionOk="0">
                  <a:moveTo>
                    <a:pt x="1625" y="354"/>
                  </a:moveTo>
                  <a:cubicBezTo>
                    <a:pt x="1631" y="354"/>
                    <a:pt x="1637" y="359"/>
                    <a:pt x="1637" y="366"/>
                  </a:cubicBezTo>
                  <a:lnTo>
                    <a:pt x="1637" y="1625"/>
                  </a:lnTo>
                  <a:cubicBezTo>
                    <a:pt x="1637" y="1630"/>
                    <a:pt x="1631" y="1636"/>
                    <a:pt x="1625" y="1636"/>
                  </a:cubicBezTo>
                  <a:lnTo>
                    <a:pt x="365" y="1636"/>
                  </a:lnTo>
                  <a:cubicBezTo>
                    <a:pt x="359" y="1636"/>
                    <a:pt x="354" y="1630"/>
                    <a:pt x="354" y="1625"/>
                  </a:cubicBezTo>
                  <a:lnTo>
                    <a:pt x="354" y="366"/>
                  </a:lnTo>
                  <a:cubicBezTo>
                    <a:pt x="354" y="359"/>
                    <a:pt x="359" y="354"/>
                    <a:pt x="365" y="354"/>
                  </a:cubicBezTo>
                  <a:close/>
                  <a:moveTo>
                    <a:pt x="365" y="1"/>
                  </a:moveTo>
                  <a:cubicBezTo>
                    <a:pt x="164" y="1"/>
                    <a:pt x="0" y="163"/>
                    <a:pt x="0" y="366"/>
                  </a:cubicBezTo>
                  <a:lnTo>
                    <a:pt x="0" y="1625"/>
                  </a:lnTo>
                  <a:cubicBezTo>
                    <a:pt x="0" y="1825"/>
                    <a:pt x="164" y="1990"/>
                    <a:pt x="365" y="1990"/>
                  </a:cubicBezTo>
                  <a:lnTo>
                    <a:pt x="1625" y="1990"/>
                  </a:lnTo>
                  <a:cubicBezTo>
                    <a:pt x="1826" y="1990"/>
                    <a:pt x="1990" y="1825"/>
                    <a:pt x="1990" y="1625"/>
                  </a:cubicBezTo>
                  <a:lnTo>
                    <a:pt x="1990" y="366"/>
                  </a:lnTo>
                  <a:cubicBezTo>
                    <a:pt x="1990" y="163"/>
                    <a:pt x="1826" y="1"/>
                    <a:pt x="16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4"/>
            <p:cNvSpPr/>
            <p:nvPr/>
          </p:nvSpPr>
          <p:spPr>
            <a:xfrm>
              <a:off x="5508753" y="1450405"/>
              <a:ext cx="60814" cy="60814"/>
            </a:xfrm>
            <a:custGeom>
              <a:avLst/>
              <a:gdLst/>
              <a:ahLst/>
              <a:cxnLst/>
              <a:rect l="l" t="t" r="r" b="b"/>
              <a:pathLst>
                <a:path w="1990" h="1990" extrusionOk="0">
                  <a:moveTo>
                    <a:pt x="1624" y="354"/>
                  </a:moveTo>
                  <a:cubicBezTo>
                    <a:pt x="1631" y="354"/>
                    <a:pt x="1636" y="359"/>
                    <a:pt x="1636" y="366"/>
                  </a:cubicBezTo>
                  <a:lnTo>
                    <a:pt x="1636" y="1625"/>
                  </a:lnTo>
                  <a:cubicBezTo>
                    <a:pt x="1636" y="1630"/>
                    <a:pt x="1631" y="1636"/>
                    <a:pt x="1624" y="1636"/>
                  </a:cubicBezTo>
                  <a:lnTo>
                    <a:pt x="365" y="1636"/>
                  </a:lnTo>
                  <a:cubicBezTo>
                    <a:pt x="358" y="1636"/>
                    <a:pt x="353" y="1630"/>
                    <a:pt x="353" y="1625"/>
                  </a:cubicBezTo>
                  <a:lnTo>
                    <a:pt x="353" y="366"/>
                  </a:lnTo>
                  <a:cubicBezTo>
                    <a:pt x="353" y="359"/>
                    <a:pt x="358" y="354"/>
                    <a:pt x="365" y="354"/>
                  </a:cubicBezTo>
                  <a:close/>
                  <a:moveTo>
                    <a:pt x="365" y="1"/>
                  </a:moveTo>
                  <a:cubicBezTo>
                    <a:pt x="163" y="1"/>
                    <a:pt x="0" y="163"/>
                    <a:pt x="0" y="366"/>
                  </a:cubicBezTo>
                  <a:lnTo>
                    <a:pt x="0" y="1625"/>
                  </a:lnTo>
                  <a:cubicBezTo>
                    <a:pt x="0" y="1825"/>
                    <a:pt x="163" y="1990"/>
                    <a:pt x="365" y="1990"/>
                  </a:cubicBezTo>
                  <a:lnTo>
                    <a:pt x="1624" y="1990"/>
                  </a:lnTo>
                  <a:cubicBezTo>
                    <a:pt x="1826" y="1990"/>
                    <a:pt x="1989" y="1825"/>
                    <a:pt x="1989" y="1625"/>
                  </a:cubicBezTo>
                  <a:lnTo>
                    <a:pt x="1989" y="366"/>
                  </a:lnTo>
                  <a:cubicBezTo>
                    <a:pt x="1989" y="163"/>
                    <a:pt x="1826" y="1"/>
                    <a:pt x="1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8" name="Google Shape;888;p34"/>
          <p:cNvGrpSpPr/>
          <p:nvPr/>
        </p:nvGrpSpPr>
        <p:grpSpPr>
          <a:xfrm>
            <a:off x="2560936" y="1501236"/>
            <a:ext cx="367270" cy="368279"/>
            <a:chOff x="3491273" y="1418011"/>
            <a:chExt cx="367270" cy="368279"/>
          </a:xfrm>
        </p:grpSpPr>
        <p:sp>
          <p:nvSpPr>
            <p:cNvPr id="889" name="Google Shape;889;p34"/>
            <p:cNvSpPr/>
            <p:nvPr/>
          </p:nvSpPr>
          <p:spPr>
            <a:xfrm>
              <a:off x="3615103" y="1421678"/>
              <a:ext cx="55619" cy="55589"/>
            </a:xfrm>
            <a:custGeom>
              <a:avLst/>
              <a:gdLst/>
              <a:ahLst/>
              <a:cxnLst/>
              <a:rect l="l" t="t" r="r" b="b"/>
              <a:pathLst>
                <a:path w="1820" h="1819" extrusionOk="0">
                  <a:moveTo>
                    <a:pt x="910" y="354"/>
                  </a:moveTo>
                  <a:cubicBezTo>
                    <a:pt x="1216" y="354"/>
                    <a:pt x="1466" y="603"/>
                    <a:pt x="1466" y="910"/>
                  </a:cubicBezTo>
                  <a:cubicBezTo>
                    <a:pt x="1466" y="1216"/>
                    <a:pt x="1216" y="1465"/>
                    <a:pt x="910" y="1465"/>
                  </a:cubicBezTo>
                  <a:cubicBezTo>
                    <a:pt x="603" y="1465"/>
                    <a:pt x="353" y="1216"/>
                    <a:pt x="353" y="910"/>
                  </a:cubicBezTo>
                  <a:cubicBezTo>
                    <a:pt x="353" y="603"/>
                    <a:pt x="603" y="354"/>
                    <a:pt x="910" y="354"/>
                  </a:cubicBezTo>
                  <a:close/>
                  <a:moveTo>
                    <a:pt x="910" y="0"/>
                  </a:moveTo>
                  <a:cubicBezTo>
                    <a:pt x="408" y="0"/>
                    <a:pt x="1" y="409"/>
                    <a:pt x="1" y="910"/>
                  </a:cubicBezTo>
                  <a:cubicBezTo>
                    <a:pt x="1" y="1412"/>
                    <a:pt x="408" y="1819"/>
                    <a:pt x="910" y="1819"/>
                  </a:cubicBezTo>
                  <a:cubicBezTo>
                    <a:pt x="1411" y="1819"/>
                    <a:pt x="1819" y="1412"/>
                    <a:pt x="1819" y="910"/>
                  </a:cubicBezTo>
                  <a:cubicBezTo>
                    <a:pt x="1819" y="409"/>
                    <a:pt x="1411" y="0"/>
                    <a:pt x="91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4"/>
            <p:cNvSpPr/>
            <p:nvPr/>
          </p:nvSpPr>
          <p:spPr>
            <a:xfrm>
              <a:off x="3695353" y="1446677"/>
              <a:ext cx="55589" cy="55619"/>
            </a:xfrm>
            <a:custGeom>
              <a:avLst/>
              <a:gdLst/>
              <a:ahLst/>
              <a:cxnLst/>
              <a:rect l="l" t="t" r="r" b="b"/>
              <a:pathLst>
                <a:path w="1819" h="1820" extrusionOk="0">
                  <a:moveTo>
                    <a:pt x="910" y="352"/>
                  </a:moveTo>
                  <a:cubicBezTo>
                    <a:pt x="1217" y="352"/>
                    <a:pt x="1466" y="603"/>
                    <a:pt x="1466" y="909"/>
                  </a:cubicBezTo>
                  <a:cubicBezTo>
                    <a:pt x="1466" y="1215"/>
                    <a:pt x="1217" y="1465"/>
                    <a:pt x="910" y="1465"/>
                  </a:cubicBezTo>
                  <a:cubicBezTo>
                    <a:pt x="604" y="1465"/>
                    <a:pt x="354" y="1215"/>
                    <a:pt x="354" y="909"/>
                  </a:cubicBezTo>
                  <a:cubicBezTo>
                    <a:pt x="354" y="603"/>
                    <a:pt x="604" y="352"/>
                    <a:pt x="910" y="352"/>
                  </a:cubicBezTo>
                  <a:close/>
                  <a:moveTo>
                    <a:pt x="910" y="0"/>
                  </a:moveTo>
                  <a:cubicBezTo>
                    <a:pt x="409" y="0"/>
                    <a:pt x="0" y="407"/>
                    <a:pt x="0" y="909"/>
                  </a:cubicBezTo>
                  <a:cubicBezTo>
                    <a:pt x="0" y="1410"/>
                    <a:pt x="409" y="1819"/>
                    <a:pt x="910" y="1819"/>
                  </a:cubicBezTo>
                  <a:cubicBezTo>
                    <a:pt x="1411" y="1819"/>
                    <a:pt x="1819" y="1410"/>
                    <a:pt x="1819" y="909"/>
                  </a:cubicBezTo>
                  <a:cubicBezTo>
                    <a:pt x="1819" y="407"/>
                    <a:pt x="1411" y="0"/>
                    <a:pt x="9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4"/>
            <p:cNvSpPr/>
            <p:nvPr/>
          </p:nvSpPr>
          <p:spPr>
            <a:xfrm>
              <a:off x="3491273" y="1418011"/>
              <a:ext cx="367270" cy="368279"/>
            </a:xfrm>
            <a:custGeom>
              <a:avLst/>
              <a:gdLst/>
              <a:ahLst/>
              <a:cxnLst/>
              <a:rect l="l" t="t" r="r" b="b"/>
              <a:pathLst>
                <a:path w="12018" h="12051" extrusionOk="0">
                  <a:moveTo>
                    <a:pt x="1958" y="354"/>
                  </a:moveTo>
                  <a:cubicBezTo>
                    <a:pt x="2167" y="354"/>
                    <a:pt x="2354" y="487"/>
                    <a:pt x="2423" y="683"/>
                  </a:cubicBezTo>
                  <a:lnTo>
                    <a:pt x="3233" y="2980"/>
                  </a:lnTo>
                  <a:lnTo>
                    <a:pt x="2188" y="2980"/>
                  </a:lnTo>
                  <a:lnTo>
                    <a:pt x="1494" y="1013"/>
                  </a:lnTo>
                  <a:cubicBezTo>
                    <a:pt x="1403" y="755"/>
                    <a:pt x="1537" y="474"/>
                    <a:pt x="1794" y="382"/>
                  </a:cubicBezTo>
                  <a:cubicBezTo>
                    <a:pt x="1847" y="363"/>
                    <a:pt x="1902" y="354"/>
                    <a:pt x="1958" y="354"/>
                  </a:cubicBezTo>
                  <a:close/>
                  <a:moveTo>
                    <a:pt x="943" y="3984"/>
                  </a:moveTo>
                  <a:lnTo>
                    <a:pt x="990" y="4658"/>
                  </a:lnTo>
                  <a:lnTo>
                    <a:pt x="521" y="4658"/>
                  </a:lnTo>
                  <a:cubicBezTo>
                    <a:pt x="515" y="4658"/>
                    <a:pt x="510" y="4652"/>
                    <a:pt x="510" y="4646"/>
                  </a:cubicBezTo>
                  <a:lnTo>
                    <a:pt x="510" y="3995"/>
                  </a:lnTo>
                  <a:cubicBezTo>
                    <a:pt x="510" y="3990"/>
                    <a:pt x="515" y="3984"/>
                    <a:pt x="521" y="3984"/>
                  </a:cubicBezTo>
                  <a:close/>
                  <a:moveTo>
                    <a:pt x="11497" y="3984"/>
                  </a:moveTo>
                  <a:cubicBezTo>
                    <a:pt x="11504" y="3984"/>
                    <a:pt x="11509" y="3990"/>
                    <a:pt x="11509" y="3995"/>
                  </a:cubicBezTo>
                  <a:lnTo>
                    <a:pt x="11509" y="4646"/>
                  </a:lnTo>
                  <a:cubicBezTo>
                    <a:pt x="11509" y="4652"/>
                    <a:pt x="11504" y="4658"/>
                    <a:pt x="11497" y="4658"/>
                  </a:cubicBezTo>
                  <a:lnTo>
                    <a:pt x="11029" y="4658"/>
                  </a:lnTo>
                  <a:lnTo>
                    <a:pt x="11075" y="3984"/>
                  </a:lnTo>
                  <a:close/>
                  <a:moveTo>
                    <a:pt x="10652" y="3333"/>
                  </a:moveTo>
                  <a:cubicBezTo>
                    <a:pt x="10692" y="3333"/>
                    <a:pt x="10718" y="3355"/>
                    <a:pt x="10730" y="3367"/>
                  </a:cubicBezTo>
                  <a:cubicBezTo>
                    <a:pt x="10741" y="3380"/>
                    <a:pt x="10760" y="3408"/>
                    <a:pt x="10758" y="3447"/>
                  </a:cubicBezTo>
                  <a:lnTo>
                    <a:pt x="10457" y="7848"/>
                  </a:lnTo>
                  <a:cubicBezTo>
                    <a:pt x="10454" y="7903"/>
                    <a:pt x="10407" y="7947"/>
                    <a:pt x="10352" y="7947"/>
                  </a:cubicBezTo>
                  <a:lnTo>
                    <a:pt x="3370" y="7947"/>
                  </a:lnTo>
                  <a:cubicBezTo>
                    <a:pt x="3272" y="7947"/>
                    <a:pt x="3193" y="8026"/>
                    <a:pt x="3193" y="8123"/>
                  </a:cubicBezTo>
                  <a:cubicBezTo>
                    <a:pt x="3193" y="8221"/>
                    <a:pt x="3272" y="8300"/>
                    <a:pt x="3370" y="8300"/>
                  </a:cubicBezTo>
                  <a:lnTo>
                    <a:pt x="9848" y="8300"/>
                  </a:lnTo>
                  <a:lnTo>
                    <a:pt x="9848" y="8746"/>
                  </a:lnTo>
                  <a:lnTo>
                    <a:pt x="2171" y="8746"/>
                  </a:lnTo>
                  <a:lnTo>
                    <a:pt x="2171" y="8300"/>
                  </a:lnTo>
                  <a:lnTo>
                    <a:pt x="2546" y="8300"/>
                  </a:lnTo>
                  <a:cubicBezTo>
                    <a:pt x="2643" y="8300"/>
                    <a:pt x="2722" y="8221"/>
                    <a:pt x="2722" y="8123"/>
                  </a:cubicBezTo>
                  <a:cubicBezTo>
                    <a:pt x="2722" y="8026"/>
                    <a:pt x="2643" y="7947"/>
                    <a:pt x="2546" y="7947"/>
                  </a:cubicBezTo>
                  <a:lnTo>
                    <a:pt x="1666" y="7947"/>
                  </a:lnTo>
                  <a:cubicBezTo>
                    <a:pt x="1611" y="7947"/>
                    <a:pt x="1565" y="7903"/>
                    <a:pt x="1561" y="7848"/>
                  </a:cubicBezTo>
                  <a:lnTo>
                    <a:pt x="1260" y="3447"/>
                  </a:lnTo>
                  <a:cubicBezTo>
                    <a:pt x="1258" y="3406"/>
                    <a:pt x="1277" y="3380"/>
                    <a:pt x="1289" y="3367"/>
                  </a:cubicBezTo>
                  <a:cubicBezTo>
                    <a:pt x="1301" y="3355"/>
                    <a:pt x="1326" y="3333"/>
                    <a:pt x="1366" y="3333"/>
                  </a:cubicBezTo>
                  <a:lnTo>
                    <a:pt x="5019" y="3333"/>
                  </a:lnTo>
                  <a:lnTo>
                    <a:pt x="5019" y="5410"/>
                  </a:lnTo>
                  <a:cubicBezTo>
                    <a:pt x="5019" y="5981"/>
                    <a:pt x="5483" y="6443"/>
                    <a:pt x="6053" y="6443"/>
                  </a:cubicBezTo>
                  <a:cubicBezTo>
                    <a:pt x="6329" y="6443"/>
                    <a:pt x="6588" y="6337"/>
                    <a:pt x="6784" y="6140"/>
                  </a:cubicBezTo>
                  <a:cubicBezTo>
                    <a:pt x="6979" y="5946"/>
                    <a:pt x="7087" y="5686"/>
                    <a:pt x="7087" y="5410"/>
                  </a:cubicBezTo>
                  <a:lnTo>
                    <a:pt x="7087" y="5106"/>
                  </a:lnTo>
                  <a:cubicBezTo>
                    <a:pt x="7210" y="5187"/>
                    <a:pt x="7358" y="5234"/>
                    <a:pt x="7516" y="5234"/>
                  </a:cubicBezTo>
                  <a:cubicBezTo>
                    <a:pt x="7725" y="5234"/>
                    <a:pt x="7922" y="5154"/>
                    <a:pt x="8070" y="5005"/>
                  </a:cubicBezTo>
                  <a:lnTo>
                    <a:pt x="8071" y="5005"/>
                  </a:lnTo>
                  <a:cubicBezTo>
                    <a:pt x="8246" y="5327"/>
                    <a:pt x="8588" y="5547"/>
                    <a:pt x="8980" y="5547"/>
                  </a:cubicBezTo>
                  <a:cubicBezTo>
                    <a:pt x="9256" y="5547"/>
                    <a:pt x="9515" y="5439"/>
                    <a:pt x="9711" y="5244"/>
                  </a:cubicBezTo>
                  <a:cubicBezTo>
                    <a:pt x="9905" y="5049"/>
                    <a:pt x="10013" y="4790"/>
                    <a:pt x="10013" y="4514"/>
                  </a:cubicBezTo>
                  <a:lnTo>
                    <a:pt x="10013" y="3333"/>
                  </a:lnTo>
                  <a:close/>
                  <a:moveTo>
                    <a:pt x="1958" y="1"/>
                  </a:moveTo>
                  <a:cubicBezTo>
                    <a:pt x="1863" y="1"/>
                    <a:pt x="1768" y="17"/>
                    <a:pt x="1676" y="49"/>
                  </a:cubicBezTo>
                  <a:cubicBezTo>
                    <a:pt x="1236" y="205"/>
                    <a:pt x="1005" y="689"/>
                    <a:pt x="1160" y="1129"/>
                  </a:cubicBezTo>
                  <a:lnTo>
                    <a:pt x="1813" y="2980"/>
                  </a:lnTo>
                  <a:lnTo>
                    <a:pt x="1366" y="2980"/>
                  </a:lnTo>
                  <a:cubicBezTo>
                    <a:pt x="1239" y="2980"/>
                    <a:pt x="1117" y="3034"/>
                    <a:pt x="1031" y="3126"/>
                  </a:cubicBezTo>
                  <a:cubicBezTo>
                    <a:pt x="944" y="3218"/>
                    <a:pt x="900" y="3345"/>
                    <a:pt x="909" y="3471"/>
                  </a:cubicBezTo>
                  <a:lnTo>
                    <a:pt x="919" y="3630"/>
                  </a:lnTo>
                  <a:lnTo>
                    <a:pt x="521" y="3630"/>
                  </a:lnTo>
                  <a:cubicBezTo>
                    <a:pt x="320" y="3630"/>
                    <a:pt x="156" y="3794"/>
                    <a:pt x="156" y="3995"/>
                  </a:cubicBezTo>
                  <a:lnTo>
                    <a:pt x="156" y="4646"/>
                  </a:lnTo>
                  <a:cubicBezTo>
                    <a:pt x="156" y="4846"/>
                    <a:pt x="320" y="5012"/>
                    <a:pt x="521" y="5012"/>
                  </a:cubicBezTo>
                  <a:lnTo>
                    <a:pt x="1013" y="5012"/>
                  </a:lnTo>
                  <a:lnTo>
                    <a:pt x="1209" y="7872"/>
                  </a:lnTo>
                  <a:cubicBezTo>
                    <a:pt x="1226" y="8112"/>
                    <a:pt x="1426" y="8300"/>
                    <a:pt x="1666" y="8300"/>
                  </a:cubicBezTo>
                  <a:lnTo>
                    <a:pt x="1818" y="8300"/>
                  </a:lnTo>
                  <a:lnTo>
                    <a:pt x="1818" y="8746"/>
                  </a:lnTo>
                  <a:lnTo>
                    <a:pt x="983" y="8746"/>
                  </a:lnTo>
                  <a:cubicBezTo>
                    <a:pt x="767" y="8746"/>
                    <a:pt x="578" y="8899"/>
                    <a:pt x="533" y="9110"/>
                  </a:cubicBezTo>
                  <a:lnTo>
                    <a:pt x="29" y="11497"/>
                  </a:lnTo>
                  <a:cubicBezTo>
                    <a:pt x="1" y="11633"/>
                    <a:pt x="35" y="11773"/>
                    <a:pt x="122" y="11881"/>
                  </a:cubicBezTo>
                  <a:cubicBezTo>
                    <a:pt x="210" y="11989"/>
                    <a:pt x="339" y="12051"/>
                    <a:pt x="479" y="12051"/>
                  </a:cubicBezTo>
                  <a:lnTo>
                    <a:pt x="9836" y="12051"/>
                  </a:lnTo>
                  <a:cubicBezTo>
                    <a:pt x="9934" y="12051"/>
                    <a:pt x="10014" y="11972"/>
                    <a:pt x="10014" y="11874"/>
                  </a:cubicBezTo>
                  <a:cubicBezTo>
                    <a:pt x="10014" y="11777"/>
                    <a:pt x="9934" y="11698"/>
                    <a:pt x="9836" y="11698"/>
                  </a:cubicBezTo>
                  <a:lnTo>
                    <a:pt x="479" y="11698"/>
                  </a:lnTo>
                  <a:cubicBezTo>
                    <a:pt x="435" y="11698"/>
                    <a:pt x="408" y="11674"/>
                    <a:pt x="397" y="11659"/>
                  </a:cubicBezTo>
                  <a:cubicBezTo>
                    <a:pt x="385" y="11644"/>
                    <a:pt x="366" y="11612"/>
                    <a:pt x="375" y="11570"/>
                  </a:cubicBezTo>
                  <a:lnTo>
                    <a:pt x="879" y="9183"/>
                  </a:lnTo>
                  <a:cubicBezTo>
                    <a:pt x="889" y="9134"/>
                    <a:pt x="933" y="9100"/>
                    <a:pt x="983" y="9100"/>
                  </a:cubicBezTo>
                  <a:lnTo>
                    <a:pt x="11036" y="9100"/>
                  </a:lnTo>
                  <a:cubicBezTo>
                    <a:pt x="11086" y="9100"/>
                    <a:pt x="11129" y="9134"/>
                    <a:pt x="11140" y="9183"/>
                  </a:cubicBezTo>
                  <a:lnTo>
                    <a:pt x="11644" y="11570"/>
                  </a:lnTo>
                  <a:cubicBezTo>
                    <a:pt x="11652" y="11612"/>
                    <a:pt x="11634" y="11644"/>
                    <a:pt x="11622" y="11659"/>
                  </a:cubicBezTo>
                  <a:cubicBezTo>
                    <a:pt x="11611" y="11674"/>
                    <a:pt x="11583" y="11698"/>
                    <a:pt x="11540" y="11698"/>
                  </a:cubicBezTo>
                  <a:lnTo>
                    <a:pt x="10661" y="11698"/>
                  </a:lnTo>
                  <a:cubicBezTo>
                    <a:pt x="10563" y="11698"/>
                    <a:pt x="10484" y="11777"/>
                    <a:pt x="10484" y="11874"/>
                  </a:cubicBezTo>
                  <a:cubicBezTo>
                    <a:pt x="10484" y="11972"/>
                    <a:pt x="10563" y="12051"/>
                    <a:pt x="10661" y="12051"/>
                  </a:cubicBezTo>
                  <a:lnTo>
                    <a:pt x="11540" y="12051"/>
                  </a:lnTo>
                  <a:cubicBezTo>
                    <a:pt x="11679" y="12051"/>
                    <a:pt x="11809" y="11989"/>
                    <a:pt x="11896" y="11881"/>
                  </a:cubicBezTo>
                  <a:cubicBezTo>
                    <a:pt x="11984" y="11773"/>
                    <a:pt x="12017" y="11633"/>
                    <a:pt x="11989" y="11497"/>
                  </a:cubicBezTo>
                  <a:lnTo>
                    <a:pt x="11485" y="9110"/>
                  </a:lnTo>
                  <a:cubicBezTo>
                    <a:pt x="11441" y="8899"/>
                    <a:pt x="11252" y="8746"/>
                    <a:pt x="11036" y="8746"/>
                  </a:cubicBezTo>
                  <a:lnTo>
                    <a:pt x="10200" y="8746"/>
                  </a:lnTo>
                  <a:lnTo>
                    <a:pt x="10200" y="8300"/>
                  </a:lnTo>
                  <a:lnTo>
                    <a:pt x="10352" y="8300"/>
                  </a:lnTo>
                  <a:cubicBezTo>
                    <a:pt x="10592" y="8300"/>
                    <a:pt x="10793" y="8112"/>
                    <a:pt x="10810" y="7872"/>
                  </a:cubicBezTo>
                  <a:lnTo>
                    <a:pt x="11005" y="5012"/>
                  </a:lnTo>
                  <a:lnTo>
                    <a:pt x="11497" y="5012"/>
                  </a:lnTo>
                  <a:cubicBezTo>
                    <a:pt x="11699" y="5012"/>
                    <a:pt x="11862" y="4846"/>
                    <a:pt x="11862" y="4646"/>
                  </a:cubicBezTo>
                  <a:lnTo>
                    <a:pt x="11862" y="3995"/>
                  </a:lnTo>
                  <a:cubicBezTo>
                    <a:pt x="11862" y="3794"/>
                    <a:pt x="11699" y="3630"/>
                    <a:pt x="11497" y="3630"/>
                  </a:cubicBezTo>
                  <a:lnTo>
                    <a:pt x="11100" y="3630"/>
                  </a:lnTo>
                  <a:lnTo>
                    <a:pt x="11110" y="3471"/>
                  </a:lnTo>
                  <a:cubicBezTo>
                    <a:pt x="11119" y="3345"/>
                    <a:pt x="11074" y="3218"/>
                    <a:pt x="10988" y="3126"/>
                  </a:cubicBezTo>
                  <a:cubicBezTo>
                    <a:pt x="10902" y="3034"/>
                    <a:pt x="10779" y="2980"/>
                    <a:pt x="10652" y="2980"/>
                  </a:cubicBezTo>
                  <a:lnTo>
                    <a:pt x="9473" y="2980"/>
                  </a:lnTo>
                  <a:cubicBezTo>
                    <a:pt x="9375" y="2980"/>
                    <a:pt x="9297" y="3060"/>
                    <a:pt x="9297" y="3157"/>
                  </a:cubicBezTo>
                  <a:cubicBezTo>
                    <a:pt x="9297" y="3255"/>
                    <a:pt x="9375" y="3333"/>
                    <a:pt x="9473" y="3333"/>
                  </a:cubicBezTo>
                  <a:lnTo>
                    <a:pt x="9660" y="3333"/>
                  </a:lnTo>
                  <a:lnTo>
                    <a:pt x="9660" y="4514"/>
                  </a:lnTo>
                  <a:cubicBezTo>
                    <a:pt x="9660" y="4695"/>
                    <a:pt x="9589" y="4866"/>
                    <a:pt x="9461" y="4994"/>
                  </a:cubicBezTo>
                  <a:cubicBezTo>
                    <a:pt x="9333" y="5123"/>
                    <a:pt x="9161" y="5193"/>
                    <a:pt x="8980" y="5193"/>
                  </a:cubicBezTo>
                  <a:cubicBezTo>
                    <a:pt x="8604" y="5193"/>
                    <a:pt x="8300" y="4889"/>
                    <a:pt x="8300" y="4514"/>
                  </a:cubicBezTo>
                  <a:lnTo>
                    <a:pt x="8300" y="4453"/>
                  </a:lnTo>
                  <a:cubicBezTo>
                    <a:pt x="8300" y="4355"/>
                    <a:pt x="8220" y="4275"/>
                    <a:pt x="8122" y="4275"/>
                  </a:cubicBezTo>
                  <a:cubicBezTo>
                    <a:pt x="8025" y="4275"/>
                    <a:pt x="7946" y="4355"/>
                    <a:pt x="7946" y="4453"/>
                  </a:cubicBezTo>
                  <a:cubicBezTo>
                    <a:pt x="7946" y="4566"/>
                    <a:pt x="7901" y="4674"/>
                    <a:pt x="7820" y="4755"/>
                  </a:cubicBezTo>
                  <a:cubicBezTo>
                    <a:pt x="7739" y="4837"/>
                    <a:pt x="7631" y="4881"/>
                    <a:pt x="7516" y="4881"/>
                  </a:cubicBezTo>
                  <a:cubicBezTo>
                    <a:pt x="7279" y="4881"/>
                    <a:pt x="7087" y="4688"/>
                    <a:pt x="7087" y="4453"/>
                  </a:cubicBezTo>
                  <a:cubicBezTo>
                    <a:pt x="7087" y="4355"/>
                    <a:pt x="7007" y="4275"/>
                    <a:pt x="6910" y="4275"/>
                  </a:cubicBezTo>
                  <a:cubicBezTo>
                    <a:pt x="6813" y="4275"/>
                    <a:pt x="6733" y="4355"/>
                    <a:pt x="6733" y="4453"/>
                  </a:cubicBezTo>
                  <a:lnTo>
                    <a:pt x="6733" y="5410"/>
                  </a:lnTo>
                  <a:cubicBezTo>
                    <a:pt x="6733" y="5592"/>
                    <a:pt x="6663" y="5763"/>
                    <a:pt x="6534" y="5892"/>
                  </a:cubicBezTo>
                  <a:cubicBezTo>
                    <a:pt x="6406" y="6020"/>
                    <a:pt x="6235" y="6091"/>
                    <a:pt x="6053" y="6091"/>
                  </a:cubicBezTo>
                  <a:cubicBezTo>
                    <a:pt x="5678" y="6091"/>
                    <a:pt x="5372" y="5785"/>
                    <a:pt x="5372" y="5410"/>
                  </a:cubicBezTo>
                  <a:lnTo>
                    <a:pt x="5372" y="3333"/>
                  </a:lnTo>
                  <a:lnTo>
                    <a:pt x="8649" y="3333"/>
                  </a:lnTo>
                  <a:cubicBezTo>
                    <a:pt x="8747" y="3333"/>
                    <a:pt x="8825" y="3255"/>
                    <a:pt x="8825" y="3157"/>
                  </a:cubicBezTo>
                  <a:cubicBezTo>
                    <a:pt x="8825" y="3060"/>
                    <a:pt x="8747" y="2980"/>
                    <a:pt x="8649" y="2980"/>
                  </a:cubicBezTo>
                  <a:lnTo>
                    <a:pt x="3607" y="2980"/>
                  </a:lnTo>
                  <a:lnTo>
                    <a:pt x="2756" y="565"/>
                  </a:lnTo>
                  <a:cubicBezTo>
                    <a:pt x="2636" y="228"/>
                    <a:pt x="2316" y="1"/>
                    <a:pt x="19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4"/>
            <p:cNvSpPr/>
            <p:nvPr/>
          </p:nvSpPr>
          <p:spPr>
            <a:xfrm>
              <a:off x="3638084" y="1703258"/>
              <a:ext cx="73650" cy="65062"/>
            </a:xfrm>
            <a:custGeom>
              <a:avLst/>
              <a:gdLst/>
              <a:ahLst/>
              <a:cxnLst/>
              <a:rect l="l" t="t" r="r" b="b"/>
              <a:pathLst>
                <a:path w="2410" h="2129" extrusionOk="0">
                  <a:moveTo>
                    <a:pt x="1205" y="353"/>
                  </a:moveTo>
                  <a:cubicBezTo>
                    <a:pt x="1354" y="353"/>
                    <a:pt x="1503" y="399"/>
                    <a:pt x="1631" y="495"/>
                  </a:cubicBezTo>
                  <a:cubicBezTo>
                    <a:pt x="1945" y="729"/>
                    <a:pt x="2010" y="1176"/>
                    <a:pt x="1776" y="1490"/>
                  </a:cubicBezTo>
                  <a:cubicBezTo>
                    <a:pt x="1636" y="1677"/>
                    <a:pt x="1421" y="1776"/>
                    <a:pt x="1204" y="1776"/>
                  </a:cubicBezTo>
                  <a:cubicBezTo>
                    <a:pt x="1056" y="1776"/>
                    <a:pt x="907" y="1730"/>
                    <a:pt x="780" y="1635"/>
                  </a:cubicBezTo>
                  <a:cubicBezTo>
                    <a:pt x="514" y="1437"/>
                    <a:pt x="427" y="1087"/>
                    <a:pt x="547" y="794"/>
                  </a:cubicBezTo>
                  <a:lnTo>
                    <a:pt x="547" y="794"/>
                  </a:lnTo>
                  <a:lnTo>
                    <a:pt x="1100" y="1206"/>
                  </a:lnTo>
                  <a:cubicBezTo>
                    <a:pt x="1131" y="1230"/>
                    <a:pt x="1169" y="1241"/>
                    <a:pt x="1205" y="1241"/>
                  </a:cubicBezTo>
                  <a:cubicBezTo>
                    <a:pt x="1259" y="1241"/>
                    <a:pt x="1312" y="1217"/>
                    <a:pt x="1347" y="1170"/>
                  </a:cubicBezTo>
                  <a:cubicBezTo>
                    <a:pt x="1405" y="1092"/>
                    <a:pt x="1389" y="981"/>
                    <a:pt x="1311" y="922"/>
                  </a:cubicBezTo>
                  <a:lnTo>
                    <a:pt x="758" y="510"/>
                  </a:lnTo>
                  <a:cubicBezTo>
                    <a:pt x="887" y="407"/>
                    <a:pt x="1045" y="353"/>
                    <a:pt x="1205" y="353"/>
                  </a:cubicBezTo>
                  <a:close/>
                  <a:moveTo>
                    <a:pt x="1207" y="0"/>
                  </a:moveTo>
                  <a:cubicBezTo>
                    <a:pt x="882" y="0"/>
                    <a:pt x="561" y="148"/>
                    <a:pt x="352" y="427"/>
                  </a:cubicBezTo>
                  <a:cubicBezTo>
                    <a:pt x="0" y="898"/>
                    <a:pt x="98" y="1567"/>
                    <a:pt x="569" y="1918"/>
                  </a:cubicBezTo>
                  <a:cubicBezTo>
                    <a:pt x="759" y="2060"/>
                    <a:pt x="983" y="2128"/>
                    <a:pt x="1204" y="2128"/>
                  </a:cubicBezTo>
                  <a:cubicBezTo>
                    <a:pt x="1528" y="2128"/>
                    <a:pt x="1850" y="1981"/>
                    <a:pt x="2058" y="1701"/>
                  </a:cubicBezTo>
                  <a:cubicBezTo>
                    <a:pt x="2409" y="1231"/>
                    <a:pt x="2313" y="563"/>
                    <a:pt x="1842" y="211"/>
                  </a:cubicBezTo>
                  <a:cubicBezTo>
                    <a:pt x="1651" y="69"/>
                    <a:pt x="1428" y="0"/>
                    <a:pt x="1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4"/>
            <p:cNvSpPr/>
            <p:nvPr/>
          </p:nvSpPr>
          <p:spPr>
            <a:xfrm>
              <a:off x="3535341" y="1731007"/>
              <a:ext cx="92658" cy="10849"/>
            </a:xfrm>
            <a:custGeom>
              <a:avLst/>
              <a:gdLst/>
              <a:ahLst/>
              <a:cxnLst/>
              <a:rect l="l" t="t" r="r" b="b"/>
              <a:pathLst>
                <a:path w="3032" h="355" extrusionOk="0">
                  <a:moveTo>
                    <a:pt x="176" y="0"/>
                  </a:moveTo>
                  <a:cubicBezTo>
                    <a:pt x="79" y="0"/>
                    <a:pt x="0" y="80"/>
                    <a:pt x="0" y="177"/>
                  </a:cubicBezTo>
                  <a:cubicBezTo>
                    <a:pt x="0" y="275"/>
                    <a:pt x="79" y="354"/>
                    <a:pt x="176" y="354"/>
                  </a:cubicBezTo>
                  <a:lnTo>
                    <a:pt x="2855" y="354"/>
                  </a:lnTo>
                  <a:cubicBezTo>
                    <a:pt x="2952" y="354"/>
                    <a:pt x="3032" y="275"/>
                    <a:pt x="3032" y="177"/>
                  </a:cubicBezTo>
                  <a:cubicBezTo>
                    <a:pt x="3032" y="80"/>
                    <a:pt x="2952" y="0"/>
                    <a:pt x="2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4"/>
            <p:cNvSpPr/>
            <p:nvPr/>
          </p:nvSpPr>
          <p:spPr>
            <a:xfrm>
              <a:off x="3721849" y="1730365"/>
              <a:ext cx="92658" cy="10849"/>
            </a:xfrm>
            <a:custGeom>
              <a:avLst/>
              <a:gdLst/>
              <a:ahLst/>
              <a:cxnLst/>
              <a:rect l="l" t="t" r="r" b="b"/>
              <a:pathLst>
                <a:path w="3032" h="355" extrusionOk="0">
                  <a:moveTo>
                    <a:pt x="177" y="1"/>
                  </a:moveTo>
                  <a:cubicBezTo>
                    <a:pt x="79" y="1"/>
                    <a:pt x="0" y="80"/>
                    <a:pt x="0" y="178"/>
                  </a:cubicBezTo>
                  <a:cubicBezTo>
                    <a:pt x="0" y="275"/>
                    <a:pt x="79" y="354"/>
                    <a:pt x="177" y="354"/>
                  </a:cubicBezTo>
                  <a:lnTo>
                    <a:pt x="2855" y="354"/>
                  </a:lnTo>
                  <a:cubicBezTo>
                    <a:pt x="2952" y="354"/>
                    <a:pt x="3032" y="275"/>
                    <a:pt x="3032" y="178"/>
                  </a:cubicBezTo>
                  <a:cubicBezTo>
                    <a:pt x="3032" y="80"/>
                    <a:pt x="2952" y="1"/>
                    <a:pt x="28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724;p30">
            <a:extLst>
              <a:ext uri="{FF2B5EF4-FFF2-40B4-BE49-F238E27FC236}">
                <a16:creationId xmlns:a16="http://schemas.microsoft.com/office/drawing/2014/main" id="{084B88AE-E902-F51C-9D2C-C1D334773B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7704000" cy="6032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 dirty="0"/>
              <a:t>Overall Challenges:</a:t>
            </a:r>
            <a:br>
              <a:rPr lang="es-419" sz="3200" dirty="0"/>
            </a:br>
            <a:endParaRPr lang="es-419" sz="3200" dirty="0"/>
          </a:p>
        </p:txBody>
      </p:sp>
      <p:grpSp>
        <p:nvGrpSpPr>
          <p:cNvPr id="10" name="Google Shape;9885;p62">
            <a:extLst>
              <a:ext uri="{FF2B5EF4-FFF2-40B4-BE49-F238E27FC236}">
                <a16:creationId xmlns:a16="http://schemas.microsoft.com/office/drawing/2014/main" id="{6A330649-C8A9-682B-23B7-7249F2502C62}"/>
              </a:ext>
            </a:extLst>
          </p:cNvPr>
          <p:cNvGrpSpPr/>
          <p:nvPr/>
        </p:nvGrpSpPr>
        <p:grpSpPr>
          <a:xfrm>
            <a:off x="7997064" y="4431530"/>
            <a:ext cx="357720" cy="355148"/>
            <a:chOff x="2496894" y="3680964"/>
            <a:chExt cx="357720" cy="355148"/>
          </a:xfrm>
        </p:grpSpPr>
        <p:sp>
          <p:nvSpPr>
            <p:cNvPr id="11" name="Google Shape;9886;p62">
              <a:extLst>
                <a:ext uri="{FF2B5EF4-FFF2-40B4-BE49-F238E27FC236}">
                  <a16:creationId xmlns:a16="http://schemas.microsoft.com/office/drawing/2014/main" id="{EEFB0210-E5FE-182D-30AA-3954B9D0928A}"/>
                </a:ext>
              </a:extLst>
            </p:cNvPr>
            <p:cNvSpPr/>
            <p:nvPr/>
          </p:nvSpPr>
          <p:spPr>
            <a:xfrm>
              <a:off x="2598224" y="3786549"/>
              <a:ext cx="37852" cy="59763"/>
            </a:xfrm>
            <a:custGeom>
              <a:avLst/>
              <a:gdLst/>
              <a:ahLst/>
              <a:cxnLst/>
              <a:rect l="l" t="t" r="r" b="b"/>
              <a:pathLst>
                <a:path w="1192" h="1882" extrusionOk="0">
                  <a:moveTo>
                    <a:pt x="596" y="0"/>
                  </a:moveTo>
                  <a:cubicBezTo>
                    <a:pt x="275" y="0"/>
                    <a:pt x="1" y="262"/>
                    <a:pt x="1" y="595"/>
                  </a:cubicBezTo>
                  <a:lnTo>
                    <a:pt x="1" y="1286"/>
                  </a:lnTo>
                  <a:cubicBezTo>
                    <a:pt x="1" y="1619"/>
                    <a:pt x="275" y="1881"/>
                    <a:pt x="596" y="1881"/>
                  </a:cubicBezTo>
                  <a:cubicBezTo>
                    <a:pt x="929" y="1881"/>
                    <a:pt x="1191" y="1619"/>
                    <a:pt x="1191" y="1286"/>
                  </a:cubicBezTo>
                  <a:lnTo>
                    <a:pt x="1191" y="679"/>
                  </a:lnTo>
                  <a:cubicBezTo>
                    <a:pt x="1191" y="595"/>
                    <a:pt x="1120" y="512"/>
                    <a:pt x="1037" y="512"/>
                  </a:cubicBezTo>
                  <a:cubicBezTo>
                    <a:pt x="941" y="512"/>
                    <a:pt x="870" y="595"/>
                    <a:pt x="870" y="679"/>
                  </a:cubicBezTo>
                  <a:lnTo>
                    <a:pt x="870" y="1286"/>
                  </a:lnTo>
                  <a:cubicBezTo>
                    <a:pt x="870" y="1441"/>
                    <a:pt x="751" y="1560"/>
                    <a:pt x="596" y="1560"/>
                  </a:cubicBezTo>
                  <a:cubicBezTo>
                    <a:pt x="453" y="1560"/>
                    <a:pt x="334" y="1441"/>
                    <a:pt x="334" y="1286"/>
                  </a:cubicBezTo>
                  <a:lnTo>
                    <a:pt x="334" y="595"/>
                  </a:lnTo>
                  <a:cubicBezTo>
                    <a:pt x="334" y="441"/>
                    <a:pt x="453" y="322"/>
                    <a:pt x="596" y="322"/>
                  </a:cubicBezTo>
                  <a:cubicBezTo>
                    <a:pt x="691" y="322"/>
                    <a:pt x="763" y="250"/>
                    <a:pt x="763" y="155"/>
                  </a:cubicBezTo>
                  <a:cubicBezTo>
                    <a:pt x="763" y="72"/>
                    <a:pt x="691" y="0"/>
                    <a:pt x="59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887;p62">
              <a:extLst>
                <a:ext uri="{FF2B5EF4-FFF2-40B4-BE49-F238E27FC236}">
                  <a16:creationId xmlns:a16="http://schemas.microsoft.com/office/drawing/2014/main" id="{28F81FC4-C59C-7929-C69E-1C5A0C464188}"/>
                </a:ext>
              </a:extLst>
            </p:cNvPr>
            <p:cNvSpPr/>
            <p:nvPr/>
          </p:nvSpPr>
          <p:spPr>
            <a:xfrm>
              <a:off x="2715051" y="3786549"/>
              <a:ext cx="37852" cy="59763"/>
            </a:xfrm>
            <a:custGeom>
              <a:avLst/>
              <a:gdLst/>
              <a:ahLst/>
              <a:cxnLst/>
              <a:rect l="l" t="t" r="r" b="b"/>
              <a:pathLst>
                <a:path w="1192" h="1882" extrusionOk="0">
                  <a:moveTo>
                    <a:pt x="596" y="0"/>
                  </a:moveTo>
                  <a:cubicBezTo>
                    <a:pt x="275" y="0"/>
                    <a:pt x="1" y="262"/>
                    <a:pt x="1" y="595"/>
                  </a:cubicBezTo>
                  <a:lnTo>
                    <a:pt x="1" y="1286"/>
                  </a:lnTo>
                  <a:cubicBezTo>
                    <a:pt x="1" y="1619"/>
                    <a:pt x="275" y="1881"/>
                    <a:pt x="596" y="1881"/>
                  </a:cubicBezTo>
                  <a:cubicBezTo>
                    <a:pt x="930" y="1881"/>
                    <a:pt x="1191" y="1619"/>
                    <a:pt x="1191" y="1286"/>
                  </a:cubicBezTo>
                  <a:lnTo>
                    <a:pt x="1191" y="679"/>
                  </a:lnTo>
                  <a:cubicBezTo>
                    <a:pt x="1191" y="595"/>
                    <a:pt x="1120" y="512"/>
                    <a:pt x="1025" y="512"/>
                  </a:cubicBezTo>
                  <a:cubicBezTo>
                    <a:pt x="941" y="512"/>
                    <a:pt x="870" y="595"/>
                    <a:pt x="870" y="679"/>
                  </a:cubicBezTo>
                  <a:lnTo>
                    <a:pt x="870" y="1286"/>
                  </a:lnTo>
                  <a:cubicBezTo>
                    <a:pt x="870" y="1441"/>
                    <a:pt x="751" y="1560"/>
                    <a:pt x="596" y="1560"/>
                  </a:cubicBezTo>
                  <a:cubicBezTo>
                    <a:pt x="453" y="1560"/>
                    <a:pt x="334" y="1441"/>
                    <a:pt x="334" y="1286"/>
                  </a:cubicBezTo>
                  <a:lnTo>
                    <a:pt x="334" y="595"/>
                  </a:lnTo>
                  <a:cubicBezTo>
                    <a:pt x="334" y="441"/>
                    <a:pt x="453" y="322"/>
                    <a:pt x="596" y="322"/>
                  </a:cubicBezTo>
                  <a:cubicBezTo>
                    <a:pt x="691" y="322"/>
                    <a:pt x="763" y="250"/>
                    <a:pt x="763" y="155"/>
                  </a:cubicBezTo>
                  <a:cubicBezTo>
                    <a:pt x="763" y="72"/>
                    <a:pt x="691" y="0"/>
                    <a:pt x="59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888;p62">
              <a:extLst>
                <a:ext uri="{FF2B5EF4-FFF2-40B4-BE49-F238E27FC236}">
                  <a16:creationId xmlns:a16="http://schemas.microsoft.com/office/drawing/2014/main" id="{FCA15F97-D52A-C3E1-FD51-723C9FF2813C}"/>
                </a:ext>
              </a:extLst>
            </p:cNvPr>
            <p:cNvSpPr/>
            <p:nvPr/>
          </p:nvSpPr>
          <p:spPr>
            <a:xfrm>
              <a:off x="2496894" y="3680964"/>
              <a:ext cx="297989" cy="296528"/>
            </a:xfrm>
            <a:custGeom>
              <a:avLst/>
              <a:gdLst/>
              <a:ahLst/>
              <a:cxnLst/>
              <a:rect l="l" t="t" r="r" b="b"/>
              <a:pathLst>
                <a:path w="9384" h="9338" extrusionOk="0">
                  <a:moveTo>
                    <a:pt x="5643" y="0"/>
                  </a:moveTo>
                  <a:cubicBezTo>
                    <a:pt x="5580" y="0"/>
                    <a:pt x="5517" y="1"/>
                    <a:pt x="5454" y="3"/>
                  </a:cubicBezTo>
                  <a:cubicBezTo>
                    <a:pt x="4025" y="51"/>
                    <a:pt x="2692" y="622"/>
                    <a:pt x="1680" y="1634"/>
                  </a:cubicBezTo>
                  <a:cubicBezTo>
                    <a:pt x="668" y="2646"/>
                    <a:pt x="84" y="3992"/>
                    <a:pt x="37" y="5421"/>
                  </a:cubicBezTo>
                  <a:cubicBezTo>
                    <a:pt x="1" y="6849"/>
                    <a:pt x="489" y="8219"/>
                    <a:pt x="1430" y="9278"/>
                  </a:cubicBezTo>
                  <a:cubicBezTo>
                    <a:pt x="1453" y="9302"/>
                    <a:pt x="1501" y="9338"/>
                    <a:pt x="1549" y="9338"/>
                  </a:cubicBezTo>
                  <a:cubicBezTo>
                    <a:pt x="1584" y="9338"/>
                    <a:pt x="1620" y="9314"/>
                    <a:pt x="1644" y="9290"/>
                  </a:cubicBezTo>
                  <a:cubicBezTo>
                    <a:pt x="1727" y="9231"/>
                    <a:pt x="1727" y="9123"/>
                    <a:pt x="1668" y="9052"/>
                  </a:cubicBezTo>
                  <a:cubicBezTo>
                    <a:pt x="787" y="8052"/>
                    <a:pt x="310" y="6754"/>
                    <a:pt x="358" y="5421"/>
                  </a:cubicBezTo>
                  <a:cubicBezTo>
                    <a:pt x="394" y="4075"/>
                    <a:pt x="930" y="2813"/>
                    <a:pt x="1882" y="1861"/>
                  </a:cubicBezTo>
                  <a:cubicBezTo>
                    <a:pt x="2835" y="908"/>
                    <a:pt x="4109" y="360"/>
                    <a:pt x="5442" y="325"/>
                  </a:cubicBezTo>
                  <a:cubicBezTo>
                    <a:pt x="5489" y="323"/>
                    <a:pt x="5536" y="323"/>
                    <a:pt x="5583" y="323"/>
                  </a:cubicBezTo>
                  <a:cubicBezTo>
                    <a:pt x="6877" y="323"/>
                    <a:pt x="8108" y="796"/>
                    <a:pt x="9073" y="1634"/>
                  </a:cubicBezTo>
                  <a:cubicBezTo>
                    <a:pt x="9108" y="1663"/>
                    <a:pt x="9150" y="1678"/>
                    <a:pt x="9191" y="1678"/>
                  </a:cubicBezTo>
                  <a:cubicBezTo>
                    <a:pt x="9236" y="1678"/>
                    <a:pt x="9280" y="1660"/>
                    <a:pt x="9312" y="1623"/>
                  </a:cubicBezTo>
                  <a:cubicBezTo>
                    <a:pt x="9383" y="1551"/>
                    <a:pt x="9383" y="1444"/>
                    <a:pt x="9312" y="1384"/>
                  </a:cubicBezTo>
                  <a:cubicBezTo>
                    <a:pt x="8288" y="486"/>
                    <a:pt x="6992" y="0"/>
                    <a:pt x="564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889;p62">
              <a:extLst>
                <a:ext uri="{FF2B5EF4-FFF2-40B4-BE49-F238E27FC236}">
                  <a16:creationId xmlns:a16="http://schemas.microsoft.com/office/drawing/2014/main" id="{3374BCA5-243A-A0FE-D9EB-7DC632705647}"/>
                </a:ext>
              </a:extLst>
            </p:cNvPr>
            <p:cNvSpPr/>
            <p:nvPr/>
          </p:nvSpPr>
          <p:spPr>
            <a:xfrm>
              <a:off x="2555895" y="3739075"/>
              <a:ext cx="298719" cy="297036"/>
            </a:xfrm>
            <a:custGeom>
              <a:avLst/>
              <a:gdLst/>
              <a:ahLst/>
              <a:cxnLst/>
              <a:rect l="l" t="t" r="r" b="b"/>
              <a:pathLst>
                <a:path w="9407" h="9354" extrusionOk="0">
                  <a:moveTo>
                    <a:pt x="7840" y="1"/>
                  </a:moveTo>
                  <a:cubicBezTo>
                    <a:pt x="7800" y="1"/>
                    <a:pt x="7760" y="15"/>
                    <a:pt x="7727" y="43"/>
                  </a:cubicBezTo>
                  <a:cubicBezTo>
                    <a:pt x="7644" y="102"/>
                    <a:pt x="7644" y="209"/>
                    <a:pt x="7704" y="281"/>
                  </a:cubicBezTo>
                  <a:cubicBezTo>
                    <a:pt x="8585" y="1281"/>
                    <a:pt x="9061" y="2579"/>
                    <a:pt x="9013" y="3912"/>
                  </a:cubicBezTo>
                  <a:cubicBezTo>
                    <a:pt x="8978" y="5257"/>
                    <a:pt x="8430" y="6520"/>
                    <a:pt x="7489" y="7472"/>
                  </a:cubicBezTo>
                  <a:cubicBezTo>
                    <a:pt x="6537" y="8425"/>
                    <a:pt x="5263" y="8972"/>
                    <a:pt x="3929" y="9008"/>
                  </a:cubicBezTo>
                  <a:cubicBezTo>
                    <a:pt x="3881" y="9009"/>
                    <a:pt x="3833" y="9010"/>
                    <a:pt x="3785" y="9010"/>
                  </a:cubicBezTo>
                  <a:cubicBezTo>
                    <a:pt x="2491" y="9010"/>
                    <a:pt x="1251" y="8548"/>
                    <a:pt x="298" y="7698"/>
                  </a:cubicBezTo>
                  <a:cubicBezTo>
                    <a:pt x="264" y="7670"/>
                    <a:pt x="222" y="7655"/>
                    <a:pt x="180" y="7655"/>
                  </a:cubicBezTo>
                  <a:cubicBezTo>
                    <a:pt x="135" y="7655"/>
                    <a:pt x="91" y="7673"/>
                    <a:pt x="60" y="7710"/>
                  </a:cubicBezTo>
                  <a:cubicBezTo>
                    <a:pt x="0" y="7782"/>
                    <a:pt x="0" y="7889"/>
                    <a:pt x="72" y="7948"/>
                  </a:cubicBezTo>
                  <a:cubicBezTo>
                    <a:pt x="1096" y="8853"/>
                    <a:pt x="2393" y="9353"/>
                    <a:pt x="3763" y="9353"/>
                  </a:cubicBezTo>
                  <a:lnTo>
                    <a:pt x="3929" y="9353"/>
                  </a:lnTo>
                  <a:cubicBezTo>
                    <a:pt x="5358" y="9306"/>
                    <a:pt x="6692" y="8722"/>
                    <a:pt x="7704" y="7710"/>
                  </a:cubicBezTo>
                  <a:cubicBezTo>
                    <a:pt x="8716" y="6698"/>
                    <a:pt x="9299" y="5365"/>
                    <a:pt x="9347" y="3936"/>
                  </a:cubicBezTo>
                  <a:cubicBezTo>
                    <a:pt x="9406" y="2507"/>
                    <a:pt x="8894" y="1126"/>
                    <a:pt x="7966" y="66"/>
                  </a:cubicBezTo>
                  <a:cubicBezTo>
                    <a:pt x="7933" y="21"/>
                    <a:pt x="7887" y="1"/>
                    <a:pt x="784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890;p62">
              <a:extLst>
                <a:ext uri="{FF2B5EF4-FFF2-40B4-BE49-F238E27FC236}">
                  <a16:creationId xmlns:a16="http://schemas.microsoft.com/office/drawing/2014/main" id="{2767B46F-6AC9-75A5-33C8-0BCF135E39FB}"/>
                </a:ext>
              </a:extLst>
            </p:cNvPr>
            <p:cNvSpPr/>
            <p:nvPr/>
          </p:nvSpPr>
          <p:spPr>
            <a:xfrm>
              <a:off x="2569867" y="3875336"/>
              <a:ext cx="211393" cy="99139"/>
            </a:xfrm>
            <a:custGeom>
              <a:avLst/>
              <a:gdLst/>
              <a:ahLst/>
              <a:cxnLst/>
              <a:rect l="l" t="t" r="r" b="b"/>
              <a:pathLst>
                <a:path w="6657" h="3122" extrusionOk="0">
                  <a:moveTo>
                    <a:pt x="5692" y="478"/>
                  </a:moveTo>
                  <a:lnTo>
                    <a:pt x="5692" y="478"/>
                  </a:lnTo>
                  <a:cubicBezTo>
                    <a:pt x="5644" y="562"/>
                    <a:pt x="5597" y="657"/>
                    <a:pt x="5537" y="728"/>
                  </a:cubicBezTo>
                  <a:cubicBezTo>
                    <a:pt x="5466" y="859"/>
                    <a:pt x="5311" y="931"/>
                    <a:pt x="5156" y="966"/>
                  </a:cubicBezTo>
                  <a:cubicBezTo>
                    <a:pt x="4537" y="1038"/>
                    <a:pt x="3918" y="1074"/>
                    <a:pt x="3323" y="1074"/>
                  </a:cubicBezTo>
                  <a:cubicBezTo>
                    <a:pt x="2715" y="1074"/>
                    <a:pt x="2096" y="1038"/>
                    <a:pt x="1489" y="966"/>
                  </a:cubicBezTo>
                  <a:cubicBezTo>
                    <a:pt x="1334" y="955"/>
                    <a:pt x="1191" y="859"/>
                    <a:pt x="1108" y="740"/>
                  </a:cubicBezTo>
                  <a:cubicBezTo>
                    <a:pt x="1049" y="657"/>
                    <a:pt x="1001" y="574"/>
                    <a:pt x="953" y="490"/>
                  </a:cubicBezTo>
                  <a:lnTo>
                    <a:pt x="953" y="490"/>
                  </a:lnTo>
                  <a:cubicBezTo>
                    <a:pt x="1727" y="609"/>
                    <a:pt x="2525" y="681"/>
                    <a:pt x="3323" y="681"/>
                  </a:cubicBezTo>
                  <a:cubicBezTo>
                    <a:pt x="4120" y="681"/>
                    <a:pt x="4918" y="609"/>
                    <a:pt x="5692" y="478"/>
                  </a:cubicBezTo>
                  <a:close/>
                  <a:moveTo>
                    <a:pt x="6347" y="324"/>
                  </a:moveTo>
                  <a:cubicBezTo>
                    <a:pt x="6311" y="335"/>
                    <a:pt x="6311" y="335"/>
                    <a:pt x="6311" y="359"/>
                  </a:cubicBezTo>
                  <a:cubicBezTo>
                    <a:pt x="6121" y="1050"/>
                    <a:pt x="5716" y="1681"/>
                    <a:pt x="5180" y="2121"/>
                  </a:cubicBezTo>
                  <a:cubicBezTo>
                    <a:pt x="4644" y="2574"/>
                    <a:pt x="3989" y="2812"/>
                    <a:pt x="3323" y="2812"/>
                  </a:cubicBezTo>
                  <a:cubicBezTo>
                    <a:pt x="2656" y="2812"/>
                    <a:pt x="2001" y="2574"/>
                    <a:pt x="1465" y="2121"/>
                  </a:cubicBezTo>
                  <a:cubicBezTo>
                    <a:pt x="941" y="1693"/>
                    <a:pt x="537" y="1050"/>
                    <a:pt x="334" y="359"/>
                  </a:cubicBezTo>
                  <a:lnTo>
                    <a:pt x="334" y="335"/>
                  </a:lnTo>
                  <a:cubicBezTo>
                    <a:pt x="406" y="359"/>
                    <a:pt x="477" y="371"/>
                    <a:pt x="572" y="395"/>
                  </a:cubicBezTo>
                  <a:cubicBezTo>
                    <a:pt x="644" y="574"/>
                    <a:pt x="739" y="752"/>
                    <a:pt x="834" y="907"/>
                  </a:cubicBezTo>
                  <a:cubicBezTo>
                    <a:pt x="965" y="1109"/>
                    <a:pt x="1203" y="1264"/>
                    <a:pt x="1465" y="1276"/>
                  </a:cubicBezTo>
                  <a:cubicBezTo>
                    <a:pt x="2084" y="1347"/>
                    <a:pt x="2715" y="1383"/>
                    <a:pt x="3335" y="1383"/>
                  </a:cubicBezTo>
                  <a:cubicBezTo>
                    <a:pt x="3954" y="1383"/>
                    <a:pt x="4585" y="1347"/>
                    <a:pt x="5216" y="1276"/>
                  </a:cubicBezTo>
                  <a:cubicBezTo>
                    <a:pt x="5466" y="1240"/>
                    <a:pt x="5704" y="1109"/>
                    <a:pt x="5835" y="883"/>
                  </a:cubicBezTo>
                  <a:cubicBezTo>
                    <a:pt x="5942" y="728"/>
                    <a:pt x="6037" y="562"/>
                    <a:pt x="6109" y="383"/>
                  </a:cubicBezTo>
                  <a:cubicBezTo>
                    <a:pt x="6180" y="371"/>
                    <a:pt x="6252" y="347"/>
                    <a:pt x="6347" y="324"/>
                  </a:cubicBezTo>
                  <a:close/>
                  <a:moveTo>
                    <a:pt x="334" y="0"/>
                  </a:moveTo>
                  <a:cubicBezTo>
                    <a:pt x="256" y="0"/>
                    <a:pt x="181" y="36"/>
                    <a:pt x="120" y="97"/>
                  </a:cubicBezTo>
                  <a:cubicBezTo>
                    <a:pt x="37" y="193"/>
                    <a:pt x="1" y="324"/>
                    <a:pt x="37" y="443"/>
                  </a:cubicBezTo>
                  <a:cubicBezTo>
                    <a:pt x="251" y="1217"/>
                    <a:pt x="668" y="1883"/>
                    <a:pt x="1263" y="2360"/>
                  </a:cubicBezTo>
                  <a:cubicBezTo>
                    <a:pt x="1858" y="2871"/>
                    <a:pt x="2596" y="3122"/>
                    <a:pt x="3335" y="3122"/>
                  </a:cubicBezTo>
                  <a:cubicBezTo>
                    <a:pt x="4097" y="3122"/>
                    <a:pt x="4811" y="2860"/>
                    <a:pt x="5406" y="2360"/>
                  </a:cubicBezTo>
                  <a:cubicBezTo>
                    <a:pt x="5990" y="1871"/>
                    <a:pt x="6418" y="1205"/>
                    <a:pt x="6645" y="443"/>
                  </a:cubicBezTo>
                  <a:cubicBezTo>
                    <a:pt x="6656" y="324"/>
                    <a:pt x="6633" y="193"/>
                    <a:pt x="6549" y="97"/>
                  </a:cubicBezTo>
                  <a:cubicBezTo>
                    <a:pt x="6495" y="43"/>
                    <a:pt x="6412" y="2"/>
                    <a:pt x="6328" y="2"/>
                  </a:cubicBezTo>
                  <a:cubicBezTo>
                    <a:pt x="6302" y="2"/>
                    <a:pt x="6277" y="6"/>
                    <a:pt x="6252" y="14"/>
                  </a:cubicBezTo>
                  <a:cubicBezTo>
                    <a:pt x="5323" y="240"/>
                    <a:pt x="4335" y="359"/>
                    <a:pt x="3335" y="359"/>
                  </a:cubicBezTo>
                  <a:cubicBezTo>
                    <a:pt x="2334" y="359"/>
                    <a:pt x="1346" y="240"/>
                    <a:pt x="418" y="14"/>
                  </a:cubicBezTo>
                  <a:cubicBezTo>
                    <a:pt x="390" y="5"/>
                    <a:pt x="362" y="0"/>
                    <a:pt x="33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9873;p62">
            <a:extLst>
              <a:ext uri="{FF2B5EF4-FFF2-40B4-BE49-F238E27FC236}">
                <a16:creationId xmlns:a16="http://schemas.microsoft.com/office/drawing/2014/main" id="{25C7FA4A-126E-43A3-3320-C23142D0ACDB}"/>
              </a:ext>
            </a:extLst>
          </p:cNvPr>
          <p:cNvGrpSpPr/>
          <p:nvPr/>
        </p:nvGrpSpPr>
        <p:grpSpPr>
          <a:xfrm>
            <a:off x="7293539" y="4359541"/>
            <a:ext cx="357720" cy="355148"/>
            <a:chOff x="1408777" y="3680964"/>
            <a:chExt cx="357720" cy="355148"/>
          </a:xfrm>
        </p:grpSpPr>
        <p:sp>
          <p:nvSpPr>
            <p:cNvPr id="17" name="Google Shape;9874;p62">
              <a:extLst>
                <a:ext uri="{FF2B5EF4-FFF2-40B4-BE49-F238E27FC236}">
                  <a16:creationId xmlns:a16="http://schemas.microsoft.com/office/drawing/2014/main" id="{BFF4B8CF-919C-F4E7-21B3-FF4E75647E90}"/>
                </a:ext>
              </a:extLst>
            </p:cNvPr>
            <p:cNvSpPr/>
            <p:nvPr/>
          </p:nvSpPr>
          <p:spPr>
            <a:xfrm>
              <a:off x="1510488" y="3814144"/>
              <a:ext cx="37852" cy="49188"/>
            </a:xfrm>
            <a:custGeom>
              <a:avLst/>
              <a:gdLst/>
              <a:ahLst/>
              <a:cxnLst/>
              <a:rect l="l" t="t" r="r" b="b"/>
              <a:pathLst>
                <a:path w="1192" h="1549" extrusionOk="0">
                  <a:moveTo>
                    <a:pt x="596" y="0"/>
                  </a:moveTo>
                  <a:cubicBezTo>
                    <a:pt x="262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62" y="1548"/>
                    <a:pt x="596" y="1548"/>
                  </a:cubicBezTo>
                  <a:cubicBezTo>
                    <a:pt x="917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191" y="596"/>
                    <a:pt x="1108" y="524"/>
                    <a:pt x="1024" y="524"/>
                  </a:cubicBezTo>
                  <a:cubicBezTo>
                    <a:pt x="941" y="524"/>
                    <a:pt x="858" y="596"/>
                    <a:pt x="858" y="691"/>
                  </a:cubicBezTo>
                  <a:lnTo>
                    <a:pt x="858" y="953"/>
                  </a:lnTo>
                  <a:cubicBezTo>
                    <a:pt x="858" y="1108"/>
                    <a:pt x="739" y="1227"/>
                    <a:pt x="596" y="1227"/>
                  </a:cubicBezTo>
                  <a:cubicBezTo>
                    <a:pt x="441" y="1227"/>
                    <a:pt x="322" y="1108"/>
                    <a:pt x="322" y="953"/>
                  </a:cubicBezTo>
                  <a:lnTo>
                    <a:pt x="322" y="596"/>
                  </a:lnTo>
                  <a:cubicBezTo>
                    <a:pt x="322" y="453"/>
                    <a:pt x="441" y="334"/>
                    <a:pt x="596" y="334"/>
                  </a:cubicBezTo>
                  <a:cubicBezTo>
                    <a:pt x="679" y="334"/>
                    <a:pt x="763" y="262"/>
                    <a:pt x="763" y="167"/>
                  </a:cubicBezTo>
                  <a:cubicBezTo>
                    <a:pt x="763" y="84"/>
                    <a:pt x="679" y="0"/>
                    <a:pt x="59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875;p62">
              <a:extLst>
                <a:ext uri="{FF2B5EF4-FFF2-40B4-BE49-F238E27FC236}">
                  <a16:creationId xmlns:a16="http://schemas.microsoft.com/office/drawing/2014/main" id="{7732E3A0-1420-C8C0-EDB2-F147CC4C4189}"/>
                </a:ext>
              </a:extLst>
            </p:cNvPr>
            <p:cNvSpPr/>
            <p:nvPr/>
          </p:nvSpPr>
          <p:spPr>
            <a:xfrm>
              <a:off x="1627315" y="3814144"/>
              <a:ext cx="37852" cy="49188"/>
            </a:xfrm>
            <a:custGeom>
              <a:avLst/>
              <a:gdLst/>
              <a:ahLst/>
              <a:cxnLst/>
              <a:rect l="l" t="t" r="r" b="b"/>
              <a:pathLst>
                <a:path w="1192" h="1549" extrusionOk="0">
                  <a:moveTo>
                    <a:pt x="596" y="0"/>
                  </a:moveTo>
                  <a:cubicBezTo>
                    <a:pt x="262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62" y="1548"/>
                    <a:pt x="596" y="1548"/>
                  </a:cubicBezTo>
                  <a:cubicBezTo>
                    <a:pt x="917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191" y="596"/>
                    <a:pt x="1108" y="524"/>
                    <a:pt x="1024" y="524"/>
                  </a:cubicBezTo>
                  <a:cubicBezTo>
                    <a:pt x="929" y="524"/>
                    <a:pt x="858" y="596"/>
                    <a:pt x="858" y="691"/>
                  </a:cubicBezTo>
                  <a:lnTo>
                    <a:pt x="858" y="953"/>
                  </a:lnTo>
                  <a:cubicBezTo>
                    <a:pt x="858" y="1108"/>
                    <a:pt x="739" y="1227"/>
                    <a:pt x="596" y="1227"/>
                  </a:cubicBezTo>
                  <a:cubicBezTo>
                    <a:pt x="441" y="1227"/>
                    <a:pt x="322" y="1108"/>
                    <a:pt x="322" y="953"/>
                  </a:cubicBezTo>
                  <a:lnTo>
                    <a:pt x="322" y="596"/>
                  </a:lnTo>
                  <a:cubicBezTo>
                    <a:pt x="322" y="453"/>
                    <a:pt x="441" y="334"/>
                    <a:pt x="596" y="334"/>
                  </a:cubicBezTo>
                  <a:cubicBezTo>
                    <a:pt x="679" y="334"/>
                    <a:pt x="751" y="262"/>
                    <a:pt x="751" y="167"/>
                  </a:cubicBezTo>
                  <a:cubicBezTo>
                    <a:pt x="751" y="84"/>
                    <a:pt x="679" y="0"/>
                    <a:pt x="59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876;p62">
              <a:extLst>
                <a:ext uri="{FF2B5EF4-FFF2-40B4-BE49-F238E27FC236}">
                  <a16:creationId xmlns:a16="http://schemas.microsoft.com/office/drawing/2014/main" id="{2472C89D-B640-07A9-4356-A5C096F88E73}"/>
                </a:ext>
              </a:extLst>
            </p:cNvPr>
            <p:cNvSpPr/>
            <p:nvPr/>
          </p:nvSpPr>
          <p:spPr>
            <a:xfrm>
              <a:off x="1525604" y="3908806"/>
              <a:ext cx="123305" cy="33152"/>
            </a:xfrm>
            <a:custGeom>
              <a:avLst/>
              <a:gdLst/>
              <a:ahLst/>
              <a:cxnLst/>
              <a:rect l="l" t="t" r="r" b="b"/>
              <a:pathLst>
                <a:path w="3883" h="1044" extrusionOk="0">
                  <a:moveTo>
                    <a:pt x="3714" y="0"/>
                  </a:moveTo>
                  <a:cubicBezTo>
                    <a:pt x="3669" y="0"/>
                    <a:pt x="3622" y="18"/>
                    <a:pt x="3585" y="55"/>
                  </a:cubicBezTo>
                  <a:cubicBezTo>
                    <a:pt x="3215" y="460"/>
                    <a:pt x="2596" y="710"/>
                    <a:pt x="1953" y="710"/>
                  </a:cubicBezTo>
                  <a:cubicBezTo>
                    <a:pt x="1299" y="710"/>
                    <a:pt x="679" y="472"/>
                    <a:pt x="310" y="55"/>
                  </a:cubicBezTo>
                  <a:cubicBezTo>
                    <a:pt x="278" y="23"/>
                    <a:pt x="231" y="4"/>
                    <a:pt x="183" y="4"/>
                  </a:cubicBezTo>
                  <a:cubicBezTo>
                    <a:pt x="144" y="4"/>
                    <a:pt x="104" y="17"/>
                    <a:pt x="72" y="43"/>
                  </a:cubicBezTo>
                  <a:cubicBezTo>
                    <a:pt x="13" y="103"/>
                    <a:pt x="1" y="210"/>
                    <a:pt x="60" y="282"/>
                  </a:cubicBezTo>
                  <a:cubicBezTo>
                    <a:pt x="489" y="758"/>
                    <a:pt x="1191" y="1044"/>
                    <a:pt x="1930" y="1044"/>
                  </a:cubicBezTo>
                  <a:cubicBezTo>
                    <a:pt x="2680" y="1044"/>
                    <a:pt x="3370" y="758"/>
                    <a:pt x="3811" y="282"/>
                  </a:cubicBezTo>
                  <a:cubicBezTo>
                    <a:pt x="3882" y="210"/>
                    <a:pt x="3882" y="103"/>
                    <a:pt x="3823" y="43"/>
                  </a:cubicBezTo>
                  <a:cubicBezTo>
                    <a:pt x="3794" y="15"/>
                    <a:pt x="3755" y="0"/>
                    <a:pt x="371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877;p62">
              <a:extLst>
                <a:ext uri="{FF2B5EF4-FFF2-40B4-BE49-F238E27FC236}">
                  <a16:creationId xmlns:a16="http://schemas.microsoft.com/office/drawing/2014/main" id="{23BBA9E2-9F07-5E5A-2AC5-4AC38B68BBFA}"/>
                </a:ext>
              </a:extLst>
            </p:cNvPr>
            <p:cNvSpPr/>
            <p:nvPr/>
          </p:nvSpPr>
          <p:spPr>
            <a:xfrm>
              <a:off x="1408777" y="3680964"/>
              <a:ext cx="298338" cy="296528"/>
            </a:xfrm>
            <a:custGeom>
              <a:avLst/>
              <a:gdLst/>
              <a:ahLst/>
              <a:cxnLst/>
              <a:rect l="l" t="t" r="r" b="b"/>
              <a:pathLst>
                <a:path w="9395" h="9338" extrusionOk="0">
                  <a:moveTo>
                    <a:pt x="5655" y="0"/>
                  </a:moveTo>
                  <a:cubicBezTo>
                    <a:pt x="5592" y="0"/>
                    <a:pt x="5529" y="1"/>
                    <a:pt x="5466" y="3"/>
                  </a:cubicBezTo>
                  <a:cubicBezTo>
                    <a:pt x="4037" y="51"/>
                    <a:pt x="2692" y="622"/>
                    <a:pt x="1680" y="1634"/>
                  </a:cubicBezTo>
                  <a:cubicBezTo>
                    <a:pt x="667" y="2646"/>
                    <a:pt x="96" y="3992"/>
                    <a:pt x="48" y="5421"/>
                  </a:cubicBezTo>
                  <a:cubicBezTo>
                    <a:pt x="1" y="6849"/>
                    <a:pt x="489" y="8219"/>
                    <a:pt x="1429" y="9278"/>
                  </a:cubicBezTo>
                  <a:cubicBezTo>
                    <a:pt x="1465" y="9302"/>
                    <a:pt x="1501" y="9338"/>
                    <a:pt x="1549" y="9338"/>
                  </a:cubicBezTo>
                  <a:cubicBezTo>
                    <a:pt x="1596" y="9338"/>
                    <a:pt x="1620" y="9314"/>
                    <a:pt x="1656" y="9290"/>
                  </a:cubicBezTo>
                  <a:cubicBezTo>
                    <a:pt x="1727" y="9231"/>
                    <a:pt x="1727" y="9123"/>
                    <a:pt x="1668" y="9052"/>
                  </a:cubicBezTo>
                  <a:cubicBezTo>
                    <a:pt x="787" y="8052"/>
                    <a:pt x="310" y="6754"/>
                    <a:pt x="358" y="5421"/>
                  </a:cubicBezTo>
                  <a:cubicBezTo>
                    <a:pt x="406" y="4075"/>
                    <a:pt x="941" y="2813"/>
                    <a:pt x="1894" y="1861"/>
                  </a:cubicBezTo>
                  <a:cubicBezTo>
                    <a:pt x="2846" y="908"/>
                    <a:pt x="4108" y="360"/>
                    <a:pt x="5454" y="325"/>
                  </a:cubicBezTo>
                  <a:cubicBezTo>
                    <a:pt x="5500" y="323"/>
                    <a:pt x="5547" y="323"/>
                    <a:pt x="5594" y="323"/>
                  </a:cubicBezTo>
                  <a:cubicBezTo>
                    <a:pt x="6878" y="323"/>
                    <a:pt x="8120" y="796"/>
                    <a:pt x="9085" y="1634"/>
                  </a:cubicBezTo>
                  <a:cubicBezTo>
                    <a:pt x="9119" y="1663"/>
                    <a:pt x="9162" y="1678"/>
                    <a:pt x="9203" y="1678"/>
                  </a:cubicBezTo>
                  <a:cubicBezTo>
                    <a:pt x="9248" y="1678"/>
                    <a:pt x="9292" y="1660"/>
                    <a:pt x="9323" y="1623"/>
                  </a:cubicBezTo>
                  <a:cubicBezTo>
                    <a:pt x="9395" y="1551"/>
                    <a:pt x="9395" y="1444"/>
                    <a:pt x="9323" y="1384"/>
                  </a:cubicBezTo>
                  <a:cubicBezTo>
                    <a:pt x="8300" y="486"/>
                    <a:pt x="7004" y="0"/>
                    <a:pt x="565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878;p62">
              <a:extLst>
                <a:ext uri="{FF2B5EF4-FFF2-40B4-BE49-F238E27FC236}">
                  <a16:creationId xmlns:a16="http://schemas.microsoft.com/office/drawing/2014/main" id="{8DA938F6-2666-39AE-9EED-A9AB261E7520}"/>
                </a:ext>
              </a:extLst>
            </p:cNvPr>
            <p:cNvSpPr/>
            <p:nvPr/>
          </p:nvSpPr>
          <p:spPr>
            <a:xfrm>
              <a:off x="1468508" y="3739075"/>
              <a:ext cx="297989" cy="297036"/>
            </a:xfrm>
            <a:custGeom>
              <a:avLst/>
              <a:gdLst/>
              <a:ahLst/>
              <a:cxnLst/>
              <a:rect l="l" t="t" r="r" b="b"/>
              <a:pathLst>
                <a:path w="9384" h="9354" extrusionOk="0">
                  <a:moveTo>
                    <a:pt x="7834" y="1"/>
                  </a:moveTo>
                  <a:cubicBezTo>
                    <a:pt x="7795" y="1"/>
                    <a:pt x="7754" y="15"/>
                    <a:pt x="7716" y="43"/>
                  </a:cubicBezTo>
                  <a:cubicBezTo>
                    <a:pt x="7645" y="102"/>
                    <a:pt x="7645" y="209"/>
                    <a:pt x="7704" y="281"/>
                  </a:cubicBezTo>
                  <a:cubicBezTo>
                    <a:pt x="8585" y="1281"/>
                    <a:pt x="9062" y="2579"/>
                    <a:pt x="9014" y="3912"/>
                  </a:cubicBezTo>
                  <a:cubicBezTo>
                    <a:pt x="8966" y="5257"/>
                    <a:pt x="8431" y="6520"/>
                    <a:pt x="7478" y="7472"/>
                  </a:cubicBezTo>
                  <a:cubicBezTo>
                    <a:pt x="6526" y="8425"/>
                    <a:pt x="5263" y="8972"/>
                    <a:pt x="3918" y="9008"/>
                  </a:cubicBezTo>
                  <a:cubicBezTo>
                    <a:pt x="3870" y="9009"/>
                    <a:pt x="3823" y="9010"/>
                    <a:pt x="3775" y="9010"/>
                  </a:cubicBezTo>
                  <a:cubicBezTo>
                    <a:pt x="2492" y="9010"/>
                    <a:pt x="1251" y="8548"/>
                    <a:pt x="299" y="7698"/>
                  </a:cubicBezTo>
                  <a:cubicBezTo>
                    <a:pt x="259" y="7670"/>
                    <a:pt x="216" y="7655"/>
                    <a:pt x="175" y="7655"/>
                  </a:cubicBezTo>
                  <a:cubicBezTo>
                    <a:pt x="130" y="7655"/>
                    <a:pt x="86" y="7673"/>
                    <a:pt x="49" y="7710"/>
                  </a:cubicBezTo>
                  <a:cubicBezTo>
                    <a:pt x="1" y="7782"/>
                    <a:pt x="1" y="7889"/>
                    <a:pt x="72" y="7948"/>
                  </a:cubicBezTo>
                  <a:cubicBezTo>
                    <a:pt x="1096" y="8853"/>
                    <a:pt x="2394" y="9353"/>
                    <a:pt x="3763" y="9353"/>
                  </a:cubicBezTo>
                  <a:lnTo>
                    <a:pt x="3930" y="9353"/>
                  </a:lnTo>
                  <a:cubicBezTo>
                    <a:pt x="5359" y="9306"/>
                    <a:pt x="6692" y="8722"/>
                    <a:pt x="7704" y="7710"/>
                  </a:cubicBezTo>
                  <a:cubicBezTo>
                    <a:pt x="8716" y="6698"/>
                    <a:pt x="9300" y="5365"/>
                    <a:pt x="9347" y="3936"/>
                  </a:cubicBezTo>
                  <a:cubicBezTo>
                    <a:pt x="9383" y="2507"/>
                    <a:pt x="8895" y="1126"/>
                    <a:pt x="7954" y="66"/>
                  </a:cubicBezTo>
                  <a:cubicBezTo>
                    <a:pt x="7922" y="21"/>
                    <a:pt x="7879" y="1"/>
                    <a:pt x="783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9879;p62">
            <a:extLst>
              <a:ext uri="{FF2B5EF4-FFF2-40B4-BE49-F238E27FC236}">
                <a16:creationId xmlns:a16="http://schemas.microsoft.com/office/drawing/2014/main" id="{EFBEEFFD-4FDC-C1A6-4121-FCF5E7E60181}"/>
              </a:ext>
            </a:extLst>
          </p:cNvPr>
          <p:cNvGrpSpPr/>
          <p:nvPr/>
        </p:nvGrpSpPr>
        <p:grpSpPr>
          <a:xfrm>
            <a:off x="8424000" y="3910529"/>
            <a:ext cx="357720" cy="355148"/>
            <a:chOff x="1952836" y="3680964"/>
            <a:chExt cx="357720" cy="355148"/>
          </a:xfrm>
        </p:grpSpPr>
        <p:sp>
          <p:nvSpPr>
            <p:cNvPr id="23" name="Google Shape;9880;p62">
              <a:extLst>
                <a:ext uri="{FF2B5EF4-FFF2-40B4-BE49-F238E27FC236}">
                  <a16:creationId xmlns:a16="http://schemas.microsoft.com/office/drawing/2014/main" id="{A40A2A7F-5C23-0336-DB91-3D19D9C0C6B3}"/>
                </a:ext>
              </a:extLst>
            </p:cNvPr>
            <p:cNvSpPr/>
            <p:nvPr/>
          </p:nvSpPr>
          <p:spPr>
            <a:xfrm>
              <a:off x="2054166" y="3814144"/>
              <a:ext cx="38233" cy="49188"/>
            </a:xfrm>
            <a:custGeom>
              <a:avLst/>
              <a:gdLst/>
              <a:ahLst/>
              <a:cxnLst/>
              <a:rect l="l" t="t" r="r" b="b"/>
              <a:pathLst>
                <a:path w="1204" h="1549" extrusionOk="0">
                  <a:moveTo>
                    <a:pt x="596" y="0"/>
                  </a:moveTo>
                  <a:cubicBezTo>
                    <a:pt x="275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75" y="1548"/>
                    <a:pt x="596" y="1548"/>
                  </a:cubicBezTo>
                  <a:cubicBezTo>
                    <a:pt x="929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203" y="596"/>
                    <a:pt x="1120" y="524"/>
                    <a:pt x="1037" y="524"/>
                  </a:cubicBezTo>
                  <a:cubicBezTo>
                    <a:pt x="941" y="524"/>
                    <a:pt x="870" y="596"/>
                    <a:pt x="870" y="691"/>
                  </a:cubicBezTo>
                  <a:lnTo>
                    <a:pt x="870" y="953"/>
                  </a:lnTo>
                  <a:cubicBezTo>
                    <a:pt x="870" y="1108"/>
                    <a:pt x="751" y="1227"/>
                    <a:pt x="596" y="1227"/>
                  </a:cubicBezTo>
                  <a:cubicBezTo>
                    <a:pt x="453" y="1227"/>
                    <a:pt x="334" y="1108"/>
                    <a:pt x="334" y="953"/>
                  </a:cubicBezTo>
                  <a:lnTo>
                    <a:pt x="334" y="596"/>
                  </a:lnTo>
                  <a:cubicBezTo>
                    <a:pt x="334" y="453"/>
                    <a:pt x="453" y="334"/>
                    <a:pt x="596" y="334"/>
                  </a:cubicBezTo>
                  <a:cubicBezTo>
                    <a:pt x="691" y="334"/>
                    <a:pt x="763" y="262"/>
                    <a:pt x="763" y="167"/>
                  </a:cubicBezTo>
                  <a:cubicBezTo>
                    <a:pt x="763" y="84"/>
                    <a:pt x="691" y="0"/>
                    <a:pt x="59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881;p62">
              <a:extLst>
                <a:ext uri="{FF2B5EF4-FFF2-40B4-BE49-F238E27FC236}">
                  <a16:creationId xmlns:a16="http://schemas.microsoft.com/office/drawing/2014/main" id="{E8B4A27E-2B26-B8C7-2610-F5C1BFEA709E}"/>
                </a:ext>
              </a:extLst>
            </p:cNvPr>
            <p:cNvSpPr/>
            <p:nvPr/>
          </p:nvSpPr>
          <p:spPr>
            <a:xfrm>
              <a:off x="2170992" y="3814144"/>
              <a:ext cx="37852" cy="49188"/>
            </a:xfrm>
            <a:custGeom>
              <a:avLst/>
              <a:gdLst/>
              <a:ahLst/>
              <a:cxnLst/>
              <a:rect l="l" t="t" r="r" b="b"/>
              <a:pathLst>
                <a:path w="1192" h="1549" extrusionOk="0">
                  <a:moveTo>
                    <a:pt x="596" y="0"/>
                  </a:moveTo>
                  <a:cubicBezTo>
                    <a:pt x="275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75" y="1548"/>
                    <a:pt x="596" y="1548"/>
                  </a:cubicBezTo>
                  <a:cubicBezTo>
                    <a:pt x="929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191" y="596"/>
                    <a:pt x="1120" y="524"/>
                    <a:pt x="1037" y="524"/>
                  </a:cubicBezTo>
                  <a:cubicBezTo>
                    <a:pt x="941" y="524"/>
                    <a:pt x="870" y="596"/>
                    <a:pt x="870" y="691"/>
                  </a:cubicBezTo>
                  <a:lnTo>
                    <a:pt x="870" y="953"/>
                  </a:lnTo>
                  <a:cubicBezTo>
                    <a:pt x="870" y="1108"/>
                    <a:pt x="751" y="1227"/>
                    <a:pt x="596" y="1227"/>
                  </a:cubicBezTo>
                  <a:cubicBezTo>
                    <a:pt x="453" y="1227"/>
                    <a:pt x="334" y="1108"/>
                    <a:pt x="334" y="953"/>
                  </a:cubicBezTo>
                  <a:lnTo>
                    <a:pt x="334" y="596"/>
                  </a:lnTo>
                  <a:cubicBezTo>
                    <a:pt x="334" y="453"/>
                    <a:pt x="453" y="334"/>
                    <a:pt x="596" y="334"/>
                  </a:cubicBezTo>
                  <a:cubicBezTo>
                    <a:pt x="691" y="334"/>
                    <a:pt x="763" y="262"/>
                    <a:pt x="763" y="167"/>
                  </a:cubicBezTo>
                  <a:cubicBezTo>
                    <a:pt x="763" y="84"/>
                    <a:pt x="691" y="0"/>
                    <a:pt x="59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9882;p62">
              <a:extLst>
                <a:ext uri="{FF2B5EF4-FFF2-40B4-BE49-F238E27FC236}">
                  <a16:creationId xmlns:a16="http://schemas.microsoft.com/office/drawing/2014/main" id="{91BC8765-9EFE-BC4B-F46C-96FDC2016824}"/>
                </a:ext>
              </a:extLst>
            </p:cNvPr>
            <p:cNvSpPr/>
            <p:nvPr/>
          </p:nvSpPr>
          <p:spPr>
            <a:xfrm>
              <a:off x="2070043" y="3908647"/>
              <a:ext cx="122924" cy="33311"/>
            </a:xfrm>
            <a:custGeom>
              <a:avLst/>
              <a:gdLst/>
              <a:ahLst/>
              <a:cxnLst/>
              <a:rect l="l" t="t" r="r" b="b"/>
              <a:pathLst>
                <a:path w="3871" h="1049" extrusionOk="0">
                  <a:moveTo>
                    <a:pt x="1930" y="1"/>
                  </a:moveTo>
                  <a:cubicBezTo>
                    <a:pt x="1191" y="1"/>
                    <a:pt x="489" y="287"/>
                    <a:pt x="60" y="763"/>
                  </a:cubicBezTo>
                  <a:cubicBezTo>
                    <a:pt x="1" y="822"/>
                    <a:pt x="1" y="930"/>
                    <a:pt x="72" y="1001"/>
                  </a:cubicBezTo>
                  <a:cubicBezTo>
                    <a:pt x="101" y="1029"/>
                    <a:pt x="140" y="1044"/>
                    <a:pt x="181" y="1044"/>
                  </a:cubicBezTo>
                  <a:cubicBezTo>
                    <a:pt x="226" y="1044"/>
                    <a:pt x="273" y="1026"/>
                    <a:pt x="310" y="989"/>
                  </a:cubicBezTo>
                  <a:cubicBezTo>
                    <a:pt x="679" y="584"/>
                    <a:pt x="1299" y="334"/>
                    <a:pt x="1953" y="334"/>
                  </a:cubicBezTo>
                  <a:cubicBezTo>
                    <a:pt x="2596" y="334"/>
                    <a:pt x="3215" y="572"/>
                    <a:pt x="3585" y="989"/>
                  </a:cubicBezTo>
                  <a:cubicBezTo>
                    <a:pt x="3620" y="1013"/>
                    <a:pt x="3656" y="1049"/>
                    <a:pt x="3704" y="1049"/>
                  </a:cubicBezTo>
                  <a:cubicBezTo>
                    <a:pt x="3751" y="1049"/>
                    <a:pt x="3775" y="1037"/>
                    <a:pt x="3811" y="1001"/>
                  </a:cubicBezTo>
                  <a:cubicBezTo>
                    <a:pt x="3870" y="930"/>
                    <a:pt x="3870" y="822"/>
                    <a:pt x="3811" y="763"/>
                  </a:cubicBezTo>
                  <a:cubicBezTo>
                    <a:pt x="3382" y="287"/>
                    <a:pt x="2680" y="1"/>
                    <a:pt x="193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883;p62">
              <a:extLst>
                <a:ext uri="{FF2B5EF4-FFF2-40B4-BE49-F238E27FC236}">
                  <a16:creationId xmlns:a16="http://schemas.microsoft.com/office/drawing/2014/main" id="{6A386E8C-2E08-0164-7951-01B056EDD2E2}"/>
                </a:ext>
              </a:extLst>
            </p:cNvPr>
            <p:cNvSpPr/>
            <p:nvPr/>
          </p:nvSpPr>
          <p:spPr>
            <a:xfrm>
              <a:off x="1952836" y="3680964"/>
              <a:ext cx="298338" cy="296528"/>
            </a:xfrm>
            <a:custGeom>
              <a:avLst/>
              <a:gdLst/>
              <a:ahLst/>
              <a:cxnLst/>
              <a:rect l="l" t="t" r="r" b="b"/>
              <a:pathLst>
                <a:path w="9395" h="9338" extrusionOk="0">
                  <a:moveTo>
                    <a:pt x="5654" y="0"/>
                  </a:moveTo>
                  <a:cubicBezTo>
                    <a:pt x="5591" y="0"/>
                    <a:pt x="5528" y="1"/>
                    <a:pt x="5466" y="3"/>
                  </a:cubicBezTo>
                  <a:cubicBezTo>
                    <a:pt x="4037" y="51"/>
                    <a:pt x="2692" y="622"/>
                    <a:pt x="1680" y="1634"/>
                  </a:cubicBezTo>
                  <a:cubicBezTo>
                    <a:pt x="668" y="2646"/>
                    <a:pt x="84" y="3992"/>
                    <a:pt x="48" y="5421"/>
                  </a:cubicBezTo>
                  <a:cubicBezTo>
                    <a:pt x="1" y="6849"/>
                    <a:pt x="489" y="8219"/>
                    <a:pt x="1430" y="9278"/>
                  </a:cubicBezTo>
                  <a:cubicBezTo>
                    <a:pt x="1453" y="9302"/>
                    <a:pt x="1501" y="9338"/>
                    <a:pt x="1549" y="9338"/>
                  </a:cubicBezTo>
                  <a:cubicBezTo>
                    <a:pt x="1596" y="9338"/>
                    <a:pt x="1620" y="9314"/>
                    <a:pt x="1656" y="9290"/>
                  </a:cubicBezTo>
                  <a:cubicBezTo>
                    <a:pt x="1727" y="9231"/>
                    <a:pt x="1727" y="9123"/>
                    <a:pt x="1668" y="9052"/>
                  </a:cubicBezTo>
                  <a:cubicBezTo>
                    <a:pt x="787" y="8052"/>
                    <a:pt x="310" y="6754"/>
                    <a:pt x="358" y="5421"/>
                  </a:cubicBezTo>
                  <a:cubicBezTo>
                    <a:pt x="406" y="4075"/>
                    <a:pt x="941" y="2813"/>
                    <a:pt x="1894" y="1861"/>
                  </a:cubicBezTo>
                  <a:cubicBezTo>
                    <a:pt x="2846" y="908"/>
                    <a:pt x="4108" y="360"/>
                    <a:pt x="5442" y="325"/>
                  </a:cubicBezTo>
                  <a:cubicBezTo>
                    <a:pt x="5489" y="323"/>
                    <a:pt x="5536" y="323"/>
                    <a:pt x="5583" y="323"/>
                  </a:cubicBezTo>
                  <a:cubicBezTo>
                    <a:pt x="6878" y="323"/>
                    <a:pt x="8120" y="796"/>
                    <a:pt x="9073" y="1634"/>
                  </a:cubicBezTo>
                  <a:cubicBezTo>
                    <a:pt x="9113" y="1663"/>
                    <a:pt x="9156" y="1678"/>
                    <a:pt x="9196" y="1678"/>
                  </a:cubicBezTo>
                  <a:cubicBezTo>
                    <a:pt x="9239" y="1678"/>
                    <a:pt x="9280" y="1660"/>
                    <a:pt x="9312" y="1623"/>
                  </a:cubicBezTo>
                  <a:cubicBezTo>
                    <a:pt x="9395" y="1551"/>
                    <a:pt x="9395" y="1444"/>
                    <a:pt x="9312" y="1384"/>
                  </a:cubicBezTo>
                  <a:cubicBezTo>
                    <a:pt x="8288" y="486"/>
                    <a:pt x="6992" y="0"/>
                    <a:pt x="565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884;p62">
              <a:extLst>
                <a:ext uri="{FF2B5EF4-FFF2-40B4-BE49-F238E27FC236}">
                  <a16:creationId xmlns:a16="http://schemas.microsoft.com/office/drawing/2014/main" id="{4401CDD5-28D3-90C2-D005-9C96F2E961DD}"/>
                </a:ext>
              </a:extLst>
            </p:cNvPr>
            <p:cNvSpPr/>
            <p:nvPr/>
          </p:nvSpPr>
          <p:spPr>
            <a:xfrm>
              <a:off x="2012217" y="3739075"/>
              <a:ext cx="298338" cy="297036"/>
            </a:xfrm>
            <a:custGeom>
              <a:avLst/>
              <a:gdLst/>
              <a:ahLst/>
              <a:cxnLst/>
              <a:rect l="l" t="t" r="r" b="b"/>
              <a:pathLst>
                <a:path w="9395" h="9354" extrusionOk="0">
                  <a:moveTo>
                    <a:pt x="7840" y="1"/>
                  </a:moveTo>
                  <a:cubicBezTo>
                    <a:pt x="7800" y="1"/>
                    <a:pt x="7760" y="15"/>
                    <a:pt x="7727" y="43"/>
                  </a:cubicBezTo>
                  <a:cubicBezTo>
                    <a:pt x="7656" y="102"/>
                    <a:pt x="7656" y="209"/>
                    <a:pt x="7715" y="281"/>
                  </a:cubicBezTo>
                  <a:cubicBezTo>
                    <a:pt x="8585" y="1281"/>
                    <a:pt x="9073" y="2579"/>
                    <a:pt x="9025" y="3912"/>
                  </a:cubicBezTo>
                  <a:cubicBezTo>
                    <a:pt x="8977" y="5257"/>
                    <a:pt x="8442" y="6520"/>
                    <a:pt x="7489" y="7472"/>
                  </a:cubicBezTo>
                  <a:cubicBezTo>
                    <a:pt x="6537" y="8425"/>
                    <a:pt x="5275" y="8972"/>
                    <a:pt x="3929" y="9008"/>
                  </a:cubicBezTo>
                  <a:cubicBezTo>
                    <a:pt x="3881" y="9009"/>
                    <a:pt x="3834" y="9010"/>
                    <a:pt x="3786" y="9010"/>
                  </a:cubicBezTo>
                  <a:cubicBezTo>
                    <a:pt x="2503" y="9010"/>
                    <a:pt x="1262" y="8548"/>
                    <a:pt x="298" y="7698"/>
                  </a:cubicBezTo>
                  <a:cubicBezTo>
                    <a:pt x="264" y="7670"/>
                    <a:pt x="221" y="7655"/>
                    <a:pt x="180" y="7655"/>
                  </a:cubicBezTo>
                  <a:cubicBezTo>
                    <a:pt x="135" y="7655"/>
                    <a:pt x="91" y="7673"/>
                    <a:pt x="60" y="7710"/>
                  </a:cubicBezTo>
                  <a:cubicBezTo>
                    <a:pt x="0" y="7782"/>
                    <a:pt x="0" y="7889"/>
                    <a:pt x="83" y="7948"/>
                  </a:cubicBezTo>
                  <a:cubicBezTo>
                    <a:pt x="1107" y="8853"/>
                    <a:pt x="2405" y="9353"/>
                    <a:pt x="3774" y="9353"/>
                  </a:cubicBezTo>
                  <a:lnTo>
                    <a:pt x="3929" y="9353"/>
                  </a:lnTo>
                  <a:cubicBezTo>
                    <a:pt x="5358" y="9306"/>
                    <a:pt x="6703" y="8722"/>
                    <a:pt x="7715" y="7710"/>
                  </a:cubicBezTo>
                  <a:cubicBezTo>
                    <a:pt x="8727" y="6698"/>
                    <a:pt x="9311" y="5365"/>
                    <a:pt x="9347" y="3936"/>
                  </a:cubicBezTo>
                  <a:cubicBezTo>
                    <a:pt x="9394" y="2507"/>
                    <a:pt x="8906" y="1126"/>
                    <a:pt x="7965" y="66"/>
                  </a:cubicBezTo>
                  <a:cubicBezTo>
                    <a:pt x="7933" y="21"/>
                    <a:pt x="7887" y="1"/>
                    <a:pt x="784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9424;p61">
            <a:extLst>
              <a:ext uri="{FF2B5EF4-FFF2-40B4-BE49-F238E27FC236}">
                <a16:creationId xmlns:a16="http://schemas.microsoft.com/office/drawing/2014/main" id="{7A332CF1-2F41-FF54-A179-CEC2D04142C6}"/>
              </a:ext>
            </a:extLst>
          </p:cNvPr>
          <p:cNvGrpSpPr/>
          <p:nvPr/>
        </p:nvGrpSpPr>
        <p:grpSpPr>
          <a:xfrm>
            <a:off x="469027" y="4618995"/>
            <a:ext cx="1369531" cy="195460"/>
            <a:chOff x="723300" y="4253549"/>
            <a:chExt cx="2276482" cy="324900"/>
          </a:xfrm>
        </p:grpSpPr>
        <p:sp>
          <p:nvSpPr>
            <p:cNvPr id="29" name="Google Shape;9425;p61">
              <a:extLst>
                <a:ext uri="{FF2B5EF4-FFF2-40B4-BE49-F238E27FC236}">
                  <a16:creationId xmlns:a16="http://schemas.microsoft.com/office/drawing/2014/main" id="{2F5834F1-E5A1-2582-AB9D-53D75E128B5F}"/>
                </a:ext>
              </a:extLst>
            </p:cNvPr>
            <p:cNvSpPr/>
            <p:nvPr/>
          </p:nvSpPr>
          <p:spPr>
            <a:xfrm>
              <a:off x="723300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426;p61">
              <a:extLst>
                <a:ext uri="{FF2B5EF4-FFF2-40B4-BE49-F238E27FC236}">
                  <a16:creationId xmlns:a16="http://schemas.microsoft.com/office/drawing/2014/main" id="{A25245F1-0D42-CF46-8C8A-68A9B9F9C354}"/>
                </a:ext>
              </a:extLst>
            </p:cNvPr>
            <p:cNvSpPr/>
            <p:nvPr/>
          </p:nvSpPr>
          <p:spPr>
            <a:xfrm>
              <a:off x="1206995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427;p61">
              <a:extLst>
                <a:ext uri="{FF2B5EF4-FFF2-40B4-BE49-F238E27FC236}">
                  <a16:creationId xmlns:a16="http://schemas.microsoft.com/office/drawing/2014/main" id="{6335AEC2-50E5-527D-E9C4-8B6554F327A6}"/>
                </a:ext>
              </a:extLst>
            </p:cNvPr>
            <p:cNvSpPr/>
            <p:nvPr/>
          </p:nvSpPr>
          <p:spPr>
            <a:xfrm>
              <a:off x="1690691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428;p61">
              <a:extLst>
                <a:ext uri="{FF2B5EF4-FFF2-40B4-BE49-F238E27FC236}">
                  <a16:creationId xmlns:a16="http://schemas.microsoft.com/office/drawing/2014/main" id="{5FD92768-1AB9-32F8-86F6-55A8844CA5EE}"/>
                </a:ext>
              </a:extLst>
            </p:cNvPr>
            <p:cNvSpPr/>
            <p:nvPr/>
          </p:nvSpPr>
          <p:spPr>
            <a:xfrm>
              <a:off x="2174386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429;p61">
              <a:extLst>
                <a:ext uri="{FF2B5EF4-FFF2-40B4-BE49-F238E27FC236}">
                  <a16:creationId xmlns:a16="http://schemas.microsoft.com/office/drawing/2014/main" id="{9DAA0CCE-3699-4CFB-F998-4A467AD59D01}"/>
                </a:ext>
              </a:extLst>
            </p:cNvPr>
            <p:cNvSpPr/>
            <p:nvPr/>
          </p:nvSpPr>
          <p:spPr>
            <a:xfrm>
              <a:off x="2658082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0000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202AA05-41C5-D66B-DAC9-51575DC199E2}"/>
              </a:ext>
            </a:extLst>
          </p:cNvPr>
          <p:cNvSpPr txBox="1"/>
          <p:nvPr/>
        </p:nvSpPr>
        <p:spPr>
          <a:xfrm>
            <a:off x="986669" y="1412943"/>
            <a:ext cx="717066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 dirty="0"/>
          </a:p>
          <a:p>
            <a:pPr marL="342900" indent="-342900">
              <a:buFont typeface="+mj-lt"/>
              <a:buAutoNum type="arabicPeriod"/>
            </a:pPr>
            <a:r>
              <a:rPr lang="en-CA" b="1" dirty="0"/>
              <a:t>Data Handling</a:t>
            </a:r>
            <a:r>
              <a:rPr lang="en-CA" dirty="0"/>
              <a:t>: Processing and managing 6.9 million reviews was resource-intensive and required careful data preprocessing.</a:t>
            </a:r>
          </a:p>
          <a:p>
            <a:pPr marL="342900" indent="-342900">
              <a:buFont typeface="+mj-lt"/>
              <a:buAutoNum type="arabicPeriod"/>
            </a:pPr>
            <a:endParaRPr lang="en-CA" dirty="0"/>
          </a:p>
          <a:p>
            <a:pPr marL="342900" indent="-342900">
              <a:buFont typeface="+mj-lt"/>
              <a:buAutoNum type="arabicPeriod"/>
            </a:pPr>
            <a:r>
              <a:rPr lang="en-CA" b="1" dirty="0"/>
              <a:t>Computational Resources</a:t>
            </a:r>
            <a:r>
              <a:rPr lang="en-CA" dirty="0"/>
              <a:t>: Training DistilBERT on such a large dataset demanded high memory and processing power.</a:t>
            </a:r>
          </a:p>
          <a:p>
            <a:pPr marL="342900" indent="-342900">
              <a:buFont typeface="+mj-lt"/>
              <a:buAutoNum type="arabicPeriod"/>
            </a:pPr>
            <a:endParaRPr lang="en-CA" dirty="0"/>
          </a:p>
          <a:p>
            <a:pPr marL="342900" indent="-342900">
              <a:buFont typeface="+mj-lt"/>
              <a:buAutoNum type="arabicPeriod"/>
            </a:pPr>
            <a:r>
              <a:rPr lang="en-CA" b="1" dirty="0"/>
              <a:t>Scalability</a:t>
            </a:r>
            <a:r>
              <a:rPr lang="en-CA" dirty="0"/>
              <a:t>: Both models required careful consideration of scalability, especially given the size of the dataset.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04852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Performance Evaluation</a:t>
            </a:r>
            <a:endParaRPr lang="es-419" dirty="0"/>
          </a:p>
        </p:txBody>
      </p:sp>
      <p:sp>
        <p:nvSpPr>
          <p:cNvPr id="854" name="Google Shape;854;p34"/>
          <p:cNvSpPr txBox="1">
            <a:spLocks noGrp="1"/>
          </p:cNvSpPr>
          <p:nvPr>
            <p:ph type="subTitle" idx="1"/>
          </p:nvPr>
        </p:nvSpPr>
        <p:spPr>
          <a:xfrm>
            <a:off x="3321145" y="1614444"/>
            <a:ext cx="1460551" cy="42269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u="sng" dirty="0"/>
              <a:t>LSTM </a:t>
            </a:r>
          </a:p>
        </p:txBody>
      </p:sp>
      <p:sp>
        <p:nvSpPr>
          <p:cNvPr id="855" name="Google Shape;855;p34"/>
          <p:cNvSpPr txBox="1">
            <a:spLocks noGrp="1"/>
          </p:cNvSpPr>
          <p:nvPr>
            <p:ph type="subTitle" idx="2"/>
          </p:nvPr>
        </p:nvSpPr>
        <p:spPr>
          <a:xfrm>
            <a:off x="4894122" y="1614444"/>
            <a:ext cx="1753566" cy="42269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u="sng" dirty="0"/>
              <a:t>DistilBERT</a:t>
            </a:r>
            <a:endParaRPr u="sng" dirty="0"/>
          </a:p>
        </p:txBody>
      </p:sp>
      <p:grpSp>
        <p:nvGrpSpPr>
          <p:cNvPr id="857" name="Google Shape;857;p34"/>
          <p:cNvGrpSpPr/>
          <p:nvPr/>
        </p:nvGrpSpPr>
        <p:grpSpPr>
          <a:xfrm>
            <a:off x="261892" y="4105463"/>
            <a:ext cx="837183" cy="809366"/>
            <a:chOff x="261892" y="4105463"/>
            <a:chExt cx="837183" cy="809366"/>
          </a:xfrm>
        </p:grpSpPr>
        <p:sp>
          <p:nvSpPr>
            <p:cNvPr id="858" name="Google Shape;858;p34"/>
            <p:cNvSpPr/>
            <p:nvPr/>
          </p:nvSpPr>
          <p:spPr>
            <a:xfrm rot="5400000">
              <a:off x="293931" y="4109685"/>
              <a:ext cx="773106" cy="837183"/>
            </a:xfrm>
            <a:custGeom>
              <a:avLst/>
              <a:gdLst/>
              <a:ahLst/>
              <a:cxnLst/>
              <a:rect l="l" t="t" r="r" b="b"/>
              <a:pathLst>
                <a:path w="17279" h="18708" extrusionOk="0">
                  <a:moveTo>
                    <a:pt x="5860" y="1"/>
                  </a:moveTo>
                  <a:cubicBezTo>
                    <a:pt x="5630" y="1"/>
                    <a:pt x="5376" y="29"/>
                    <a:pt x="5093" y="92"/>
                  </a:cubicBezTo>
                  <a:cubicBezTo>
                    <a:pt x="0" y="1225"/>
                    <a:pt x="3054" y="8584"/>
                    <a:pt x="4522" y="9943"/>
                  </a:cubicBezTo>
                  <a:cubicBezTo>
                    <a:pt x="5989" y="11293"/>
                    <a:pt x="2355" y="15105"/>
                    <a:pt x="6334" y="18090"/>
                  </a:cubicBezTo>
                  <a:cubicBezTo>
                    <a:pt x="6902" y="18516"/>
                    <a:pt x="7544" y="18707"/>
                    <a:pt x="8177" y="18707"/>
                  </a:cubicBezTo>
                  <a:cubicBezTo>
                    <a:pt x="9563" y="18707"/>
                    <a:pt x="10903" y="17786"/>
                    <a:pt x="11309" y="16385"/>
                  </a:cubicBezTo>
                  <a:cubicBezTo>
                    <a:pt x="12333" y="12879"/>
                    <a:pt x="14028" y="10278"/>
                    <a:pt x="15653" y="8465"/>
                  </a:cubicBezTo>
                  <a:cubicBezTo>
                    <a:pt x="17278" y="6653"/>
                    <a:pt x="17081" y="5077"/>
                    <a:pt x="15160" y="3599"/>
                  </a:cubicBezTo>
                  <a:cubicBezTo>
                    <a:pt x="14342" y="2974"/>
                    <a:pt x="13626" y="2840"/>
                    <a:pt x="12915" y="2840"/>
                  </a:cubicBezTo>
                  <a:cubicBezTo>
                    <a:pt x="12385" y="2840"/>
                    <a:pt x="11857" y="2915"/>
                    <a:pt x="11293" y="2915"/>
                  </a:cubicBezTo>
                  <a:cubicBezTo>
                    <a:pt x="10840" y="2915"/>
                    <a:pt x="10363" y="2867"/>
                    <a:pt x="9841" y="2693"/>
                  </a:cubicBezTo>
                  <a:cubicBezTo>
                    <a:pt x="8016" y="2085"/>
                    <a:pt x="7817" y="1"/>
                    <a:pt x="58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59" name="Google Shape;859;p34"/>
            <p:cNvGrpSpPr/>
            <p:nvPr/>
          </p:nvGrpSpPr>
          <p:grpSpPr>
            <a:xfrm flipH="1">
              <a:off x="378503" y="4105463"/>
              <a:ext cx="653592" cy="775028"/>
              <a:chOff x="5754774" y="2493033"/>
              <a:chExt cx="784435" cy="930182"/>
            </a:xfrm>
          </p:grpSpPr>
          <p:sp>
            <p:nvSpPr>
              <p:cNvPr id="860" name="Google Shape;860;p34"/>
              <p:cNvSpPr/>
              <p:nvPr/>
            </p:nvSpPr>
            <p:spPr>
              <a:xfrm>
                <a:off x="5754774" y="2493033"/>
                <a:ext cx="784435" cy="930182"/>
              </a:xfrm>
              <a:custGeom>
                <a:avLst/>
                <a:gdLst/>
                <a:ahLst/>
                <a:cxnLst/>
                <a:rect l="l" t="t" r="r" b="b"/>
                <a:pathLst>
                  <a:path w="7557" h="8960" extrusionOk="0">
                    <a:moveTo>
                      <a:pt x="4099" y="987"/>
                    </a:moveTo>
                    <a:lnTo>
                      <a:pt x="4099" y="987"/>
                    </a:lnTo>
                    <a:cubicBezTo>
                      <a:pt x="4109" y="1174"/>
                      <a:pt x="4000" y="1263"/>
                      <a:pt x="3892" y="1342"/>
                    </a:cubicBezTo>
                    <a:cubicBezTo>
                      <a:pt x="3714" y="1480"/>
                      <a:pt x="3527" y="1608"/>
                      <a:pt x="3340" y="1736"/>
                    </a:cubicBezTo>
                    <a:cubicBezTo>
                      <a:pt x="3291" y="1627"/>
                      <a:pt x="3301" y="1519"/>
                      <a:pt x="3399" y="1411"/>
                    </a:cubicBezTo>
                    <a:cubicBezTo>
                      <a:pt x="3527" y="1263"/>
                      <a:pt x="3705" y="1204"/>
                      <a:pt x="3852" y="1105"/>
                    </a:cubicBezTo>
                    <a:cubicBezTo>
                      <a:pt x="3921" y="1066"/>
                      <a:pt x="4000" y="1036"/>
                      <a:pt x="4099" y="987"/>
                    </a:cubicBezTo>
                    <a:close/>
                    <a:moveTo>
                      <a:pt x="4912" y="1686"/>
                    </a:moveTo>
                    <a:cubicBezTo>
                      <a:pt x="5040" y="1686"/>
                      <a:pt x="5169" y="1699"/>
                      <a:pt x="5300" y="1726"/>
                    </a:cubicBezTo>
                    <a:cubicBezTo>
                      <a:pt x="5429" y="1746"/>
                      <a:pt x="5557" y="1736"/>
                      <a:pt x="5704" y="1755"/>
                    </a:cubicBezTo>
                    <a:cubicBezTo>
                      <a:pt x="5594" y="1924"/>
                      <a:pt x="5552" y="1986"/>
                      <a:pt x="5466" y="1986"/>
                    </a:cubicBezTo>
                    <a:cubicBezTo>
                      <a:pt x="5421" y="1986"/>
                      <a:pt x="5365" y="1969"/>
                      <a:pt x="5281" y="1943"/>
                    </a:cubicBezTo>
                    <a:cubicBezTo>
                      <a:pt x="5143" y="1905"/>
                      <a:pt x="5008" y="1890"/>
                      <a:pt x="4873" y="1890"/>
                    </a:cubicBezTo>
                    <a:cubicBezTo>
                      <a:pt x="4727" y="1890"/>
                      <a:pt x="4582" y="1907"/>
                      <a:pt x="4434" y="1933"/>
                    </a:cubicBezTo>
                    <a:cubicBezTo>
                      <a:pt x="4384" y="1943"/>
                      <a:pt x="4335" y="1943"/>
                      <a:pt x="4266" y="1952"/>
                    </a:cubicBezTo>
                    <a:cubicBezTo>
                      <a:pt x="4286" y="1824"/>
                      <a:pt x="4335" y="1765"/>
                      <a:pt x="4453" y="1736"/>
                    </a:cubicBezTo>
                    <a:cubicBezTo>
                      <a:pt x="4608" y="1704"/>
                      <a:pt x="4760" y="1686"/>
                      <a:pt x="4912" y="1686"/>
                    </a:cubicBezTo>
                    <a:close/>
                    <a:moveTo>
                      <a:pt x="5143" y="1017"/>
                    </a:moveTo>
                    <a:lnTo>
                      <a:pt x="5172" y="1046"/>
                    </a:lnTo>
                    <a:cubicBezTo>
                      <a:pt x="5113" y="1105"/>
                      <a:pt x="5054" y="1184"/>
                      <a:pt x="4985" y="1233"/>
                    </a:cubicBezTo>
                    <a:cubicBezTo>
                      <a:pt x="4788" y="1361"/>
                      <a:pt x="4591" y="1489"/>
                      <a:pt x="4384" y="1618"/>
                    </a:cubicBezTo>
                    <a:cubicBezTo>
                      <a:pt x="4365" y="1637"/>
                      <a:pt x="4315" y="1647"/>
                      <a:pt x="4306" y="1667"/>
                    </a:cubicBezTo>
                    <a:cubicBezTo>
                      <a:pt x="4227" y="1864"/>
                      <a:pt x="4069" y="1864"/>
                      <a:pt x="3892" y="1874"/>
                    </a:cubicBezTo>
                    <a:cubicBezTo>
                      <a:pt x="3774" y="1874"/>
                      <a:pt x="3665" y="1933"/>
                      <a:pt x="3557" y="1972"/>
                    </a:cubicBezTo>
                    <a:cubicBezTo>
                      <a:pt x="3517" y="1982"/>
                      <a:pt x="3478" y="1992"/>
                      <a:pt x="3399" y="2012"/>
                    </a:cubicBezTo>
                    <a:cubicBezTo>
                      <a:pt x="3439" y="1824"/>
                      <a:pt x="3517" y="1696"/>
                      <a:pt x="3646" y="1608"/>
                    </a:cubicBezTo>
                    <a:cubicBezTo>
                      <a:pt x="3843" y="1460"/>
                      <a:pt x="4059" y="1342"/>
                      <a:pt x="4296" y="1273"/>
                    </a:cubicBezTo>
                    <a:cubicBezTo>
                      <a:pt x="4532" y="1214"/>
                      <a:pt x="4769" y="1115"/>
                      <a:pt x="4995" y="1046"/>
                    </a:cubicBezTo>
                    <a:cubicBezTo>
                      <a:pt x="5044" y="1027"/>
                      <a:pt x="5094" y="1027"/>
                      <a:pt x="5143" y="1017"/>
                    </a:cubicBezTo>
                    <a:close/>
                    <a:moveTo>
                      <a:pt x="2316" y="1608"/>
                    </a:moveTo>
                    <a:cubicBezTo>
                      <a:pt x="2651" y="1933"/>
                      <a:pt x="2660" y="1943"/>
                      <a:pt x="2710" y="2159"/>
                    </a:cubicBezTo>
                    <a:cubicBezTo>
                      <a:pt x="2676" y="2165"/>
                      <a:pt x="2642" y="2167"/>
                      <a:pt x="2608" y="2167"/>
                    </a:cubicBezTo>
                    <a:cubicBezTo>
                      <a:pt x="2396" y="2167"/>
                      <a:pt x="2192" y="2063"/>
                      <a:pt x="2099" y="1893"/>
                    </a:cubicBezTo>
                    <a:cubicBezTo>
                      <a:pt x="2060" y="1815"/>
                      <a:pt x="2079" y="1746"/>
                      <a:pt x="2148" y="1696"/>
                    </a:cubicBezTo>
                    <a:cubicBezTo>
                      <a:pt x="2197" y="1667"/>
                      <a:pt x="2257" y="1647"/>
                      <a:pt x="2316" y="1608"/>
                    </a:cubicBezTo>
                    <a:close/>
                    <a:moveTo>
                      <a:pt x="2555" y="1465"/>
                    </a:moveTo>
                    <a:cubicBezTo>
                      <a:pt x="2614" y="1465"/>
                      <a:pt x="2670" y="1475"/>
                      <a:pt x="2729" y="1480"/>
                    </a:cubicBezTo>
                    <a:cubicBezTo>
                      <a:pt x="2828" y="1667"/>
                      <a:pt x="2946" y="2100"/>
                      <a:pt x="2936" y="2268"/>
                    </a:cubicBezTo>
                    <a:cubicBezTo>
                      <a:pt x="2789" y="2159"/>
                      <a:pt x="2759" y="1992"/>
                      <a:pt x="2660" y="1864"/>
                    </a:cubicBezTo>
                    <a:cubicBezTo>
                      <a:pt x="2562" y="1755"/>
                      <a:pt x="2473" y="1637"/>
                      <a:pt x="2365" y="1509"/>
                    </a:cubicBezTo>
                    <a:cubicBezTo>
                      <a:pt x="2434" y="1475"/>
                      <a:pt x="2495" y="1465"/>
                      <a:pt x="2555" y="1465"/>
                    </a:cubicBezTo>
                    <a:close/>
                    <a:moveTo>
                      <a:pt x="3025" y="101"/>
                    </a:moveTo>
                    <a:cubicBezTo>
                      <a:pt x="3173" y="150"/>
                      <a:pt x="3163" y="248"/>
                      <a:pt x="3163" y="337"/>
                    </a:cubicBezTo>
                    <a:cubicBezTo>
                      <a:pt x="3173" y="701"/>
                      <a:pt x="3183" y="1076"/>
                      <a:pt x="3212" y="1450"/>
                    </a:cubicBezTo>
                    <a:cubicBezTo>
                      <a:pt x="3222" y="1618"/>
                      <a:pt x="3261" y="1795"/>
                      <a:pt x="3281" y="1962"/>
                    </a:cubicBezTo>
                    <a:cubicBezTo>
                      <a:pt x="3301" y="2130"/>
                      <a:pt x="3251" y="2209"/>
                      <a:pt x="3074" y="2297"/>
                    </a:cubicBezTo>
                    <a:cubicBezTo>
                      <a:pt x="3054" y="2268"/>
                      <a:pt x="3035" y="2238"/>
                      <a:pt x="3035" y="2209"/>
                    </a:cubicBezTo>
                    <a:cubicBezTo>
                      <a:pt x="2936" y="1844"/>
                      <a:pt x="2828" y="1480"/>
                      <a:pt x="2739" y="1105"/>
                    </a:cubicBezTo>
                    <a:cubicBezTo>
                      <a:pt x="2710" y="987"/>
                      <a:pt x="2710" y="859"/>
                      <a:pt x="2680" y="741"/>
                    </a:cubicBezTo>
                    <a:cubicBezTo>
                      <a:pt x="2660" y="623"/>
                      <a:pt x="2690" y="534"/>
                      <a:pt x="2789" y="455"/>
                    </a:cubicBezTo>
                    <a:cubicBezTo>
                      <a:pt x="2857" y="406"/>
                      <a:pt x="2897" y="307"/>
                      <a:pt x="2946" y="238"/>
                    </a:cubicBezTo>
                    <a:cubicBezTo>
                      <a:pt x="2976" y="189"/>
                      <a:pt x="2995" y="150"/>
                      <a:pt x="3025" y="101"/>
                    </a:cubicBezTo>
                    <a:close/>
                    <a:moveTo>
                      <a:pt x="1785" y="2121"/>
                    </a:moveTo>
                    <a:cubicBezTo>
                      <a:pt x="1893" y="2121"/>
                      <a:pt x="2001" y="2139"/>
                      <a:pt x="2109" y="2179"/>
                    </a:cubicBezTo>
                    <a:cubicBezTo>
                      <a:pt x="2168" y="2209"/>
                      <a:pt x="2237" y="2209"/>
                      <a:pt x="2296" y="2228"/>
                    </a:cubicBezTo>
                    <a:cubicBezTo>
                      <a:pt x="2326" y="2317"/>
                      <a:pt x="2286" y="2356"/>
                      <a:pt x="2207" y="2366"/>
                    </a:cubicBezTo>
                    <a:cubicBezTo>
                      <a:pt x="2069" y="2396"/>
                      <a:pt x="1951" y="2455"/>
                      <a:pt x="1843" y="2544"/>
                    </a:cubicBezTo>
                    <a:cubicBezTo>
                      <a:pt x="1835" y="2560"/>
                      <a:pt x="1820" y="2576"/>
                      <a:pt x="1810" y="2576"/>
                    </a:cubicBezTo>
                    <a:cubicBezTo>
                      <a:pt x="1807" y="2576"/>
                      <a:pt x="1805" y="2575"/>
                      <a:pt x="1803" y="2573"/>
                    </a:cubicBezTo>
                    <a:cubicBezTo>
                      <a:pt x="1777" y="2566"/>
                      <a:pt x="1750" y="2563"/>
                      <a:pt x="1724" y="2563"/>
                    </a:cubicBezTo>
                    <a:cubicBezTo>
                      <a:pt x="1647" y="2563"/>
                      <a:pt x="1570" y="2585"/>
                      <a:pt x="1489" y="2585"/>
                    </a:cubicBezTo>
                    <a:cubicBezTo>
                      <a:pt x="1441" y="2585"/>
                      <a:pt x="1391" y="2577"/>
                      <a:pt x="1340" y="2553"/>
                    </a:cubicBezTo>
                    <a:cubicBezTo>
                      <a:pt x="1280" y="2525"/>
                      <a:pt x="1216" y="2515"/>
                      <a:pt x="1150" y="2515"/>
                    </a:cubicBezTo>
                    <a:cubicBezTo>
                      <a:pt x="1033" y="2515"/>
                      <a:pt x="909" y="2548"/>
                      <a:pt x="789" y="2573"/>
                    </a:cubicBezTo>
                    <a:cubicBezTo>
                      <a:pt x="671" y="2593"/>
                      <a:pt x="552" y="2603"/>
                      <a:pt x="434" y="2622"/>
                    </a:cubicBezTo>
                    <a:cubicBezTo>
                      <a:pt x="434" y="2603"/>
                      <a:pt x="434" y="2583"/>
                      <a:pt x="434" y="2563"/>
                    </a:cubicBezTo>
                    <a:cubicBezTo>
                      <a:pt x="749" y="2435"/>
                      <a:pt x="1074" y="2297"/>
                      <a:pt x="1400" y="2189"/>
                    </a:cubicBezTo>
                    <a:cubicBezTo>
                      <a:pt x="1528" y="2146"/>
                      <a:pt x="1657" y="2121"/>
                      <a:pt x="1785" y="2121"/>
                    </a:cubicBezTo>
                    <a:close/>
                    <a:moveTo>
                      <a:pt x="4056" y="1951"/>
                    </a:moveTo>
                    <a:cubicBezTo>
                      <a:pt x="4123" y="1951"/>
                      <a:pt x="4192" y="1963"/>
                      <a:pt x="4207" y="2071"/>
                    </a:cubicBezTo>
                    <a:cubicBezTo>
                      <a:pt x="4207" y="2081"/>
                      <a:pt x="4217" y="2090"/>
                      <a:pt x="4217" y="2100"/>
                    </a:cubicBezTo>
                    <a:cubicBezTo>
                      <a:pt x="4404" y="2140"/>
                      <a:pt x="4424" y="2287"/>
                      <a:pt x="4483" y="2425"/>
                    </a:cubicBezTo>
                    <a:cubicBezTo>
                      <a:pt x="4571" y="2652"/>
                      <a:pt x="4670" y="2869"/>
                      <a:pt x="4769" y="3085"/>
                    </a:cubicBezTo>
                    <a:cubicBezTo>
                      <a:pt x="4778" y="3125"/>
                      <a:pt x="4798" y="3154"/>
                      <a:pt x="4828" y="3223"/>
                    </a:cubicBezTo>
                    <a:cubicBezTo>
                      <a:pt x="4581" y="3075"/>
                      <a:pt x="4434" y="2888"/>
                      <a:pt x="4325" y="2681"/>
                    </a:cubicBezTo>
                    <a:cubicBezTo>
                      <a:pt x="4187" y="2406"/>
                      <a:pt x="4000" y="2189"/>
                      <a:pt x="3685" y="2031"/>
                    </a:cubicBezTo>
                    <a:cubicBezTo>
                      <a:pt x="3813" y="1992"/>
                      <a:pt x="3902" y="1952"/>
                      <a:pt x="4000" y="1952"/>
                    </a:cubicBezTo>
                    <a:cubicBezTo>
                      <a:pt x="4018" y="1952"/>
                      <a:pt x="4037" y="1951"/>
                      <a:pt x="4056" y="1951"/>
                    </a:cubicBezTo>
                    <a:close/>
                    <a:moveTo>
                      <a:pt x="3549" y="2106"/>
                    </a:moveTo>
                    <a:cubicBezTo>
                      <a:pt x="3559" y="2106"/>
                      <a:pt x="3569" y="2107"/>
                      <a:pt x="3577" y="2110"/>
                    </a:cubicBezTo>
                    <a:cubicBezTo>
                      <a:pt x="3724" y="2169"/>
                      <a:pt x="3872" y="2199"/>
                      <a:pt x="3980" y="2327"/>
                    </a:cubicBezTo>
                    <a:cubicBezTo>
                      <a:pt x="4089" y="2455"/>
                      <a:pt x="4187" y="2583"/>
                      <a:pt x="4256" y="2721"/>
                    </a:cubicBezTo>
                    <a:cubicBezTo>
                      <a:pt x="4384" y="2957"/>
                      <a:pt x="4542" y="3174"/>
                      <a:pt x="4759" y="3341"/>
                    </a:cubicBezTo>
                    <a:cubicBezTo>
                      <a:pt x="4742" y="3343"/>
                      <a:pt x="4726" y="3344"/>
                      <a:pt x="4710" y="3344"/>
                    </a:cubicBezTo>
                    <a:cubicBezTo>
                      <a:pt x="4528" y="3344"/>
                      <a:pt x="4392" y="3244"/>
                      <a:pt x="4256" y="3144"/>
                    </a:cubicBezTo>
                    <a:cubicBezTo>
                      <a:pt x="4217" y="3115"/>
                      <a:pt x="4187" y="3066"/>
                      <a:pt x="4148" y="3026"/>
                    </a:cubicBezTo>
                    <a:cubicBezTo>
                      <a:pt x="4069" y="2947"/>
                      <a:pt x="3990" y="2859"/>
                      <a:pt x="3921" y="2770"/>
                    </a:cubicBezTo>
                    <a:cubicBezTo>
                      <a:pt x="3655" y="2475"/>
                      <a:pt x="3606" y="2445"/>
                      <a:pt x="3212" y="2366"/>
                    </a:cubicBezTo>
                    <a:cubicBezTo>
                      <a:pt x="3301" y="2287"/>
                      <a:pt x="3380" y="2209"/>
                      <a:pt x="3468" y="2130"/>
                    </a:cubicBezTo>
                    <a:cubicBezTo>
                      <a:pt x="3490" y="2115"/>
                      <a:pt x="3522" y="2106"/>
                      <a:pt x="3549" y="2106"/>
                    </a:cubicBezTo>
                    <a:close/>
                    <a:moveTo>
                      <a:pt x="2227" y="2445"/>
                    </a:moveTo>
                    <a:lnTo>
                      <a:pt x="2227" y="2445"/>
                    </a:lnTo>
                    <a:cubicBezTo>
                      <a:pt x="2197" y="2534"/>
                      <a:pt x="2188" y="2563"/>
                      <a:pt x="2168" y="2593"/>
                    </a:cubicBezTo>
                    <a:cubicBezTo>
                      <a:pt x="2119" y="2721"/>
                      <a:pt x="2079" y="2849"/>
                      <a:pt x="2079" y="2987"/>
                    </a:cubicBezTo>
                    <a:cubicBezTo>
                      <a:pt x="2060" y="3391"/>
                      <a:pt x="1922" y="3745"/>
                      <a:pt x="1626" y="4031"/>
                    </a:cubicBezTo>
                    <a:cubicBezTo>
                      <a:pt x="1616" y="4051"/>
                      <a:pt x="1597" y="4051"/>
                      <a:pt x="1567" y="4070"/>
                    </a:cubicBezTo>
                    <a:cubicBezTo>
                      <a:pt x="1577" y="4021"/>
                      <a:pt x="1587" y="3982"/>
                      <a:pt x="1587" y="3952"/>
                    </a:cubicBezTo>
                    <a:cubicBezTo>
                      <a:pt x="1597" y="3873"/>
                      <a:pt x="1616" y="3775"/>
                      <a:pt x="1587" y="3706"/>
                    </a:cubicBezTo>
                    <a:cubicBezTo>
                      <a:pt x="1478" y="3460"/>
                      <a:pt x="1528" y="3233"/>
                      <a:pt x="1626" y="3006"/>
                    </a:cubicBezTo>
                    <a:cubicBezTo>
                      <a:pt x="1705" y="2819"/>
                      <a:pt x="1833" y="2652"/>
                      <a:pt x="2020" y="2544"/>
                    </a:cubicBezTo>
                    <a:cubicBezTo>
                      <a:pt x="2069" y="2504"/>
                      <a:pt x="2129" y="2494"/>
                      <a:pt x="2227" y="2445"/>
                    </a:cubicBezTo>
                    <a:close/>
                    <a:moveTo>
                      <a:pt x="7448" y="4977"/>
                    </a:moveTo>
                    <a:lnTo>
                      <a:pt x="7448" y="4977"/>
                    </a:lnTo>
                    <a:cubicBezTo>
                      <a:pt x="7477" y="5124"/>
                      <a:pt x="7438" y="5538"/>
                      <a:pt x="7389" y="5637"/>
                    </a:cubicBezTo>
                    <a:cubicBezTo>
                      <a:pt x="7261" y="5400"/>
                      <a:pt x="7290" y="5124"/>
                      <a:pt x="7448" y="4977"/>
                    </a:cubicBezTo>
                    <a:close/>
                    <a:moveTo>
                      <a:pt x="4936" y="1970"/>
                    </a:moveTo>
                    <a:cubicBezTo>
                      <a:pt x="5062" y="1970"/>
                      <a:pt x="5187" y="1987"/>
                      <a:pt x="5310" y="2041"/>
                    </a:cubicBezTo>
                    <a:cubicBezTo>
                      <a:pt x="5389" y="2071"/>
                      <a:pt x="5478" y="2071"/>
                      <a:pt x="5557" y="2090"/>
                    </a:cubicBezTo>
                    <a:cubicBezTo>
                      <a:pt x="5960" y="2179"/>
                      <a:pt x="6266" y="2435"/>
                      <a:pt x="6571" y="2691"/>
                    </a:cubicBezTo>
                    <a:cubicBezTo>
                      <a:pt x="6798" y="2878"/>
                      <a:pt x="6926" y="3135"/>
                      <a:pt x="7074" y="3381"/>
                    </a:cubicBezTo>
                    <a:cubicBezTo>
                      <a:pt x="7310" y="3755"/>
                      <a:pt x="7399" y="4179"/>
                      <a:pt x="7458" y="4612"/>
                    </a:cubicBezTo>
                    <a:cubicBezTo>
                      <a:pt x="7468" y="4711"/>
                      <a:pt x="7438" y="4789"/>
                      <a:pt x="7379" y="4849"/>
                    </a:cubicBezTo>
                    <a:cubicBezTo>
                      <a:pt x="7162" y="5095"/>
                      <a:pt x="7231" y="5371"/>
                      <a:pt x="7261" y="5646"/>
                    </a:cubicBezTo>
                    <a:cubicBezTo>
                      <a:pt x="7261" y="5656"/>
                      <a:pt x="7271" y="5666"/>
                      <a:pt x="7280" y="5676"/>
                    </a:cubicBezTo>
                    <a:cubicBezTo>
                      <a:pt x="7458" y="5844"/>
                      <a:pt x="7369" y="6041"/>
                      <a:pt x="7330" y="6218"/>
                    </a:cubicBezTo>
                    <a:cubicBezTo>
                      <a:pt x="7300" y="6346"/>
                      <a:pt x="7271" y="6474"/>
                      <a:pt x="7231" y="6602"/>
                    </a:cubicBezTo>
                    <a:cubicBezTo>
                      <a:pt x="7103" y="7095"/>
                      <a:pt x="6867" y="7528"/>
                      <a:pt x="6532" y="7912"/>
                    </a:cubicBezTo>
                    <a:cubicBezTo>
                      <a:pt x="6453" y="8011"/>
                      <a:pt x="6354" y="8099"/>
                      <a:pt x="6236" y="8168"/>
                    </a:cubicBezTo>
                    <a:cubicBezTo>
                      <a:pt x="6128" y="8227"/>
                      <a:pt x="6049" y="8316"/>
                      <a:pt x="6000" y="8434"/>
                    </a:cubicBezTo>
                    <a:cubicBezTo>
                      <a:pt x="5877" y="8714"/>
                      <a:pt x="5669" y="8855"/>
                      <a:pt x="5382" y="8855"/>
                    </a:cubicBezTo>
                    <a:cubicBezTo>
                      <a:pt x="5346" y="8855"/>
                      <a:pt x="5309" y="8852"/>
                      <a:pt x="5271" y="8848"/>
                    </a:cubicBezTo>
                    <a:cubicBezTo>
                      <a:pt x="4897" y="8809"/>
                      <a:pt x="4542" y="8671"/>
                      <a:pt x="4227" y="8493"/>
                    </a:cubicBezTo>
                    <a:cubicBezTo>
                      <a:pt x="3793" y="8247"/>
                      <a:pt x="3360" y="7991"/>
                      <a:pt x="2946" y="7715"/>
                    </a:cubicBezTo>
                    <a:cubicBezTo>
                      <a:pt x="2513" y="7420"/>
                      <a:pt x="2079" y="7114"/>
                      <a:pt x="1734" y="6710"/>
                    </a:cubicBezTo>
                    <a:cubicBezTo>
                      <a:pt x="1518" y="6444"/>
                      <a:pt x="1340" y="6159"/>
                      <a:pt x="1203" y="5844"/>
                    </a:cubicBezTo>
                    <a:cubicBezTo>
                      <a:pt x="1065" y="5509"/>
                      <a:pt x="937" y="5174"/>
                      <a:pt x="877" y="4809"/>
                    </a:cubicBezTo>
                    <a:cubicBezTo>
                      <a:pt x="848" y="4622"/>
                      <a:pt x="868" y="4445"/>
                      <a:pt x="927" y="4287"/>
                    </a:cubicBezTo>
                    <a:cubicBezTo>
                      <a:pt x="1015" y="4011"/>
                      <a:pt x="1163" y="3755"/>
                      <a:pt x="1291" y="3499"/>
                    </a:cubicBezTo>
                    <a:cubicBezTo>
                      <a:pt x="1321" y="3440"/>
                      <a:pt x="1370" y="3401"/>
                      <a:pt x="1419" y="3332"/>
                    </a:cubicBezTo>
                    <a:cubicBezTo>
                      <a:pt x="1459" y="3509"/>
                      <a:pt x="1508" y="3666"/>
                      <a:pt x="1508" y="3824"/>
                    </a:cubicBezTo>
                    <a:cubicBezTo>
                      <a:pt x="1508" y="3952"/>
                      <a:pt x="1439" y="4070"/>
                      <a:pt x="1400" y="4189"/>
                    </a:cubicBezTo>
                    <a:cubicBezTo>
                      <a:pt x="1380" y="4238"/>
                      <a:pt x="1370" y="4277"/>
                      <a:pt x="1340" y="4346"/>
                    </a:cubicBezTo>
                    <a:cubicBezTo>
                      <a:pt x="1459" y="4326"/>
                      <a:pt x="1547" y="4326"/>
                      <a:pt x="1636" y="4307"/>
                    </a:cubicBezTo>
                    <a:cubicBezTo>
                      <a:pt x="2079" y="4208"/>
                      <a:pt x="2444" y="4001"/>
                      <a:pt x="2651" y="3588"/>
                    </a:cubicBezTo>
                    <a:cubicBezTo>
                      <a:pt x="2739" y="3410"/>
                      <a:pt x="2779" y="3213"/>
                      <a:pt x="2848" y="3016"/>
                    </a:cubicBezTo>
                    <a:cubicBezTo>
                      <a:pt x="2877" y="2918"/>
                      <a:pt x="2907" y="2809"/>
                      <a:pt x="2917" y="2701"/>
                    </a:cubicBezTo>
                    <a:lnTo>
                      <a:pt x="2917" y="2701"/>
                    </a:lnTo>
                    <a:cubicBezTo>
                      <a:pt x="2828" y="2809"/>
                      <a:pt x="2779" y="2947"/>
                      <a:pt x="2739" y="3085"/>
                    </a:cubicBezTo>
                    <a:cubicBezTo>
                      <a:pt x="2660" y="3292"/>
                      <a:pt x="2621" y="3519"/>
                      <a:pt x="2493" y="3706"/>
                    </a:cubicBezTo>
                    <a:cubicBezTo>
                      <a:pt x="2296" y="3992"/>
                      <a:pt x="2010" y="4139"/>
                      <a:pt x="1675" y="4208"/>
                    </a:cubicBezTo>
                    <a:cubicBezTo>
                      <a:pt x="1673" y="4210"/>
                      <a:pt x="1671" y="4211"/>
                      <a:pt x="1668" y="4211"/>
                    </a:cubicBezTo>
                    <a:cubicBezTo>
                      <a:pt x="1657" y="4211"/>
                      <a:pt x="1638" y="4198"/>
                      <a:pt x="1606" y="4198"/>
                    </a:cubicBezTo>
                    <a:cubicBezTo>
                      <a:pt x="1656" y="4139"/>
                      <a:pt x="1685" y="4080"/>
                      <a:pt x="1734" y="4041"/>
                    </a:cubicBezTo>
                    <a:cubicBezTo>
                      <a:pt x="2010" y="3726"/>
                      <a:pt x="2148" y="3361"/>
                      <a:pt x="2158" y="2947"/>
                    </a:cubicBezTo>
                    <a:cubicBezTo>
                      <a:pt x="2158" y="2701"/>
                      <a:pt x="2286" y="2514"/>
                      <a:pt x="2424" y="2337"/>
                    </a:cubicBezTo>
                    <a:cubicBezTo>
                      <a:pt x="2473" y="2278"/>
                      <a:pt x="2601" y="2278"/>
                      <a:pt x="2700" y="2268"/>
                    </a:cubicBezTo>
                    <a:cubicBezTo>
                      <a:pt x="2706" y="2267"/>
                      <a:pt x="2711" y="2267"/>
                      <a:pt x="2716" y="2267"/>
                    </a:cubicBezTo>
                    <a:cubicBezTo>
                      <a:pt x="2794" y="2267"/>
                      <a:pt x="2830" y="2331"/>
                      <a:pt x="2857" y="2386"/>
                    </a:cubicBezTo>
                    <a:cubicBezTo>
                      <a:pt x="2887" y="2435"/>
                      <a:pt x="2926" y="2484"/>
                      <a:pt x="2956" y="2524"/>
                    </a:cubicBezTo>
                    <a:cubicBezTo>
                      <a:pt x="2982" y="2524"/>
                      <a:pt x="3004" y="2528"/>
                      <a:pt x="3022" y="2528"/>
                    </a:cubicBezTo>
                    <a:cubicBezTo>
                      <a:pt x="3030" y="2528"/>
                      <a:pt x="3038" y="2527"/>
                      <a:pt x="3045" y="2524"/>
                    </a:cubicBezTo>
                    <a:cubicBezTo>
                      <a:pt x="3123" y="2497"/>
                      <a:pt x="3198" y="2484"/>
                      <a:pt x="3269" y="2484"/>
                    </a:cubicBezTo>
                    <a:cubicBezTo>
                      <a:pt x="3457" y="2484"/>
                      <a:pt x="3621" y="2574"/>
                      <a:pt x="3764" y="2731"/>
                    </a:cubicBezTo>
                    <a:cubicBezTo>
                      <a:pt x="3872" y="2849"/>
                      <a:pt x="3980" y="2957"/>
                      <a:pt x="4079" y="3085"/>
                    </a:cubicBezTo>
                    <a:cubicBezTo>
                      <a:pt x="4197" y="3243"/>
                      <a:pt x="4365" y="3351"/>
                      <a:pt x="4542" y="3430"/>
                    </a:cubicBezTo>
                    <a:cubicBezTo>
                      <a:pt x="4616" y="3462"/>
                      <a:pt x="4690" y="3482"/>
                      <a:pt x="4763" y="3482"/>
                    </a:cubicBezTo>
                    <a:cubicBezTo>
                      <a:pt x="4827" y="3482"/>
                      <a:pt x="4892" y="3467"/>
                      <a:pt x="4956" y="3430"/>
                    </a:cubicBezTo>
                    <a:cubicBezTo>
                      <a:pt x="5025" y="3391"/>
                      <a:pt x="5044" y="3351"/>
                      <a:pt x="4995" y="3282"/>
                    </a:cubicBezTo>
                    <a:cubicBezTo>
                      <a:pt x="4769" y="2987"/>
                      <a:pt x="4660" y="2652"/>
                      <a:pt x="4532" y="2317"/>
                    </a:cubicBezTo>
                    <a:cubicBezTo>
                      <a:pt x="4503" y="2228"/>
                      <a:pt x="4463" y="2149"/>
                      <a:pt x="4414" y="2051"/>
                    </a:cubicBezTo>
                    <a:cubicBezTo>
                      <a:pt x="4463" y="2031"/>
                      <a:pt x="4512" y="2002"/>
                      <a:pt x="4562" y="2002"/>
                    </a:cubicBezTo>
                    <a:cubicBezTo>
                      <a:pt x="4685" y="1987"/>
                      <a:pt x="4810" y="1970"/>
                      <a:pt x="4936" y="1970"/>
                    </a:cubicBezTo>
                    <a:close/>
                    <a:moveTo>
                      <a:pt x="3009" y="1"/>
                    </a:moveTo>
                    <a:cubicBezTo>
                      <a:pt x="2995" y="1"/>
                      <a:pt x="2981" y="1"/>
                      <a:pt x="2966" y="2"/>
                    </a:cubicBezTo>
                    <a:cubicBezTo>
                      <a:pt x="2867" y="160"/>
                      <a:pt x="2798" y="347"/>
                      <a:pt x="2621" y="455"/>
                    </a:cubicBezTo>
                    <a:cubicBezTo>
                      <a:pt x="2591" y="475"/>
                      <a:pt x="2582" y="544"/>
                      <a:pt x="2582" y="583"/>
                    </a:cubicBezTo>
                    <a:cubicBezTo>
                      <a:pt x="2582" y="662"/>
                      <a:pt x="2591" y="741"/>
                      <a:pt x="2601" y="820"/>
                    </a:cubicBezTo>
                    <a:cubicBezTo>
                      <a:pt x="2641" y="997"/>
                      <a:pt x="2680" y="1174"/>
                      <a:pt x="2720" y="1361"/>
                    </a:cubicBezTo>
                    <a:cubicBezTo>
                      <a:pt x="2434" y="1361"/>
                      <a:pt x="2434" y="1361"/>
                      <a:pt x="2217" y="1539"/>
                    </a:cubicBezTo>
                    <a:cubicBezTo>
                      <a:pt x="2197" y="1549"/>
                      <a:pt x="2178" y="1568"/>
                      <a:pt x="2148" y="1578"/>
                    </a:cubicBezTo>
                    <a:cubicBezTo>
                      <a:pt x="1931" y="1736"/>
                      <a:pt x="1931" y="1755"/>
                      <a:pt x="2060" y="1992"/>
                    </a:cubicBezTo>
                    <a:cubicBezTo>
                      <a:pt x="2060" y="1992"/>
                      <a:pt x="2050" y="2012"/>
                      <a:pt x="2030" y="2031"/>
                    </a:cubicBezTo>
                    <a:cubicBezTo>
                      <a:pt x="1953" y="2017"/>
                      <a:pt x="1877" y="2010"/>
                      <a:pt x="1802" y="2010"/>
                    </a:cubicBezTo>
                    <a:cubicBezTo>
                      <a:pt x="1571" y="2010"/>
                      <a:pt x="1349" y="2075"/>
                      <a:pt x="1134" y="2179"/>
                    </a:cubicBezTo>
                    <a:cubicBezTo>
                      <a:pt x="986" y="2248"/>
                      <a:pt x="838" y="2317"/>
                      <a:pt x="690" y="2366"/>
                    </a:cubicBezTo>
                    <a:cubicBezTo>
                      <a:pt x="507" y="2430"/>
                      <a:pt x="341" y="2546"/>
                      <a:pt x="136" y="2546"/>
                    </a:cubicBezTo>
                    <a:cubicBezTo>
                      <a:pt x="121" y="2546"/>
                      <a:pt x="105" y="2545"/>
                      <a:pt x="89" y="2544"/>
                    </a:cubicBezTo>
                    <a:cubicBezTo>
                      <a:pt x="88" y="2543"/>
                      <a:pt x="86" y="2542"/>
                      <a:pt x="84" y="2542"/>
                    </a:cubicBezTo>
                    <a:cubicBezTo>
                      <a:pt x="64" y="2542"/>
                      <a:pt x="37" y="2586"/>
                      <a:pt x="1" y="2612"/>
                    </a:cubicBezTo>
                    <a:cubicBezTo>
                      <a:pt x="148" y="2686"/>
                      <a:pt x="293" y="2718"/>
                      <a:pt x="436" y="2718"/>
                    </a:cubicBezTo>
                    <a:cubicBezTo>
                      <a:pt x="541" y="2718"/>
                      <a:pt x="645" y="2701"/>
                      <a:pt x="749" y="2672"/>
                    </a:cubicBezTo>
                    <a:cubicBezTo>
                      <a:pt x="878" y="2638"/>
                      <a:pt x="1007" y="2620"/>
                      <a:pt x="1135" y="2620"/>
                    </a:cubicBezTo>
                    <a:cubicBezTo>
                      <a:pt x="1233" y="2620"/>
                      <a:pt x="1331" y="2631"/>
                      <a:pt x="1429" y="2652"/>
                    </a:cubicBezTo>
                    <a:cubicBezTo>
                      <a:pt x="1498" y="2672"/>
                      <a:pt x="1577" y="2691"/>
                      <a:pt x="1715" y="2711"/>
                    </a:cubicBezTo>
                    <a:cubicBezTo>
                      <a:pt x="1537" y="2878"/>
                      <a:pt x="1577" y="3144"/>
                      <a:pt x="1350" y="3263"/>
                    </a:cubicBezTo>
                    <a:cubicBezTo>
                      <a:pt x="1331" y="3272"/>
                      <a:pt x="1321" y="3302"/>
                      <a:pt x="1311" y="3322"/>
                    </a:cubicBezTo>
                    <a:cubicBezTo>
                      <a:pt x="1183" y="3568"/>
                      <a:pt x="1045" y="3814"/>
                      <a:pt x="927" y="4070"/>
                    </a:cubicBezTo>
                    <a:cubicBezTo>
                      <a:pt x="740" y="4455"/>
                      <a:pt x="740" y="4858"/>
                      <a:pt x="887" y="5262"/>
                    </a:cubicBezTo>
                    <a:cubicBezTo>
                      <a:pt x="976" y="5509"/>
                      <a:pt x="1094" y="5745"/>
                      <a:pt x="1193" y="6001"/>
                    </a:cubicBezTo>
                    <a:cubicBezTo>
                      <a:pt x="1400" y="6533"/>
                      <a:pt x="1803" y="6927"/>
                      <a:pt x="2227" y="7292"/>
                    </a:cubicBezTo>
                    <a:cubicBezTo>
                      <a:pt x="2414" y="7459"/>
                      <a:pt x="2641" y="7607"/>
                      <a:pt x="2857" y="7745"/>
                    </a:cubicBezTo>
                    <a:cubicBezTo>
                      <a:pt x="3311" y="8040"/>
                      <a:pt x="3774" y="8326"/>
                      <a:pt x="4246" y="8612"/>
                    </a:cubicBezTo>
                    <a:cubicBezTo>
                      <a:pt x="4581" y="8809"/>
                      <a:pt x="4956" y="8917"/>
                      <a:pt x="5350" y="8956"/>
                    </a:cubicBezTo>
                    <a:cubicBezTo>
                      <a:pt x="5374" y="8959"/>
                      <a:pt x="5399" y="8960"/>
                      <a:pt x="5423" y="8960"/>
                    </a:cubicBezTo>
                    <a:cubicBezTo>
                      <a:pt x="5714" y="8960"/>
                      <a:pt x="5950" y="8795"/>
                      <a:pt x="6069" y="8513"/>
                    </a:cubicBezTo>
                    <a:cubicBezTo>
                      <a:pt x="6108" y="8434"/>
                      <a:pt x="6167" y="8346"/>
                      <a:pt x="6236" y="8306"/>
                    </a:cubicBezTo>
                    <a:cubicBezTo>
                      <a:pt x="6620" y="8080"/>
                      <a:pt x="6837" y="7715"/>
                      <a:pt x="7044" y="7351"/>
                    </a:cubicBezTo>
                    <a:cubicBezTo>
                      <a:pt x="7310" y="6868"/>
                      <a:pt x="7409" y="6336"/>
                      <a:pt x="7477" y="5804"/>
                    </a:cubicBezTo>
                    <a:cubicBezTo>
                      <a:pt x="7517" y="5528"/>
                      <a:pt x="7517" y="5243"/>
                      <a:pt x="7537" y="4967"/>
                    </a:cubicBezTo>
                    <a:cubicBezTo>
                      <a:pt x="7556" y="4750"/>
                      <a:pt x="7517" y="4543"/>
                      <a:pt x="7487" y="4326"/>
                    </a:cubicBezTo>
                    <a:cubicBezTo>
                      <a:pt x="7428" y="3893"/>
                      <a:pt x="7251" y="3499"/>
                      <a:pt x="7024" y="3115"/>
                    </a:cubicBezTo>
                    <a:cubicBezTo>
                      <a:pt x="6749" y="2672"/>
                      <a:pt x="6374" y="2346"/>
                      <a:pt x="5901" y="2130"/>
                    </a:cubicBezTo>
                    <a:cubicBezTo>
                      <a:pt x="5823" y="2090"/>
                      <a:pt x="5744" y="2051"/>
                      <a:pt x="5665" y="2012"/>
                    </a:cubicBezTo>
                    <a:cubicBezTo>
                      <a:pt x="5724" y="1884"/>
                      <a:pt x="5842" y="1805"/>
                      <a:pt x="5823" y="1657"/>
                    </a:cubicBezTo>
                    <a:cubicBezTo>
                      <a:pt x="5616" y="1647"/>
                      <a:pt x="5419" y="1637"/>
                      <a:pt x="5222" y="1627"/>
                    </a:cubicBezTo>
                    <a:cubicBezTo>
                      <a:pt x="5025" y="1608"/>
                      <a:pt x="4828" y="1598"/>
                      <a:pt x="4611" y="1588"/>
                    </a:cubicBezTo>
                    <a:cubicBezTo>
                      <a:pt x="4660" y="1549"/>
                      <a:pt x="4690" y="1529"/>
                      <a:pt x="4719" y="1509"/>
                    </a:cubicBezTo>
                    <a:cubicBezTo>
                      <a:pt x="4867" y="1411"/>
                      <a:pt x="5015" y="1322"/>
                      <a:pt x="5143" y="1214"/>
                    </a:cubicBezTo>
                    <a:cubicBezTo>
                      <a:pt x="5251" y="1115"/>
                      <a:pt x="5291" y="987"/>
                      <a:pt x="5271" y="820"/>
                    </a:cubicBezTo>
                    <a:lnTo>
                      <a:pt x="5271" y="820"/>
                    </a:lnTo>
                    <a:cubicBezTo>
                      <a:pt x="4916" y="1017"/>
                      <a:pt x="4552" y="1105"/>
                      <a:pt x="4177" y="1204"/>
                    </a:cubicBezTo>
                    <a:cubicBezTo>
                      <a:pt x="4168" y="1066"/>
                      <a:pt x="4246" y="948"/>
                      <a:pt x="4138" y="839"/>
                    </a:cubicBezTo>
                    <a:cubicBezTo>
                      <a:pt x="3852" y="1017"/>
                      <a:pt x="3577" y="1184"/>
                      <a:pt x="3261" y="1371"/>
                    </a:cubicBezTo>
                    <a:cubicBezTo>
                      <a:pt x="3251" y="1115"/>
                      <a:pt x="3242" y="889"/>
                      <a:pt x="3242" y="662"/>
                    </a:cubicBezTo>
                    <a:cubicBezTo>
                      <a:pt x="3242" y="504"/>
                      <a:pt x="3251" y="347"/>
                      <a:pt x="3242" y="199"/>
                    </a:cubicBezTo>
                    <a:cubicBezTo>
                      <a:pt x="3224" y="54"/>
                      <a:pt x="3164" y="1"/>
                      <a:pt x="30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34"/>
              <p:cNvSpPr/>
              <p:nvPr/>
            </p:nvSpPr>
            <p:spPr>
              <a:xfrm>
                <a:off x="6105539" y="3094489"/>
                <a:ext cx="54081" cy="71425"/>
              </a:xfrm>
              <a:custGeom>
                <a:avLst/>
                <a:gdLst/>
                <a:ahLst/>
                <a:cxnLst/>
                <a:rect l="l" t="t" r="r" b="b"/>
                <a:pathLst>
                  <a:path w="521" h="688" extrusionOk="0">
                    <a:moveTo>
                      <a:pt x="99" y="187"/>
                    </a:moveTo>
                    <a:cubicBezTo>
                      <a:pt x="276" y="266"/>
                      <a:pt x="404" y="365"/>
                      <a:pt x="414" y="562"/>
                    </a:cubicBezTo>
                    <a:cubicBezTo>
                      <a:pt x="247" y="562"/>
                      <a:pt x="168" y="453"/>
                      <a:pt x="99" y="187"/>
                    </a:cubicBezTo>
                    <a:close/>
                    <a:moveTo>
                      <a:pt x="1" y="0"/>
                    </a:moveTo>
                    <a:cubicBezTo>
                      <a:pt x="1" y="217"/>
                      <a:pt x="99" y="503"/>
                      <a:pt x="217" y="601"/>
                    </a:cubicBezTo>
                    <a:cubicBezTo>
                      <a:pt x="247" y="631"/>
                      <a:pt x="276" y="650"/>
                      <a:pt x="316" y="670"/>
                    </a:cubicBezTo>
                    <a:cubicBezTo>
                      <a:pt x="344" y="682"/>
                      <a:pt x="370" y="687"/>
                      <a:pt x="394" y="687"/>
                    </a:cubicBezTo>
                    <a:cubicBezTo>
                      <a:pt x="471" y="687"/>
                      <a:pt x="520" y="630"/>
                      <a:pt x="513" y="532"/>
                    </a:cubicBezTo>
                    <a:cubicBezTo>
                      <a:pt x="503" y="493"/>
                      <a:pt x="503" y="453"/>
                      <a:pt x="483" y="424"/>
                    </a:cubicBezTo>
                    <a:cubicBezTo>
                      <a:pt x="375" y="227"/>
                      <a:pt x="207" y="118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34"/>
              <p:cNvSpPr/>
              <p:nvPr/>
            </p:nvSpPr>
            <p:spPr>
              <a:xfrm>
                <a:off x="5995088" y="3033140"/>
                <a:ext cx="51278" cy="72671"/>
              </a:xfrm>
              <a:custGeom>
                <a:avLst/>
                <a:gdLst/>
                <a:ahLst/>
                <a:cxnLst/>
                <a:rect l="l" t="t" r="r" b="b"/>
                <a:pathLst>
                  <a:path w="494" h="700" extrusionOk="0">
                    <a:moveTo>
                      <a:pt x="109" y="168"/>
                    </a:moveTo>
                    <a:cubicBezTo>
                      <a:pt x="267" y="256"/>
                      <a:pt x="336" y="355"/>
                      <a:pt x="385" y="473"/>
                    </a:cubicBezTo>
                    <a:cubicBezTo>
                      <a:pt x="405" y="503"/>
                      <a:pt x="395" y="581"/>
                      <a:pt x="365" y="591"/>
                    </a:cubicBezTo>
                    <a:cubicBezTo>
                      <a:pt x="354" y="599"/>
                      <a:pt x="337" y="602"/>
                      <a:pt x="319" y="602"/>
                    </a:cubicBezTo>
                    <a:cubicBezTo>
                      <a:pt x="290" y="602"/>
                      <a:pt x="259" y="594"/>
                      <a:pt x="247" y="581"/>
                    </a:cubicBezTo>
                    <a:cubicBezTo>
                      <a:pt x="198" y="512"/>
                      <a:pt x="158" y="434"/>
                      <a:pt x="129" y="355"/>
                    </a:cubicBezTo>
                    <a:cubicBezTo>
                      <a:pt x="109" y="315"/>
                      <a:pt x="119" y="256"/>
                      <a:pt x="109" y="168"/>
                    </a:cubicBezTo>
                    <a:close/>
                    <a:moveTo>
                      <a:pt x="50" y="0"/>
                    </a:moveTo>
                    <a:lnTo>
                      <a:pt x="50" y="0"/>
                    </a:lnTo>
                    <a:cubicBezTo>
                      <a:pt x="1" y="256"/>
                      <a:pt x="40" y="453"/>
                      <a:pt x="158" y="631"/>
                    </a:cubicBezTo>
                    <a:cubicBezTo>
                      <a:pt x="184" y="669"/>
                      <a:pt x="272" y="699"/>
                      <a:pt x="342" y="699"/>
                    </a:cubicBezTo>
                    <a:cubicBezTo>
                      <a:pt x="379" y="699"/>
                      <a:pt x="411" y="691"/>
                      <a:pt x="424" y="670"/>
                    </a:cubicBezTo>
                    <a:cubicBezTo>
                      <a:pt x="464" y="631"/>
                      <a:pt x="493" y="552"/>
                      <a:pt x="483" y="503"/>
                    </a:cubicBezTo>
                    <a:cubicBezTo>
                      <a:pt x="405" y="296"/>
                      <a:pt x="267" y="138"/>
                      <a:pt x="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34"/>
              <p:cNvSpPr/>
              <p:nvPr/>
            </p:nvSpPr>
            <p:spPr>
              <a:xfrm>
                <a:off x="6303916" y="3318401"/>
                <a:ext cx="49202" cy="70490"/>
              </a:xfrm>
              <a:custGeom>
                <a:avLst/>
                <a:gdLst/>
                <a:ahLst/>
                <a:cxnLst/>
                <a:rect l="l" t="t" r="r" b="b"/>
                <a:pathLst>
                  <a:path w="474" h="679" extrusionOk="0">
                    <a:moveTo>
                      <a:pt x="158" y="217"/>
                    </a:moveTo>
                    <a:lnTo>
                      <a:pt x="158" y="217"/>
                    </a:lnTo>
                    <a:cubicBezTo>
                      <a:pt x="276" y="326"/>
                      <a:pt x="434" y="375"/>
                      <a:pt x="365" y="562"/>
                    </a:cubicBezTo>
                    <a:cubicBezTo>
                      <a:pt x="217" y="552"/>
                      <a:pt x="168" y="473"/>
                      <a:pt x="158" y="217"/>
                    </a:cubicBezTo>
                    <a:close/>
                    <a:moveTo>
                      <a:pt x="40" y="1"/>
                    </a:moveTo>
                    <a:cubicBezTo>
                      <a:pt x="20" y="20"/>
                      <a:pt x="1" y="30"/>
                      <a:pt x="1" y="40"/>
                    </a:cubicBezTo>
                    <a:cubicBezTo>
                      <a:pt x="20" y="257"/>
                      <a:pt x="99" y="464"/>
                      <a:pt x="227" y="631"/>
                    </a:cubicBezTo>
                    <a:cubicBezTo>
                      <a:pt x="242" y="660"/>
                      <a:pt x="293" y="678"/>
                      <a:pt x="335" y="678"/>
                    </a:cubicBezTo>
                    <a:cubicBezTo>
                      <a:pt x="350" y="678"/>
                      <a:pt x="364" y="676"/>
                      <a:pt x="375" y="670"/>
                    </a:cubicBezTo>
                    <a:cubicBezTo>
                      <a:pt x="424" y="661"/>
                      <a:pt x="473" y="592"/>
                      <a:pt x="473" y="542"/>
                    </a:cubicBezTo>
                    <a:cubicBezTo>
                      <a:pt x="473" y="473"/>
                      <a:pt x="454" y="385"/>
                      <a:pt x="404" y="335"/>
                    </a:cubicBezTo>
                    <a:cubicBezTo>
                      <a:pt x="296" y="217"/>
                      <a:pt x="168" y="119"/>
                      <a:pt x="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34"/>
              <p:cNvSpPr/>
              <p:nvPr/>
            </p:nvSpPr>
            <p:spPr>
              <a:xfrm>
                <a:off x="6136267" y="2970752"/>
                <a:ext cx="52213" cy="67480"/>
              </a:xfrm>
              <a:custGeom>
                <a:avLst/>
                <a:gdLst/>
                <a:ahLst/>
                <a:cxnLst/>
                <a:rect l="l" t="t" r="r" b="b"/>
                <a:pathLst>
                  <a:path w="503" h="650" extrusionOk="0">
                    <a:moveTo>
                      <a:pt x="138" y="217"/>
                    </a:moveTo>
                    <a:lnTo>
                      <a:pt x="138" y="217"/>
                    </a:lnTo>
                    <a:cubicBezTo>
                      <a:pt x="394" y="325"/>
                      <a:pt x="414" y="345"/>
                      <a:pt x="384" y="542"/>
                    </a:cubicBezTo>
                    <a:cubicBezTo>
                      <a:pt x="236" y="532"/>
                      <a:pt x="177" y="463"/>
                      <a:pt x="138" y="217"/>
                    </a:cubicBezTo>
                    <a:close/>
                    <a:moveTo>
                      <a:pt x="39" y="0"/>
                    </a:moveTo>
                    <a:cubicBezTo>
                      <a:pt x="20" y="10"/>
                      <a:pt x="10" y="20"/>
                      <a:pt x="0" y="30"/>
                    </a:cubicBezTo>
                    <a:cubicBezTo>
                      <a:pt x="49" y="187"/>
                      <a:pt x="89" y="355"/>
                      <a:pt x="148" y="513"/>
                    </a:cubicBezTo>
                    <a:cubicBezTo>
                      <a:pt x="168" y="562"/>
                      <a:pt x="217" y="611"/>
                      <a:pt x="266" y="631"/>
                    </a:cubicBezTo>
                    <a:cubicBezTo>
                      <a:pt x="293" y="642"/>
                      <a:pt x="326" y="649"/>
                      <a:pt x="357" y="649"/>
                    </a:cubicBezTo>
                    <a:cubicBezTo>
                      <a:pt x="382" y="649"/>
                      <a:pt x="406" y="644"/>
                      <a:pt x="424" y="631"/>
                    </a:cubicBezTo>
                    <a:cubicBezTo>
                      <a:pt x="463" y="611"/>
                      <a:pt x="483" y="542"/>
                      <a:pt x="493" y="493"/>
                    </a:cubicBezTo>
                    <a:cubicBezTo>
                      <a:pt x="502" y="444"/>
                      <a:pt x="493" y="394"/>
                      <a:pt x="463" y="355"/>
                    </a:cubicBezTo>
                    <a:cubicBezTo>
                      <a:pt x="355" y="197"/>
                      <a:pt x="197" y="99"/>
                      <a:pt x="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34"/>
              <p:cNvSpPr/>
              <p:nvPr/>
            </p:nvSpPr>
            <p:spPr>
              <a:xfrm>
                <a:off x="6325404" y="2952274"/>
                <a:ext cx="45050" cy="74954"/>
              </a:xfrm>
              <a:custGeom>
                <a:avLst/>
                <a:gdLst/>
                <a:ahLst/>
                <a:cxnLst/>
                <a:rect l="l" t="t" r="r" b="b"/>
                <a:pathLst>
                  <a:path w="434" h="722" extrusionOk="0">
                    <a:moveTo>
                      <a:pt x="109" y="168"/>
                    </a:moveTo>
                    <a:cubicBezTo>
                      <a:pt x="306" y="277"/>
                      <a:pt x="375" y="444"/>
                      <a:pt x="286" y="651"/>
                    </a:cubicBezTo>
                    <a:cubicBezTo>
                      <a:pt x="109" y="513"/>
                      <a:pt x="89" y="444"/>
                      <a:pt x="109" y="168"/>
                    </a:cubicBezTo>
                    <a:close/>
                    <a:moveTo>
                      <a:pt x="89" y="1"/>
                    </a:moveTo>
                    <a:cubicBezTo>
                      <a:pt x="10" y="129"/>
                      <a:pt x="0" y="159"/>
                      <a:pt x="30" y="346"/>
                    </a:cubicBezTo>
                    <a:cubicBezTo>
                      <a:pt x="50" y="454"/>
                      <a:pt x="89" y="562"/>
                      <a:pt x="138" y="651"/>
                    </a:cubicBezTo>
                    <a:cubicBezTo>
                      <a:pt x="156" y="686"/>
                      <a:pt x="237" y="722"/>
                      <a:pt x="289" y="722"/>
                    </a:cubicBezTo>
                    <a:cubicBezTo>
                      <a:pt x="295" y="722"/>
                      <a:pt x="301" y="721"/>
                      <a:pt x="306" y="720"/>
                    </a:cubicBezTo>
                    <a:cubicBezTo>
                      <a:pt x="355" y="700"/>
                      <a:pt x="394" y="631"/>
                      <a:pt x="414" y="572"/>
                    </a:cubicBezTo>
                    <a:cubicBezTo>
                      <a:pt x="434" y="523"/>
                      <a:pt x="424" y="464"/>
                      <a:pt x="404" y="415"/>
                    </a:cubicBezTo>
                    <a:cubicBezTo>
                      <a:pt x="355" y="247"/>
                      <a:pt x="257" y="109"/>
                      <a:pt x="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34"/>
              <p:cNvSpPr/>
              <p:nvPr/>
            </p:nvSpPr>
            <p:spPr>
              <a:xfrm>
                <a:off x="6240489" y="3059714"/>
                <a:ext cx="47126" cy="75266"/>
              </a:xfrm>
              <a:custGeom>
                <a:avLst/>
                <a:gdLst/>
                <a:ahLst/>
                <a:cxnLst/>
                <a:rect l="l" t="t" r="r" b="b"/>
                <a:pathLst>
                  <a:path w="454" h="725" extrusionOk="0">
                    <a:moveTo>
                      <a:pt x="90" y="237"/>
                    </a:moveTo>
                    <a:cubicBezTo>
                      <a:pt x="296" y="325"/>
                      <a:pt x="355" y="453"/>
                      <a:pt x="306" y="641"/>
                    </a:cubicBezTo>
                    <a:cubicBezTo>
                      <a:pt x="119" y="572"/>
                      <a:pt x="129" y="394"/>
                      <a:pt x="90" y="237"/>
                    </a:cubicBezTo>
                    <a:close/>
                    <a:moveTo>
                      <a:pt x="80" y="0"/>
                    </a:moveTo>
                    <a:cubicBezTo>
                      <a:pt x="60" y="79"/>
                      <a:pt x="30" y="119"/>
                      <a:pt x="30" y="168"/>
                    </a:cubicBezTo>
                    <a:cubicBezTo>
                      <a:pt x="1" y="345"/>
                      <a:pt x="40" y="513"/>
                      <a:pt x="149" y="660"/>
                    </a:cubicBezTo>
                    <a:cubicBezTo>
                      <a:pt x="187" y="699"/>
                      <a:pt x="234" y="725"/>
                      <a:pt x="283" y="725"/>
                    </a:cubicBezTo>
                    <a:cubicBezTo>
                      <a:pt x="310" y="725"/>
                      <a:pt x="338" y="717"/>
                      <a:pt x="365" y="700"/>
                    </a:cubicBezTo>
                    <a:cubicBezTo>
                      <a:pt x="434" y="660"/>
                      <a:pt x="454" y="591"/>
                      <a:pt x="434" y="513"/>
                    </a:cubicBezTo>
                    <a:cubicBezTo>
                      <a:pt x="424" y="473"/>
                      <a:pt x="424" y="434"/>
                      <a:pt x="395" y="404"/>
                    </a:cubicBezTo>
                    <a:cubicBezTo>
                      <a:pt x="296" y="276"/>
                      <a:pt x="198" y="148"/>
                      <a:pt x="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34"/>
              <p:cNvSpPr/>
              <p:nvPr/>
            </p:nvSpPr>
            <p:spPr>
              <a:xfrm>
                <a:off x="6100453" y="3207950"/>
                <a:ext cx="62489" cy="68518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60" extrusionOk="0">
                    <a:moveTo>
                      <a:pt x="109" y="188"/>
                    </a:moveTo>
                    <a:cubicBezTo>
                      <a:pt x="306" y="198"/>
                      <a:pt x="394" y="326"/>
                      <a:pt x="483" y="454"/>
                    </a:cubicBezTo>
                    <a:cubicBezTo>
                      <a:pt x="493" y="464"/>
                      <a:pt x="483" y="523"/>
                      <a:pt x="473" y="533"/>
                    </a:cubicBezTo>
                    <a:cubicBezTo>
                      <a:pt x="455" y="545"/>
                      <a:pt x="429" y="553"/>
                      <a:pt x="405" y="553"/>
                    </a:cubicBezTo>
                    <a:cubicBezTo>
                      <a:pt x="390" y="553"/>
                      <a:pt x="376" y="550"/>
                      <a:pt x="365" y="542"/>
                    </a:cubicBezTo>
                    <a:cubicBezTo>
                      <a:pt x="247" y="464"/>
                      <a:pt x="158" y="355"/>
                      <a:pt x="109" y="188"/>
                    </a:cubicBezTo>
                    <a:close/>
                    <a:moveTo>
                      <a:pt x="40" y="1"/>
                    </a:moveTo>
                    <a:cubicBezTo>
                      <a:pt x="0" y="227"/>
                      <a:pt x="158" y="542"/>
                      <a:pt x="335" y="621"/>
                    </a:cubicBezTo>
                    <a:cubicBezTo>
                      <a:pt x="364" y="639"/>
                      <a:pt x="400" y="660"/>
                      <a:pt x="437" y="660"/>
                    </a:cubicBezTo>
                    <a:cubicBezTo>
                      <a:pt x="462" y="660"/>
                      <a:pt x="488" y="650"/>
                      <a:pt x="513" y="621"/>
                    </a:cubicBezTo>
                    <a:cubicBezTo>
                      <a:pt x="572" y="552"/>
                      <a:pt x="601" y="483"/>
                      <a:pt x="542" y="395"/>
                    </a:cubicBezTo>
                    <a:cubicBezTo>
                      <a:pt x="503" y="355"/>
                      <a:pt x="483" y="306"/>
                      <a:pt x="444" y="276"/>
                    </a:cubicBezTo>
                    <a:cubicBezTo>
                      <a:pt x="316" y="188"/>
                      <a:pt x="187" y="99"/>
                      <a:pt x="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34"/>
              <p:cNvSpPr/>
              <p:nvPr/>
            </p:nvSpPr>
            <p:spPr>
              <a:xfrm>
                <a:off x="6435855" y="3064801"/>
                <a:ext cx="43078" cy="77550"/>
              </a:xfrm>
              <a:custGeom>
                <a:avLst/>
                <a:gdLst/>
                <a:ahLst/>
                <a:cxnLst/>
                <a:rect l="l" t="t" r="r" b="b"/>
                <a:pathLst>
                  <a:path w="415" h="747" extrusionOk="0">
                    <a:moveTo>
                      <a:pt x="148" y="89"/>
                    </a:moveTo>
                    <a:cubicBezTo>
                      <a:pt x="207" y="188"/>
                      <a:pt x="256" y="267"/>
                      <a:pt x="286" y="336"/>
                    </a:cubicBezTo>
                    <a:cubicBezTo>
                      <a:pt x="306" y="414"/>
                      <a:pt x="325" y="483"/>
                      <a:pt x="325" y="562"/>
                    </a:cubicBezTo>
                    <a:cubicBezTo>
                      <a:pt x="325" y="592"/>
                      <a:pt x="296" y="651"/>
                      <a:pt x="276" y="661"/>
                    </a:cubicBezTo>
                    <a:cubicBezTo>
                      <a:pt x="237" y="661"/>
                      <a:pt x="197" y="641"/>
                      <a:pt x="168" y="611"/>
                    </a:cubicBezTo>
                    <a:cubicBezTo>
                      <a:pt x="138" y="592"/>
                      <a:pt x="119" y="542"/>
                      <a:pt x="109" y="513"/>
                    </a:cubicBezTo>
                    <a:cubicBezTo>
                      <a:pt x="69" y="375"/>
                      <a:pt x="79" y="247"/>
                      <a:pt x="148" y="89"/>
                    </a:cubicBezTo>
                    <a:close/>
                    <a:moveTo>
                      <a:pt x="197" y="1"/>
                    </a:moveTo>
                    <a:cubicBezTo>
                      <a:pt x="40" y="79"/>
                      <a:pt x="20" y="119"/>
                      <a:pt x="10" y="355"/>
                    </a:cubicBezTo>
                    <a:cubicBezTo>
                      <a:pt x="10" y="493"/>
                      <a:pt x="0" y="631"/>
                      <a:pt x="158" y="710"/>
                    </a:cubicBezTo>
                    <a:cubicBezTo>
                      <a:pt x="158" y="710"/>
                      <a:pt x="168" y="710"/>
                      <a:pt x="168" y="720"/>
                    </a:cubicBezTo>
                    <a:cubicBezTo>
                      <a:pt x="204" y="738"/>
                      <a:pt x="238" y="747"/>
                      <a:pt x="269" y="747"/>
                    </a:cubicBezTo>
                    <a:cubicBezTo>
                      <a:pt x="339" y="747"/>
                      <a:pt x="391" y="700"/>
                      <a:pt x="404" y="611"/>
                    </a:cubicBezTo>
                    <a:cubicBezTo>
                      <a:pt x="414" y="533"/>
                      <a:pt x="404" y="434"/>
                      <a:pt x="375" y="365"/>
                    </a:cubicBezTo>
                    <a:cubicBezTo>
                      <a:pt x="325" y="237"/>
                      <a:pt x="266" y="129"/>
                      <a:pt x="1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34"/>
              <p:cNvSpPr/>
              <p:nvPr/>
            </p:nvSpPr>
            <p:spPr>
              <a:xfrm>
                <a:off x="6279417" y="2727117"/>
                <a:ext cx="67575" cy="49831"/>
              </a:xfrm>
              <a:custGeom>
                <a:avLst/>
                <a:gdLst/>
                <a:ahLst/>
                <a:cxnLst/>
                <a:rect l="l" t="t" r="r" b="b"/>
                <a:pathLst>
                  <a:path w="651" h="480" extrusionOk="0">
                    <a:moveTo>
                      <a:pt x="247" y="117"/>
                    </a:moveTo>
                    <a:cubicBezTo>
                      <a:pt x="355" y="117"/>
                      <a:pt x="432" y="182"/>
                      <a:pt x="503" y="229"/>
                    </a:cubicBezTo>
                    <a:cubicBezTo>
                      <a:pt x="552" y="269"/>
                      <a:pt x="552" y="338"/>
                      <a:pt x="463" y="387"/>
                    </a:cubicBezTo>
                    <a:cubicBezTo>
                      <a:pt x="375" y="308"/>
                      <a:pt x="276" y="229"/>
                      <a:pt x="158" y="131"/>
                    </a:cubicBezTo>
                    <a:cubicBezTo>
                      <a:pt x="190" y="121"/>
                      <a:pt x="220" y="117"/>
                      <a:pt x="247" y="117"/>
                    </a:cubicBezTo>
                    <a:close/>
                    <a:moveTo>
                      <a:pt x="61" y="0"/>
                    </a:moveTo>
                    <a:cubicBezTo>
                      <a:pt x="41" y="0"/>
                      <a:pt x="21" y="1"/>
                      <a:pt x="0" y="3"/>
                    </a:cubicBezTo>
                    <a:cubicBezTo>
                      <a:pt x="10" y="62"/>
                      <a:pt x="10" y="111"/>
                      <a:pt x="30" y="131"/>
                    </a:cubicBezTo>
                    <a:cubicBezTo>
                      <a:pt x="158" y="239"/>
                      <a:pt x="296" y="357"/>
                      <a:pt x="434" y="456"/>
                    </a:cubicBezTo>
                    <a:cubicBezTo>
                      <a:pt x="456" y="471"/>
                      <a:pt x="481" y="479"/>
                      <a:pt x="504" y="479"/>
                    </a:cubicBezTo>
                    <a:cubicBezTo>
                      <a:pt x="541" y="479"/>
                      <a:pt x="577" y="459"/>
                      <a:pt x="601" y="417"/>
                    </a:cubicBezTo>
                    <a:cubicBezTo>
                      <a:pt x="650" y="338"/>
                      <a:pt x="631" y="210"/>
                      <a:pt x="552" y="170"/>
                    </a:cubicBezTo>
                    <a:cubicBezTo>
                      <a:pt x="409" y="81"/>
                      <a:pt x="250" y="0"/>
                      <a:pt x="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34"/>
              <p:cNvSpPr/>
              <p:nvPr/>
            </p:nvSpPr>
            <p:spPr>
              <a:xfrm>
                <a:off x="6393917" y="3199750"/>
                <a:ext cx="36954" cy="72774"/>
              </a:xfrm>
              <a:custGeom>
                <a:avLst/>
                <a:gdLst/>
                <a:ahLst/>
                <a:cxnLst/>
                <a:rect l="l" t="t" r="r" b="b"/>
                <a:pathLst>
                  <a:path w="356" h="701" extrusionOk="0">
                    <a:moveTo>
                      <a:pt x="109" y="208"/>
                    </a:moveTo>
                    <a:cubicBezTo>
                      <a:pt x="247" y="346"/>
                      <a:pt x="266" y="454"/>
                      <a:pt x="168" y="612"/>
                    </a:cubicBezTo>
                    <a:cubicBezTo>
                      <a:pt x="60" y="484"/>
                      <a:pt x="99" y="355"/>
                      <a:pt x="109" y="208"/>
                    </a:cubicBezTo>
                    <a:close/>
                    <a:moveTo>
                      <a:pt x="60" y="1"/>
                    </a:moveTo>
                    <a:cubicBezTo>
                      <a:pt x="20" y="168"/>
                      <a:pt x="0" y="444"/>
                      <a:pt x="30" y="562"/>
                    </a:cubicBezTo>
                    <a:cubicBezTo>
                      <a:pt x="40" y="631"/>
                      <a:pt x="60" y="700"/>
                      <a:pt x="158" y="700"/>
                    </a:cubicBezTo>
                    <a:cubicBezTo>
                      <a:pt x="237" y="700"/>
                      <a:pt x="306" y="641"/>
                      <a:pt x="326" y="543"/>
                    </a:cubicBezTo>
                    <a:cubicBezTo>
                      <a:pt x="355" y="385"/>
                      <a:pt x="227" y="109"/>
                      <a:pt x="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34"/>
              <p:cNvSpPr/>
              <p:nvPr/>
            </p:nvSpPr>
            <p:spPr>
              <a:xfrm>
                <a:off x="6188378" y="3194663"/>
                <a:ext cx="61451" cy="62704"/>
              </a:xfrm>
              <a:custGeom>
                <a:avLst/>
                <a:gdLst/>
                <a:ahLst/>
                <a:cxnLst/>
                <a:rect l="l" t="t" r="r" b="b"/>
                <a:pathLst>
                  <a:path w="592" h="604" extrusionOk="0">
                    <a:moveTo>
                      <a:pt x="178" y="178"/>
                    </a:moveTo>
                    <a:cubicBezTo>
                      <a:pt x="306" y="198"/>
                      <a:pt x="385" y="257"/>
                      <a:pt x="463" y="336"/>
                    </a:cubicBezTo>
                    <a:cubicBezTo>
                      <a:pt x="523" y="395"/>
                      <a:pt x="523" y="395"/>
                      <a:pt x="424" y="513"/>
                    </a:cubicBezTo>
                    <a:cubicBezTo>
                      <a:pt x="316" y="414"/>
                      <a:pt x="207" y="345"/>
                      <a:pt x="178" y="178"/>
                    </a:cubicBezTo>
                    <a:close/>
                    <a:moveTo>
                      <a:pt x="0" y="1"/>
                    </a:moveTo>
                    <a:cubicBezTo>
                      <a:pt x="50" y="129"/>
                      <a:pt x="89" y="217"/>
                      <a:pt x="129" y="306"/>
                    </a:cubicBezTo>
                    <a:cubicBezTo>
                      <a:pt x="168" y="424"/>
                      <a:pt x="266" y="493"/>
                      <a:pt x="355" y="572"/>
                    </a:cubicBezTo>
                    <a:cubicBezTo>
                      <a:pt x="381" y="593"/>
                      <a:pt x="406" y="603"/>
                      <a:pt x="431" y="603"/>
                    </a:cubicBezTo>
                    <a:cubicBezTo>
                      <a:pt x="463" y="603"/>
                      <a:pt x="495" y="586"/>
                      <a:pt x="523" y="552"/>
                    </a:cubicBezTo>
                    <a:cubicBezTo>
                      <a:pt x="582" y="503"/>
                      <a:pt x="592" y="336"/>
                      <a:pt x="532" y="286"/>
                    </a:cubicBezTo>
                    <a:cubicBezTo>
                      <a:pt x="385" y="168"/>
                      <a:pt x="227" y="60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34"/>
              <p:cNvSpPr/>
              <p:nvPr/>
            </p:nvSpPr>
            <p:spPr>
              <a:xfrm>
                <a:off x="6212877" y="2919575"/>
                <a:ext cx="54289" cy="68310"/>
              </a:xfrm>
              <a:custGeom>
                <a:avLst/>
                <a:gdLst/>
                <a:ahLst/>
                <a:cxnLst/>
                <a:rect l="l" t="t" r="r" b="b"/>
                <a:pathLst>
                  <a:path w="523" h="658" extrusionOk="0">
                    <a:moveTo>
                      <a:pt x="139" y="139"/>
                    </a:moveTo>
                    <a:cubicBezTo>
                      <a:pt x="218" y="227"/>
                      <a:pt x="306" y="306"/>
                      <a:pt x="375" y="385"/>
                    </a:cubicBezTo>
                    <a:cubicBezTo>
                      <a:pt x="415" y="434"/>
                      <a:pt x="424" y="503"/>
                      <a:pt x="365" y="543"/>
                    </a:cubicBezTo>
                    <a:cubicBezTo>
                      <a:pt x="344" y="555"/>
                      <a:pt x="324" y="560"/>
                      <a:pt x="305" y="560"/>
                    </a:cubicBezTo>
                    <a:cubicBezTo>
                      <a:pt x="263" y="560"/>
                      <a:pt x="228" y="531"/>
                      <a:pt x="208" y="483"/>
                    </a:cubicBezTo>
                    <a:cubicBezTo>
                      <a:pt x="168" y="375"/>
                      <a:pt x="129" y="277"/>
                      <a:pt x="90" y="168"/>
                    </a:cubicBezTo>
                    <a:lnTo>
                      <a:pt x="139" y="139"/>
                    </a:lnTo>
                    <a:close/>
                    <a:moveTo>
                      <a:pt x="109" y="1"/>
                    </a:moveTo>
                    <a:lnTo>
                      <a:pt x="50" y="20"/>
                    </a:lnTo>
                    <a:cubicBezTo>
                      <a:pt x="40" y="60"/>
                      <a:pt x="1" y="109"/>
                      <a:pt x="11" y="149"/>
                    </a:cubicBezTo>
                    <a:cubicBezTo>
                      <a:pt x="50" y="286"/>
                      <a:pt x="99" y="434"/>
                      <a:pt x="168" y="562"/>
                    </a:cubicBezTo>
                    <a:cubicBezTo>
                      <a:pt x="204" y="628"/>
                      <a:pt x="258" y="657"/>
                      <a:pt x="312" y="657"/>
                    </a:cubicBezTo>
                    <a:cubicBezTo>
                      <a:pt x="348" y="657"/>
                      <a:pt x="383" y="645"/>
                      <a:pt x="415" y="621"/>
                    </a:cubicBezTo>
                    <a:cubicBezTo>
                      <a:pt x="484" y="572"/>
                      <a:pt x="523" y="434"/>
                      <a:pt x="454" y="355"/>
                    </a:cubicBezTo>
                    <a:cubicBezTo>
                      <a:pt x="356" y="227"/>
                      <a:pt x="227" y="119"/>
                      <a:pt x="1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34"/>
              <p:cNvSpPr/>
              <p:nvPr/>
            </p:nvSpPr>
            <p:spPr>
              <a:xfrm>
                <a:off x="6338691" y="3090960"/>
                <a:ext cx="46088" cy="71113"/>
              </a:xfrm>
              <a:custGeom>
                <a:avLst/>
                <a:gdLst/>
                <a:ahLst/>
                <a:cxnLst/>
                <a:rect l="l" t="t" r="r" b="b"/>
                <a:pathLst>
                  <a:path w="444" h="685" extrusionOk="0">
                    <a:moveTo>
                      <a:pt x="178" y="212"/>
                    </a:moveTo>
                    <a:lnTo>
                      <a:pt x="178" y="212"/>
                    </a:lnTo>
                    <a:cubicBezTo>
                      <a:pt x="316" y="310"/>
                      <a:pt x="345" y="428"/>
                      <a:pt x="266" y="566"/>
                    </a:cubicBezTo>
                    <a:cubicBezTo>
                      <a:pt x="168" y="448"/>
                      <a:pt x="148" y="399"/>
                      <a:pt x="178" y="212"/>
                    </a:cubicBezTo>
                    <a:close/>
                    <a:moveTo>
                      <a:pt x="136" y="0"/>
                    </a:moveTo>
                    <a:cubicBezTo>
                      <a:pt x="113" y="0"/>
                      <a:pt x="76" y="5"/>
                      <a:pt x="30" y="5"/>
                    </a:cubicBezTo>
                    <a:cubicBezTo>
                      <a:pt x="129" y="231"/>
                      <a:pt x="1" y="507"/>
                      <a:pt x="266" y="684"/>
                    </a:cubicBezTo>
                    <a:cubicBezTo>
                      <a:pt x="414" y="566"/>
                      <a:pt x="444" y="497"/>
                      <a:pt x="375" y="340"/>
                    </a:cubicBezTo>
                    <a:cubicBezTo>
                      <a:pt x="326" y="221"/>
                      <a:pt x="237" y="113"/>
                      <a:pt x="158" y="5"/>
                    </a:cubicBezTo>
                    <a:cubicBezTo>
                      <a:pt x="155" y="1"/>
                      <a:pt x="147" y="0"/>
                      <a:pt x="1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34"/>
              <p:cNvSpPr/>
              <p:nvPr/>
            </p:nvSpPr>
            <p:spPr>
              <a:xfrm>
                <a:off x="6279417" y="2840786"/>
                <a:ext cx="49202" cy="65300"/>
              </a:xfrm>
              <a:custGeom>
                <a:avLst/>
                <a:gdLst/>
                <a:ahLst/>
                <a:cxnLst/>
                <a:rect l="l" t="t" r="r" b="b"/>
                <a:pathLst>
                  <a:path w="474" h="629" extrusionOk="0">
                    <a:moveTo>
                      <a:pt x="118" y="129"/>
                    </a:moveTo>
                    <a:lnTo>
                      <a:pt x="118" y="129"/>
                    </a:lnTo>
                    <a:cubicBezTo>
                      <a:pt x="286" y="257"/>
                      <a:pt x="355" y="395"/>
                      <a:pt x="335" y="523"/>
                    </a:cubicBezTo>
                    <a:cubicBezTo>
                      <a:pt x="158" y="494"/>
                      <a:pt x="118" y="405"/>
                      <a:pt x="118" y="129"/>
                    </a:cubicBezTo>
                    <a:close/>
                    <a:moveTo>
                      <a:pt x="130" y="1"/>
                    </a:moveTo>
                    <a:cubicBezTo>
                      <a:pt x="117" y="1"/>
                      <a:pt x="104" y="4"/>
                      <a:pt x="89" y="11"/>
                    </a:cubicBezTo>
                    <a:cubicBezTo>
                      <a:pt x="0" y="51"/>
                      <a:pt x="20" y="129"/>
                      <a:pt x="40" y="198"/>
                    </a:cubicBezTo>
                    <a:cubicBezTo>
                      <a:pt x="49" y="287"/>
                      <a:pt x="89" y="356"/>
                      <a:pt x="99" y="445"/>
                    </a:cubicBezTo>
                    <a:cubicBezTo>
                      <a:pt x="118" y="553"/>
                      <a:pt x="187" y="602"/>
                      <a:pt x="276" y="622"/>
                    </a:cubicBezTo>
                    <a:cubicBezTo>
                      <a:pt x="291" y="626"/>
                      <a:pt x="304" y="628"/>
                      <a:pt x="316" y="628"/>
                    </a:cubicBezTo>
                    <a:cubicBezTo>
                      <a:pt x="387" y="628"/>
                      <a:pt x="423" y="561"/>
                      <a:pt x="473" y="494"/>
                    </a:cubicBezTo>
                    <a:cubicBezTo>
                      <a:pt x="404" y="366"/>
                      <a:pt x="335" y="228"/>
                      <a:pt x="256" y="110"/>
                    </a:cubicBezTo>
                    <a:cubicBezTo>
                      <a:pt x="224" y="62"/>
                      <a:pt x="186" y="1"/>
                      <a:pt x="1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34"/>
              <p:cNvSpPr/>
              <p:nvPr/>
            </p:nvSpPr>
            <p:spPr>
              <a:xfrm>
                <a:off x="6353017" y="2812239"/>
                <a:ext cx="57714" cy="65092"/>
              </a:xfrm>
              <a:custGeom>
                <a:avLst/>
                <a:gdLst/>
                <a:ahLst/>
                <a:cxnLst/>
                <a:rect l="l" t="t" r="r" b="b"/>
                <a:pathLst>
                  <a:path w="556" h="627" extrusionOk="0">
                    <a:moveTo>
                      <a:pt x="109" y="129"/>
                    </a:moveTo>
                    <a:lnTo>
                      <a:pt x="109" y="129"/>
                    </a:lnTo>
                    <a:cubicBezTo>
                      <a:pt x="414" y="266"/>
                      <a:pt x="473" y="335"/>
                      <a:pt x="434" y="542"/>
                    </a:cubicBezTo>
                    <a:cubicBezTo>
                      <a:pt x="247" y="483"/>
                      <a:pt x="188" y="404"/>
                      <a:pt x="109" y="129"/>
                    </a:cubicBezTo>
                    <a:close/>
                    <a:moveTo>
                      <a:pt x="40" y="0"/>
                    </a:moveTo>
                    <a:cubicBezTo>
                      <a:pt x="30" y="20"/>
                      <a:pt x="20" y="30"/>
                      <a:pt x="0" y="40"/>
                    </a:cubicBezTo>
                    <a:cubicBezTo>
                      <a:pt x="50" y="237"/>
                      <a:pt x="119" y="424"/>
                      <a:pt x="276" y="572"/>
                    </a:cubicBezTo>
                    <a:cubicBezTo>
                      <a:pt x="296" y="591"/>
                      <a:pt x="316" y="601"/>
                      <a:pt x="345" y="611"/>
                    </a:cubicBezTo>
                    <a:cubicBezTo>
                      <a:pt x="371" y="621"/>
                      <a:pt x="396" y="626"/>
                      <a:pt x="418" y="626"/>
                    </a:cubicBezTo>
                    <a:cubicBezTo>
                      <a:pt x="505" y="626"/>
                      <a:pt x="556" y="555"/>
                      <a:pt x="532" y="454"/>
                    </a:cubicBezTo>
                    <a:cubicBezTo>
                      <a:pt x="503" y="375"/>
                      <a:pt x="463" y="276"/>
                      <a:pt x="404" y="227"/>
                    </a:cubicBezTo>
                    <a:cubicBezTo>
                      <a:pt x="296" y="138"/>
                      <a:pt x="168" y="79"/>
                      <a:pt x="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34"/>
              <p:cNvSpPr/>
              <p:nvPr/>
            </p:nvSpPr>
            <p:spPr>
              <a:xfrm>
                <a:off x="6424540" y="2920613"/>
                <a:ext cx="38718" cy="83571"/>
              </a:xfrm>
              <a:custGeom>
                <a:avLst/>
                <a:gdLst/>
                <a:ahLst/>
                <a:cxnLst/>
                <a:rect l="l" t="t" r="r" b="b"/>
                <a:pathLst>
                  <a:path w="373" h="805" extrusionOk="0">
                    <a:moveTo>
                      <a:pt x="99" y="207"/>
                    </a:moveTo>
                    <a:cubicBezTo>
                      <a:pt x="168" y="316"/>
                      <a:pt x="228" y="414"/>
                      <a:pt x="287" y="513"/>
                    </a:cubicBezTo>
                    <a:cubicBezTo>
                      <a:pt x="306" y="542"/>
                      <a:pt x="316" y="582"/>
                      <a:pt x="316" y="602"/>
                    </a:cubicBezTo>
                    <a:cubicBezTo>
                      <a:pt x="297" y="641"/>
                      <a:pt x="277" y="680"/>
                      <a:pt x="237" y="700"/>
                    </a:cubicBezTo>
                    <a:cubicBezTo>
                      <a:pt x="236" y="701"/>
                      <a:pt x="234" y="702"/>
                      <a:pt x="231" y="702"/>
                    </a:cubicBezTo>
                    <a:cubicBezTo>
                      <a:pt x="213" y="702"/>
                      <a:pt x="167" y="676"/>
                      <a:pt x="159" y="651"/>
                    </a:cubicBezTo>
                    <a:cubicBezTo>
                      <a:pt x="109" y="513"/>
                      <a:pt x="80" y="375"/>
                      <a:pt x="40" y="227"/>
                    </a:cubicBezTo>
                    <a:cubicBezTo>
                      <a:pt x="60" y="227"/>
                      <a:pt x="80" y="217"/>
                      <a:pt x="99" y="207"/>
                    </a:cubicBezTo>
                    <a:close/>
                    <a:moveTo>
                      <a:pt x="70" y="1"/>
                    </a:moveTo>
                    <a:cubicBezTo>
                      <a:pt x="40" y="60"/>
                      <a:pt x="1" y="99"/>
                      <a:pt x="1" y="139"/>
                    </a:cubicBezTo>
                    <a:cubicBezTo>
                      <a:pt x="21" y="306"/>
                      <a:pt x="40" y="483"/>
                      <a:pt x="70" y="651"/>
                    </a:cubicBezTo>
                    <a:cubicBezTo>
                      <a:pt x="70" y="700"/>
                      <a:pt x="109" y="749"/>
                      <a:pt x="149" y="769"/>
                    </a:cubicBezTo>
                    <a:cubicBezTo>
                      <a:pt x="182" y="793"/>
                      <a:pt x="217" y="805"/>
                      <a:pt x="248" y="805"/>
                    </a:cubicBezTo>
                    <a:cubicBezTo>
                      <a:pt x="318" y="805"/>
                      <a:pt x="372" y="749"/>
                      <a:pt x="365" y="661"/>
                    </a:cubicBezTo>
                    <a:cubicBezTo>
                      <a:pt x="356" y="562"/>
                      <a:pt x="326" y="454"/>
                      <a:pt x="277" y="355"/>
                    </a:cubicBezTo>
                    <a:cubicBezTo>
                      <a:pt x="228" y="247"/>
                      <a:pt x="159" y="148"/>
                      <a:pt x="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34"/>
              <p:cNvSpPr/>
              <p:nvPr/>
            </p:nvSpPr>
            <p:spPr>
              <a:xfrm>
                <a:off x="6199589" y="3319439"/>
                <a:ext cx="61347" cy="49831"/>
              </a:xfrm>
              <a:custGeom>
                <a:avLst/>
                <a:gdLst/>
                <a:ahLst/>
                <a:cxnLst/>
                <a:rect l="l" t="t" r="r" b="b"/>
                <a:pathLst>
                  <a:path w="591" h="480" extrusionOk="0">
                    <a:moveTo>
                      <a:pt x="178" y="178"/>
                    </a:moveTo>
                    <a:cubicBezTo>
                      <a:pt x="434" y="178"/>
                      <a:pt x="503" y="227"/>
                      <a:pt x="464" y="394"/>
                    </a:cubicBezTo>
                    <a:cubicBezTo>
                      <a:pt x="326" y="375"/>
                      <a:pt x="267" y="276"/>
                      <a:pt x="178" y="178"/>
                    </a:cubicBezTo>
                    <a:close/>
                    <a:moveTo>
                      <a:pt x="21" y="0"/>
                    </a:moveTo>
                    <a:cubicBezTo>
                      <a:pt x="21" y="20"/>
                      <a:pt x="1" y="40"/>
                      <a:pt x="11" y="60"/>
                    </a:cubicBezTo>
                    <a:cubicBezTo>
                      <a:pt x="89" y="247"/>
                      <a:pt x="218" y="394"/>
                      <a:pt x="415" y="473"/>
                    </a:cubicBezTo>
                    <a:cubicBezTo>
                      <a:pt x="427" y="478"/>
                      <a:pt x="440" y="480"/>
                      <a:pt x="453" y="480"/>
                    </a:cubicBezTo>
                    <a:cubicBezTo>
                      <a:pt x="527" y="480"/>
                      <a:pt x="590" y="410"/>
                      <a:pt x="582" y="325"/>
                    </a:cubicBezTo>
                    <a:cubicBezTo>
                      <a:pt x="582" y="237"/>
                      <a:pt x="533" y="178"/>
                      <a:pt x="464" y="148"/>
                    </a:cubicBezTo>
                    <a:cubicBezTo>
                      <a:pt x="316" y="89"/>
                      <a:pt x="168" y="50"/>
                      <a:pt x="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34"/>
              <p:cNvSpPr/>
              <p:nvPr/>
            </p:nvSpPr>
            <p:spPr>
              <a:xfrm>
                <a:off x="5889827" y="3011652"/>
                <a:ext cx="37888" cy="69764"/>
              </a:xfrm>
              <a:custGeom>
                <a:avLst/>
                <a:gdLst/>
                <a:ahLst/>
                <a:cxnLst/>
                <a:rect l="l" t="t" r="r" b="b"/>
                <a:pathLst>
                  <a:path w="365" h="672" extrusionOk="0">
                    <a:moveTo>
                      <a:pt x="89" y="217"/>
                    </a:moveTo>
                    <a:lnTo>
                      <a:pt x="89" y="217"/>
                    </a:lnTo>
                    <a:cubicBezTo>
                      <a:pt x="177" y="316"/>
                      <a:pt x="296" y="404"/>
                      <a:pt x="246" y="591"/>
                    </a:cubicBezTo>
                    <a:cubicBezTo>
                      <a:pt x="99" y="483"/>
                      <a:pt x="108" y="345"/>
                      <a:pt x="89" y="217"/>
                    </a:cubicBezTo>
                    <a:close/>
                    <a:moveTo>
                      <a:pt x="69" y="0"/>
                    </a:moveTo>
                    <a:cubicBezTo>
                      <a:pt x="49" y="10"/>
                      <a:pt x="30" y="10"/>
                      <a:pt x="10" y="20"/>
                    </a:cubicBezTo>
                    <a:cubicBezTo>
                      <a:pt x="0" y="197"/>
                      <a:pt x="0" y="375"/>
                      <a:pt x="69" y="552"/>
                    </a:cubicBezTo>
                    <a:cubicBezTo>
                      <a:pt x="89" y="582"/>
                      <a:pt x="128" y="621"/>
                      <a:pt x="158" y="650"/>
                    </a:cubicBezTo>
                    <a:cubicBezTo>
                      <a:pt x="181" y="665"/>
                      <a:pt x="206" y="672"/>
                      <a:pt x="231" y="672"/>
                    </a:cubicBezTo>
                    <a:cubicBezTo>
                      <a:pt x="291" y="672"/>
                      <a:pt x="348" y="632"/>
                      <a:pt x="355" y="562"/>
                    </a:cubicBezTo>
                    <a:cubicBezTo>
                      <a:pt x="365" y="513"/>
                      <a:pt x="365" y="444"/>
                      <a:pt x="335" y="394"/>
                    </a:cubicBezTo>
                    <a:cubicBezTo>
                      <a:pt x="246" y="256"/>
                      <a:pt x="158" y="128"/>
                      <a:pt x="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34"/>
              <p:cNvSpPr/>
              <p:nvPr/>
            </p:nvSpPr>
            <p:spPr>
              <a:xfrm>
                <a:off x="6438866" y="2814315"/>
                <a:ext cx="48164" cy="63846"/>
              </a:xfrm>
              <a:custGeom>
                <a:avLst/>
                <a:gdLst/>
                <a:ahLst/>
                <a:cxnLst/>
                <a:rect l="l" t="t" r="r" b="b"/>
                <a:pathLst>
                  <a:path w="464" h="615" extrusionOk="0">
                    <a:moveTo>
                      <a:pt x="109" y="138"/>
                    </a:moveTo>
                    <a:lnTo>
                      <a:pt x="109" y="138"/>
                    </a:lnTo>
                    <a:cubicBezTo>
                      <a:pt x="267" y="237"/>
                      <a:pt x="375" y="345"/>
                      <a:pt x="385" y="522"/>
                    </a:cubicBezTo>
                    <a:cubicBezTo>
                      <a:pt x="208" y="512"/>
                      <a:pt x="119" y="404"/>
                      <a:pt x="109" y="138"/>
                    </a:cubicBezTo>
                    <a:close/>
                    <a:moveTo>
                      <a:pt x="60" y="0"/>
                    </a:moveTo>
                    <a:cubicBezTo>
                      <a:pt x="30" y="40"/>
                      <a:pt x="1" y="59"/>
                      <a:pt x="1" y="79"/>
                    </a:cubicBezTo>
                    <a:cubicBezTo>
                      <a:pt x="11" y="286"/>
                      <a:pt x="99" y="453"/>
                      <a:pt x="247" y="591"/>
                    </a:cubicBezTo>
                    <a:cubicBezTo>
                      <a:pt x="263" y="607"/>
                      <a:pt x="298" y="615"/>
                      <a:pt x="332" y="615"/>
                    </a:cubicBezTo>
                    <a:cubicBezTo>
                      <a:pt x="359" y="615"/>
                      <a:pt x="387" y="610"/>
                      <a:pt x="405" y="601"/>
                    </a:cubicBezTo>
                    <a:cubicBezTo>
                      <a:pt x="444" y="581"/>
                      <a:pt x="464" y="503"/>
                      <a:pt x="454" y="453"/>
                    </a:cubicBezTo>
                    <a:cubicBezTo>
                      <a:pt x="415" y="217"/>
                      <a:pt x="227" y="118"/>
                      <a:pt x="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34"/>
              <p:cNvSpPr/>
              <p:nvPr/>
            </p:nvSpPr>
            <p:spPr>
              <a:xfrm>
                <a:off x="6101491" y="2821374"/>
                <a:ext cx="45050" cy="58448"/>
              </a:xfrm>
              <a:custGeom>
                <a:avLst/>
                <a:gdLst/>
                <a:ahLst/>
                <a:cxnLst/>
                <a:rect l="l" t="t" r="r" b="b"/>
                <a:pathLst>
                  <a:path w="434" h="563" extrusionOk="0">
                    <a:moveTo>
                      <a:pt x="118" y="80"/>
                    </a:moveTo>
                    <a:cubicBezTo>
                      <a:pt x="276" y="169"/>
                      <a:pt x="335" y="287"/>
                      <a:pt x="325" y="454"/>
                    </a:cubicBezTo>
                    <a:cubicBezTo>
                      <a:pt x="148" y="415"/>
                      <a:pt x="109" y="326"/>
                      <a:pt x="118" y="80"/>
                    </a:cubicBezTo>
                    <a:close/>
                    <a:moveTo>
                      <a:pt x="60" y="0"/>
                    </a:moveTo>
                    <a:cubicBezTo>
                      <a:pt x="50" y="0"/>
                      <a:pt x="40" y="1"/>
                      <a:pt x="30" y="1"/>
                    </a:cubicBezTo>
                    <a:cubicBezTo>
                      <a:pt x="0" y="316"/>
                      <a:pt x="69" y="464"/>
                      <a:pt x="315" y="563"/>
                    </a:cubicBezTo>
                    <a:cubicBezTo>
                      <a:pt x="424" y="474"/>
                      <a:pt x="434" y="415"/>
                      <a:pt x="384" y="277"/>
                    </a:cubicBezTo>
                    <a:cubicBezTo>
                      <a:pt x="310" y="81"/>
                      <a:pt x="227" y="0"/>
                      <a:pt x="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34"/>
              <p:cNvSpPr/>
              <p:nvPr/>
            </p:nvSpPr>
            <p:spPr>
              <a:xfrm>
                <a:off x="6031940" y="2916565"/>
                <a:ext cx="49202" cy="61770"/>
              </a:xfrm>
              <a:custGeom>
                <a:avLst/>
                <a:gdLst/>
                <a:ahLst/>
                <a:cxnLst/>
                <a:rect l="l" t="t" r="r" b="b"/>
                <a:pathLst>
                  <a:path w="474" h="595" extrusionOk="0">
                    <a:moveTo>
                      <a:pt x="69" y="49"/>
                    </a:moveTo>
                    <a:cubicBezTo>
                      <a:pt x="237" y="148"/>
                      <a:pt x="365" y="256"/>
                      <a:pt x="384" y="473"/>
                    </a:cubicBezTo>
                    <a:cubicBezTo>
                      <a:pt x="237" y="473"/>
                      <a:pt x="158" y="404"/>
                      <a:pt x="109" y="256"/>
                    </a:cubicBezTo>
                    <a:cubicBezTo>
                      <a:pt x="89" y="187"/>
                      <a:pt x="89" y="118"/>
                      <a:pt x="69" y="49"/>
                    </a:cubicBezTo>
                    <a:close/>
                    <a:moveTo>
                      <a:pt x="109" y="0"/>
                    </a:moveTo>
                    <a:cubicBezTo>
                      <a:pt x="99" y="0"/>
                      <a:pt x="79" y="30"/>
                      <a:pt x="69" y="49"/>
                    </a:cubicBezTo>
                    <a:cubicBezTo>
                      <a:pt x="59" y="59"/>
                      <a:pt x="40" y="69"/>
                      <a:pt x="30" y="89"/>
                    </a:cubicBezTo>
                    <a:cubicBezTo>
                      <a:pt x="0" y="227"/>
                      <a:pt x="128" y="512"/>
                      <a:pt x="256" y="572"/>
                    </a:cubicBezTo>
                    <a:cubicBezTo>
                      <a:pt x="285" y="587"/>
                      <a:pt x="313" y="595"/>
                      <a:pt x="339" y="595"/>
                    </a:cubicBezTo>
                    <a:cubicBezTo>
                      <a:pt x="411" y="595"/>
                      <a:pt x="466" y="538"/>
                      <a:pt x="473" y="444"/>
                    </a:cubicBezTo>
                    <a:cubicBezTo>
                      <a:pt x="473" y="296"/>
                      <a:pt x="256" y="20"/>
                      <a:pt x="1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34"/>
              <p:cNvSpPr/>
              <p:nvPr/>
            </p:nvSpPr>
            <p:spPr>
              <a:xfrm>
                <a:off x="6296753" y="3199127"/>
                <a:ext cx="44427" cy="56475"/>
              </a:xfrm>
              <a:custGeom>
                <a:avLst/>
                <a:gdLst/>
                <a:ahLst/>
                <a:cxnLst/>
                <a:rect l="l" t="t" r="r" b="b"/>
                <a:pathLst>
                  <a:path w="428" h="544" extrusionOk="0">
                    <a:moveTo>
                      <a:pt x="99" y="115"/>
                    </a:moveTo>
                    <a:lnTo>
                      <a:pt x="99" y="115"/>
                    </a:lnTo>
                    <a:cubicBezTo>
                      <a:pt x="296" y="204"/>
                      <a:pt x="326" y="273"/>
                      <a:pt x="267" y="480"/>
                    </a:cubicBezTo>
                    <a:cubicBezTo>
                      <a:pt x="119" y="381"/>
                      <a:pt x="168" y="243"/>
                      <a:pt x="99" y="115"/>
                    </a:cubicBezTo>
                    <a:close/>
                    <a:moveTo>
                      <a:pt x="63" y="1"/>
                    </a:moveTo>
                    <a:cubicBezTo>
                      <a:pt x="43" y="1"/>
                      <a:pt x="22" y="3"/>
                      <a:pt x="1" y="7"/>
                    </a:cubicBezTo>
                    <a:cubicBezTo>
                      <a:pt x="20" y="135"/>
                      <a:pt x="40" y="263"/>
                      <a:pt x="79" y="391"/>
                    </a:cubicBezTo>
                    <a:cubicBezTo>
                      <a:pt x="102" y="495"/>
                      <a:pt x="152" y="543"/>
                      <a:pt x="248" y="543"/>
                    </a:cubicBezTo>
                    <a:cubicBezTo>
                      <a:pt x="279" y="543"/>
                      <a:pt x="315" y="539"/>
                      <a:pt x="355" y="529"/>
                    </a:cubicBezTo>
                    <a:cubicBezTo>
                      <a:pt x="427" y="240"/>
                      <a:pt x="285" y="1"/>
                      <a:pt x="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34"/>
              <p:cNvSpPr/>
              <p:nvPr/>
            </p:nvSpPr>
            <p:spPr>
              <a:xfrm>
                <a:off x="5984915" y="3160926"/>
                <a:ext cx="44012" cy="53361"/>
              </a:xfrm>
              <a:custGeom>
                <a:avLst/>
                <a:gdLst/>
                <a:ahLst/>
                <a:cxnLst/>
                <a:rect l="l" t="t" r="r" b="b"/>
                <a:pathLst>
                  <a:path w="424" h="514" extrusionOk="0">
                    <a:moveTo>
                      <a:pt x="109" y="178"/>
                    </a:moveTo>
                    <a:cubicBezTo>
                      <a:pt x="266" y="178"/>
                      <a:pt x="325" y="257"/>
                      <a:pt x="365" y="385"/>
                    </a:cubicBezTo>
                    <a:cubicBezTo>
                      <a:pt x="338" y="390"/>
                      <a:pt x="315" y="393"/>
                      <a:pt x="294" y="393"/>
                    </a:cubicBezTo>
                    <a:cubicBezTo>
                      <a:pt x="204" y="393"/>
                      <a:pt x="156" y="337"/>
                      <a:pt x="109" y="178"/>
                    </a:cubicBezTo>
                    <a:close/>
                    <a:moveTo>
                      <a:pt x="40" y="1"/>
                    </a:moveTo>
                    <a:lnTo>
                      <a:pt x="40" y="1"/>
                    </a:lnTo>
                    <a:cubicBezTo>
                      <a:pt x="0" y="217"/>
                      <a:pt x="79" y="404"/>
                      <a:pt x="237" y="493"/>
                    </a:cubicBezTo>
                    <a:cubicBezTo>
                      <a:pt x="264" y="507"/>
                      <a:pt x="291" y="514"/>
                      <a:pt x="316" y="514"/>
                    </a:cubicBezTo>
                    <a:cubicBezTo>
                      <a:pt x="378" y="514"/>
                      <a:pt x="424" y="470"/>
                      <a:pt x="424" y="385"/>
                    </a:cubicBezTo>
                    <a:cubicBezTo>
                      <a:pt x="424" y="296"/>
                      <a:pt x="384" y="227"/>
                      <a:pt x="315" y="178"/>
                    </a:cubicBezTo>
                    <a:cubicBezTo>
                      <a:pt x="227" y="119"/>
                      <a:pt x="138" y="60"/>
                      <a:pt x="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10670;p64">
            <a:extLst>
              <a:ext uri="{FF2B5EF4-FFF2-40B4-BE49-F238E27FC236}">
                <a16:creationId xmlns:a16="http://schemas.microsoft.com/office/drawing/2014/main" id="{4F443343-CED9-AA0D-C86A-00AE80985400}"/>
              </a:ext>
            </a:extLst>
          </p:cNvPr>
          <p:cNvGrpSpPr/>
          <p:nvPr/>
        </p:nvGrpSpPr>
        <p:grpSpPr>
          <a:xfrm>
            <a:off x="2036868" y="1509394"/>
            <a:ext cx="666427" cy="572700"/>
            <a:chOff x="854261" y="2908813"/>
            <a:chExt cx="377474" cy="335748"/>
          </a:xfrm>
        </p:grpSpPr>
        <p:sp>
          <p:nvSpPr>
            <p:cNvPr id="3" name="Google Shape;10671;p64">
              <a:extLst>
                <a:ext uri="{FF2B5EF4-FFF2-40B4-BE49-F238E27FC236}">
                  <a16:creationId xmlns:a16="http://schemas.microsoft.com/office/drawing/2014/main" id="{EDB64A8B-F740-FB17-34B7-90253D6FFA66}"/>
                </a:ext>
              </a:extLst>
            </p:cNvPr>
            <p:cNvSpPr/>
            <p:nvPr/>
          </p:nvSpPr>
          <p:spPr>
            <a:xfrm>
              <a:off x="896337" y="3079695"/>
              <a:ext cx="47391" cy="17091"/>
            </a:xfrm>
            <a:custGeom>
              <a:avLst/>
              <a:gdLst/>
              <a:ahLst/>
              <a:cxnLst/>
              <a:rect l="l" t="t" r="r" b="b"/>
              <a:pathLst>
                <a:path w="1489" h="537" extrusionOk="0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0672;p64">
              <a:extLst>
                <a:ext uri="{FF2B5EF4-FFF2-40B4-BE49-F238E27FC236}">
                  <a16:creationId xmlns:a16="http://schemas.microsoft.com/office/drawing/2014/main" id="{D2086029-0F95-D9E2-EB5E-B87D177D8EC7}"/>
                </a:ext>
              </a:extLst>
            </p:cNvPr>
            <p:cNvSpPr/>
            <p:nvPr/>
          </p:nvSpPr>
          <p:spPr>
            <a:xfrm>
              <a:off x="878514" y="3191855"/>
              <a:ext cx="11426" cy="52706"/>
            </a:xfrm>
            <a:custGeom>
              <a:avLst/>
              <a:gdLst/>
              <a:ahLst/>
              <a:cxnLst/>
              <a:rect l="l" t="t" r="r" b="b"/>
              <a:pathLst>
                <a:path w="359" h="1656" extrusionOk="0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0673;p64">
              <a:extLst>
                <a:ext uri="{FF2B5EF4-FFF2-40B4-BE49-F238E27FC236}">
                  <a16:creationId xmlns:a16="http://schemas.microsoft.com/office/drawing/2014/main" id="{71ECE649-CDBD-B3F4-8B34-A1D78D027CEE}"/>
                </a:ext>
              </a:extLst>
            </p:cNvPr>
            <p:cNvSpPr/>
            <p:nvPr/>
          </p:nvSpPr>
          <p:spPr>
            <a:xfrm>
              <a:off x="854261" y="3050159"/>
              <a:ext cx="219451" cy="194052"/>
            </a:xfrm>
            <a:custGeom>
              <a:avLst/>
              <a:gdLst/>
              <a:ahLst/>
              <a:cxnLst/>
              <a:rect l="l" t="t" r="r" b="b"/>
              <a:pathLst>
                <a:path w="6895" h="6097" extrusionOk="0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674;p64">
              <a:extLst>
                <a:ext uri="{FF2B5EF4-FFF2-40B4-BE49-F238E27FC236}">
                  <a16:creationId xmlns:a16="http://schemas.microsoft.com/office/drawing/2014/main" id="{E36190FA-26B4-4775-4E14-5B95BDE17D46}"/>
                </a:ext>
              </a:extLst>
            </p:cNvPr>
            <p:cNvSpPr/>
            <p:nvPr/>
          </p:nvSpPr>
          <p:spPr>
            <a:xfrm>
              <a:off x="1008115" y="2908813"/>
              <a:ext cx="223620" cy="188355"/>
            </a:xfrm>
            <a:custGeom>
              <a:avLst/>
              <a:gdLst/>
              <a:ahLst/>
              <a:cxnLst/>
              <a:rect l="l" t="t" r="r" b="b"/>
              <a:pathLst>
                <a:path w="7026" h="5918" extrusionOk="0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675;p64">
              <a:extLst>
                <a:ext uri="{FF2B5EF4-FFF2-40B4-BE49-F238E27FC236}">
                  <a16:creationId xmlns:a16="http://schemas.microsoft.com/office/drawing/2014/main" id="{810DA262-5891-DAF4-3AE0-8F371CF19A3F}"/>
                </a:ext>
              </a:extLst>
            </p:cNvPr>
            <p:cNvSpPr/>
            <p:nvPr/>
          </p:nvSpPr>
          <p:spPr>
            <a:xfrm>
              <a:off x="1037301" y="2944046"/>
              <a:ext cx="165248" cy="105763"/>
            </a:xfrm>
            <a:custGeom>
              <a:avLst/>
              <a:gdLst/>
              <a:ahLst/>
              <a:cxnLst/>
              <a:rect l="l" t="t" r="r" b="b"/>
              <a:pathLst>
                <a:path w="5192" h="3323" extrusionOk="0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4" name="Google Shape;725;p30">
            <a:extLst>
              <a:ext uri="{FF2B5EF4-FFF2-40B4-BE49-F238E27FC236}">
                <a16:creationId xmlns:a16="http://schemas.microsoft.com/office/drawing/2014/main" id="{FB1A65C3-EE12-9E95-2722-1038D03B81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3600156"/>
              </p:ext>
            </p:extLst>
          </p:nvPr>
        </p:nvGraphicFramePr>
        <p:xfrm>
          <a:off x="3264732" y="2239258"/>
          <a:ext cx="3382955" cy="1461311"/>
        </p:xfrm>
        <a:graphic>
          <a:graphicData uri="http://schemas.openxmlformats.org/drawingml/2006/table">
            <a:tbl>
              <a:tblPr>
                <a:noFill/>
                <a:tableStyleId>{F362CCE2-FFB9-4F6F-87B8-26C4AA2BAD3F}</a:tableStyleId>
              </a:tblPr>
              <a:tblGrid>
                <a:gridCol w="1746608">
                  <a:extLst>
                    <a:ext uri="{9D8B030D-6E8A-4147-A177-3AD203B41FA5}">
                      <a16:colId xmlns:a16="http://schemas.microsoft.com/office/drawing/2014/main" val="3716714120"/>
                    </a:ext>
                  </a:extLst>
                </a:gridCol>
                <a:gridCol w="163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468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63%</a:t>
                      </a:r>
                      <a:endParaRPr sz="1400" b="0" u="none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77%</a:t>
                      </a:r>
                      <a:endParaRPr sz="1400" b="0" u="none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88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65%</a:t>
                      </a:r>
                      <a:endParaRPr sz="1000" b="1" u="sng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78%</a:t>
                      </a:r>
                      <a:endParaRPr sz="1000" b="1" u="sng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05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65%</a:t>
                      </a:r>
                      <a:br>
                        <a:rPr lang="en-CA" sz="1000" dirty="0"/>
                      </a:br>
                      <a:endParaRPr sz="1000" b="1" u="sng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77%</a:t>
                      </a:r>
                      <a:br>
                        <a:rPr lang="en-CA" sz="1000" dirty="0"/>
                      </a:br>
                      <a:endParaRPr sz="1000" b="1" u="sng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68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65%</a:t>
                      </a:r>
                      <a:endParaRPr sz="1400" b="0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77%</a:t>
                      </a:r>
                      <a:endParaRPr sz="1400" b="0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C72595BF-2CB8-8C1D-F05A-02FD2ABCD5A8}"/>
              </a:ext>
            </a:extLst>
          </p:cNvPr>
          <p:cNvSpPr txBox="1"/>
          <p:nvPr/>
        </p:nvSpPr>
        <p:spPr>
          <a:xfrm>
            <a:off x="1402602" y="2227912"/>
            <a:ext cx="2043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b="1" u="none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Test Accuracy :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32509C-D4DD-8934-031E-222BE87441C2}"/>
              </a:ext>
            </a:extLst>
          </p:cNvPr>
          <p:cNvSpPr txBox="1"/>
          <p:nvPr/>
        </p:nvSpPr>
        <p:spPr>
          <a:xfrm>
            <a:off x="1402602" y="2575477"/>
            <a:ext cx="1697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b="1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Precision</a:t>
            </a:r>
            <a:r>
              <a:rPr lang="en-CA" sz="1600" b="1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:</a:t>
            </a:r>
            <a:endParaRPr lang="en-CA" sz="1600" b="1" u="none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ADA5B1-8BF1-B6EA-10B1-FDCA756CF2B6}"/>
              </a:ext>
            </a:extLst>
          </p:cNvPr>
          <p:cNvSpPr txBox="1"/>
          <p:nvPr/>
        </p:nvSpPr>
        <p:spPr>
          <a:xfrm>
            <a:off x="1416468" y="2962259"/>
            <a:ext cx="18482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b="1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Recall :</a:t>
            </a:r>
            <a:r>
              <a:rPr lang="en-CA" sz="1800" b="1" u="none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62151B-8B17-745C-2223-917067796A33}"/>
              </a:ext>
            </a:extLst>
          </p:cNvPr>
          <p:cNvSpPr txBox="1"/>
          <p:nvPr/>
        </p:nvSpPr>
        <p:spPr>
          <a:xfrm>
            <a:off x="1402602" y="3331238"/>
            <a:ext cx="1697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b="1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F1 Score :</a:t>
            </a:r>
            <a:r>
              <a:rPr lang="en-CA" sz="1400" b="1" u="none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1032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D1CD5CD-B274-C06E-3D15-939D1902D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376" y="127364"/>
            <a:ext cx="2537424" cy="576274"/>
          </a:xfrm>
        </p:spPr>
        <p:txBody>
          <a:bodyPr/>
          <a:lstStyle/>
          <a:p>
            <a:r>
              <a:rPr lang="en-US" sz="1800" dirty="0"/>
              <a:t>Result OF LSTM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AD1B64-824F-A82C-8090-85EB3400D7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96912" y="415501"/>
            <a:ext cx="4170685" cy="1940814"/>
          </a:xfrm>
          <a:prstGeom prst="rect">
            <a:avLst/>
          </a:prstGeom>
        </p:spPr>
      </p:pic>
      <p:sp>
        <p:nvSpPr>
          <p:cNvPr id="4" name="Title 6">
            <a:extLst>
              <a:ext uri="{FF2B5EF4-FFF2-40B4-BE49-F238E27FC236}">
                <a16:creationId xmlns:a16="http://schemas.microsoft.com/office/drawing/2014/main" id="{593E69D8-DB03-72E2-C642-C29F73BF3DE7}"/>
              </a:ext>
            </a:extLst>
          </p:cNvPr>
          <p:cNvSpPr txBox="1">
            <a:spLocks/>
          </p:cNvSpPr>
          <p:nvPr/>
        </p:nvSpPr>
        <p:spPr>
          <a:xfrm>
            <a:off x="434376" y="809634"/>
            <a:ext cx="2537424" cy="5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rPr lang="en-US" sz="1800" dirty="0"/>
              <a:t>Layers: 2</a:t>
            </a:r>
          </a:p>
          <a:p>
            <a:r>
              <a:rPr lang="en-US" sz="1800" dirty="0"/>
              <a:t>Dropout: 0.2</a:t>
            </a:r>
          </a:p>
          <a:p>
            <a:r>
              <a:rPr lang="en-US" sz="1800" dirty="0"/>
              <a:t>Optimizer: Adam</a:t>
            </a:r>
          </a:p>
          <a:p>
            <a:r>
              <a:rPr lang="en-US" sz="1800" dirty="0"/>
              <a:t>Epochs: 5</a:t>
            </a:r>
          </a:p>
          <a:p>
            <a:r>
              <a:rPr lang="en-US" sz="1800" dirty="0"/>
              <a:t>Accuracy: 63%</a:t>
            </a: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A370238-97F5-DC23-5AAF-71612C12DC30}"/>
              </a:ext>
            </a:extLst>
          </p:cNvPr>
          <p:cNvSpPr txBox="1">
            <a:spLocks/>
          </p:cNvSpPr>
          <p:nvPr/>
        </p:nvSpPr>
        <p:spPr>
          <a:xfrm>
            <a:off x="434376" y="2571750"/>
            <a:ext cx="2537424" cy="5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rPr lang="en-US" sz="1800" dirty="0"/>
              <a:t>Layers: 3</a:t>
            </a:r>
          </a:p>
          <a:p>
            <a:r>
              <a:rPr lang="en-US" sz="1800" dirty="0"/>
              <a:t>Dropout: 0.3</a:t>
            </a:r>
          </a:p>
          <a:p>
            <a:r>
              <a:rPr lang="en-US" sz="1800" dirty="0"/>
              <a:t>Optimizer: </a:t>
            </a:r>
            <a:r>
              <a:rPr lang="en-US" sz="1800" dirty="0" err="1"/>
              <a:t>AdamW</a:t>
            </a:r>
            <a:endParaRPr lang="en-US" sz="1800" dirty="0"/>
          </a:p>
          <a:p>
            <a:r>
              <a:rPr lang="en-US" sz="1800" dirty="0"/>
              <a:t>Epochs: 3</a:t>
            </a:r>
          </a:p>
          <a:p>
            <a:r>
              <a:rPr lang="en-US" sz="1800" dirty="0"/>
              <a:t>Accuracy: 65%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BFC4EC-1AF3-25F4-46D4-4F4A5C7B3E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96912" y="2587677"/>
            <a:ext cx="4170688" cy="19408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49FCAB72-F0BA-6F08-EDD8-C22310493368}"/>
              </a:ext>
            </a:extLst>
          </p:cNvPr>
          <p:cNvSpPr txBox="1">
            <a:spLocks/>
          </p:cNvSpPr>
          <p:nvPr/>
        </p:nvSpPr>
        <p:spPr>
          <a:xfrm>
            <a:off x="434376" y="1785327"/>
            <a:ext cx="2796004" cy="5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rPr lang="en-US" sz="1800" dirty="0"/>
              <a:t>Train Batch Size: 64</a:t>
            </a:r>
          </a:p>
          <a:p>
            <a:r>
              <a:rPr lang="en-US" sz="1800" dirty="0"/>
              <a:t>Evaluation Batch Size: 64</a:t>
            </a:r>
          </a:p>
          <a:p>
            <a:r>
              <a:rPr lang="en-US" sz="1800" dirty="0"/>
              <a:t>Epochs:3</a:t>
            </a: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C396712F-B2FE-BDEA-C834-1BAF8A1FC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376" y="127364"/>
            <a:ext cx="2537424" cy="576274"/>
          </a:xfrm>
        </p:spPr>
        <p:txBody>
          <a:bodyPr/>
          <a:lstStyle/>
          <a:p>
            <a:r>
              <a:rPr lang="en-US" sz="2800" dirty="0"/>
              <a:t>Result OF Bert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155FCD-D918-C225-8874-925D42D6D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104" y="235844"/>
            <a:ext cx="3340100" cy="31069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85456F-D857-F67C-67F9-EC41F22A2C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8982" y="3561456"/>
            <a:ext cx="33401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413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E8D82D-6A0E-B27A-BCA5-F825FDC1C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7704" y="266800"/>
            <a:ext cx="3365500" cy="3037055"/>
          </a:xfrm>
          <a:prstGeom prst="rect">
            <a:avLst/>
          </a:prstGeom>
        </p:spPr>
      </p:pic>
      <p:sp>
        <p:nvSpPr>
          <p:cNvPr id="5" name="Title 6">
            <a:extLst>
              <a:ext uri="{FF2B5EF4-FFF2-40B4-BE49-F238E27FC236}">
                <a16:creationId xmlns:a16="http://schemas.microsoft.com/office/drawing/2014/main" id="{49FCAB72-F0BA-6F08-EDD8-C22310493368}"/>
              </a:ext>
            </a:extLst>
          </p:cNvPr>
          <p:cNvSpPr txBox="1">
            <a:spLocks/>
          </p:cNvSpPr>
          <p:nvPr/>
        </p:nvSpPr>
        <p:spPr>
          <a:xfrm>
            <a:off x="434376" y="1497190"/>
            <a:ext cx="2796004" cy="57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rPr lang="en-US" sz="1800" dirty="0"/>
              <a:t>Train Batch Size: 16</a:t>
            </a:r>
          </a:p>
          <a:p>
            <a:r>
              <a:rPr lang="en-US" sz="1800" dirty="0"/>
              <a:t>Evaluation Batch Size: 64</a:t>
            </a:r>
          </a:p>
          <a:p>
            <a:r>
              <a:rPr lang="en-US" sz="1800" dirty="0"/>
              <a:t>Learning Rate: 5e-5</a:t>
            </a:r>
          </a:p>
          <a:p>
            <a:r>
              <a:rPr lang="en-US" sz="1800" dirty="0"/>
              <a:t>Weight Decay: 0.01</a:t>
            </a:r>
          </a:p>
          <a:p>
            <a:r>
              <a:rPr lang="en-US" sz="1800" dirty="0"/>
              <a:t>Epochs:3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60BBC2-82CF-6B2A-6DC7-E68990316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7704" y="3530500"/>
            <a:ext cx="3365500" cy="1346200"/>
          </a:xfrm>
          <a:prstGeom prst="rect">
            <a:avLst/>
          </a:prstGeom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C396712F-B2FE-BDEA-C834-1BAF8A1FC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376" y="127364"/>
            <a:ext cx="2537424" cy="576274"/>
          </a:xfrm>
        </p:spPr>
        <p:txBody>
          <a:bodyPr/>
          <a:lstStyle/>
          <a:p>
            <a:r>
              <a:rPr lang="en-US" sz="2800" dirty="0"/>
              <a:t>Result OF Bert</a:t>
            </a:r>
          </a:p>
        </p:txBody>
      </p:sp>
    </p:spTree>
    <p:extLst>
      <p:ext uri="{BB962C8B-B14F-4D97-AF65-F5344CB8AC3E}">
        <p14:creationId xmlns:p14="http://schemas.microsoft.com/office/powerpoint/2010/main" val="4256093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724;p30">
            <a:extLst>
              <a:ext uri="{FF2B5EF4-FFF2-40B4-BE49-F238E27FC236}">
                <a16:creationId xmlns:a16="http://schemas.microsoft.com/office/drawing/2014/main" id="{084B88AE-E902-F51C-9D2C-C1D334773B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7704000" cy="6032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 dirty="0"/>
              <a:t>Conclusion</a:t>
            </a:r>
            <a:br>
              <a:rPr lang="es-419" sz="3200" dirty="0"/>
            </a:br>
            <a:endParaRPr lang="es-419" sz="3200" dirty="0"/>
          </a:p>
        </p:txBody>
      </p:sp>
      <p:grpSp>
        <p:nvGrpSpPr>
          <p:cNvPr id="10" name="Google Shape;9885;p62">
            <a:extLst>
              <a:ext uri="{FF2B5EF4-FFF2-40B4-BE49-F238E27FC236}">
                <a16:creationId xmlns:a16="http://schemas.microsoft.com/office/drawing/2014/main" id="{6A330649-C8A9-682B-23B7-7249F2502C62}"/>
              </a:ext>
            </a:extLst>
          </p:cNvPr>
          <p:cNvGrpSpPr/>
          <p:nvPr/>
        </p:nvGrpSpPr>
        <p:grpSpPr>
          <a:xfrm>
            <a:off x="7997064" y="4431530"/>
            <a:ext cx="357720" cy="355148"/>
            <a:chOff x="2496894" y="3680964"/>
            <a:chExt cx="357720" cy="355148"/>
          </a:xfrm>
        </p:grpSpPr>
        <p:sp>
          <p:nvSpPr>
            <p:cNvPr id="11" name="Google Shape;9886;p62">
              <a:extLst>
                <a:ext uri="{FF2B5EF4-FFF2-40B4-BE49-F238E27FC236}">
                  <a16:creationId xmlns:a16="http://schemas.microsoft.com/office/drawing/2014/main" id="{EEFB0210-E5FE-182D-30AA-3954B9D0928A}"/>
                </a:ext>
              </a:extLst>
            </p:cNvPr>
            <p:cNvSpPr/>
            <p:nvPr/>
          </p:nvSpPr>
          <p:spPr>
            <a:xfrm>
              <a:off x="2598224" y="3786549"/>
              <a:ext cx="37852" cy="59763"/>
            </a:xfrm>
            <a:custGeom>
              <a:avLst/>
              <a:gdLst/>
              <a:ahLst/>
              <a:cxnLst/>
              <a:rect l="l" t="t" r="r" b="b"/>
              <a:pathLst>
                <a:path w="1192" h="1882" extrusionOk="0">
                  <a:moveTo>
                    <a:pt x="596" y="0"/>
                  </a:moveTo>
                  <a:cubicBezTo>
                    <a:pt x="275" y="0"/>
                    <a:pt x="1" y="262"/>
                    <a:pt x="1" y="595"/>
                  </a:cubicBezTo>
                  <a:lnTo>
                    <a:pt x="1" y="1286"/>
                  </a:lnTo>
                  <a:cubicBezTo>
                    <a:pt x="1" y="1619"/>
                    <a:pt x="275" y="1881"/>
                    <a:pt x="596" y="1881"/>
                  </a:cubicBezTo>
                  <a:cubicBezTo>
                    <a:pt x="929" y="1881"/>
                    <a:pt x="1191" y="1619"/>
                    <a:pt x="1191" y="1286"/>
                  </a:cubicBezTo>
                  <a:lnTo>
                    <a:pt x="1191" y="679"/>
                  </a:lnTo>
                  <a:cubicBezTo>
                    <a:pt x="1191" y="595"/>
                    <a:pt x="1120" y="512"/>
                    <a:pt x="1037" y="512"/>
                  </a:cubicBezTo>
                  <a:cubicBezTo>
                    <a:pt x="941" y="512"/>
                    <a:pt x="870" y="595"/>
                    <a:pt x="870" y="679"/>
                  </a:cubicBezTo>
                  <a:lnTo>
                    <a:pt x="870" y="1286"/>
                  </a:lnTo>
                  <a:cubicBezTo>
                    <a:pt x="870" y="1441"/>
                    <a:pt x="751" y="1560"/>
                    <a:pt x="596" y="1560"/>
                  </a:cubicBezTo>
                  <a:cubicBezTo>
                    <a:pt x="453" y="1560"/>
                    <a:pt x="334" y="1441"/>
                    <a:pt x="334" y="1286"/>
                  </a:cubicBezTo>
                  <a:lnTo>
                    <a:pt x="334" y="595"/>
                  </a:lnTo>
                  <a:cubicBezTo>
                    <a:pt x="334" y="441"/>
                    <a:pt x="453" y="322"/>
                    <a:pt x="596" y="322"/>
                  </a:cubicBezTo>
                  <a:cubicBezTo>
                    <a:pt x="691" y="322"/>
                    <a:pt x="763" y="250"/>
                    <a:pt x="763" y="155"/>
                  </a:cubicBezTo>
                  <a:cubicBezTo>
                    <a:pt x="763" y="72"/>
                    <a:pt x="691" y="0"/>
                    <a:pt x="59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887;p62">
              <a:extLst>
                <a:ext uri="{FF2B5EF4-FFF2-40B4-BE49-F238E27FC236}">
                  <a16:creationId xmlns:a16="http://schemas.microsoft.com/office/drawing/2014/main" id="{28F81FC4-C59C-7929-C69E-1C5A0C464188}"/>
                </a:ext>
              </a:extLst>
            </p:cNvPr>
            <p:cNvSpPr/>
            <p:nvPr/>
          </p:nvSpPr>
          <p:spPr>
            <a:xfrm>
              <a:off x="2715051" y="3786549"/>
              <a:ext cx="37852" cy="59763"/>
            </a:xfrm>
            <a:custGeom>
              <a:avLst/>
              <a:gdLst/>
              <a:ahLst/>
              <a:cxnLst/>
              <a:rect l="l" t="t" r="r" b="b"/>
              <a:pathLst>
                <a:path w="1192" h="1882" extrusionOk="0">
                  <a:moveTo>
                    <a:pt x="596" y="0"/>
                  </a:moveTo>
                  <a:cubicBezTo>
                    <a:pt x="275" y="0"/>
                    <a:pt x="1" y="262"/>
                    <a:pt x="1" y="595"/>
                  </a:cubicBezTo>
                  <a:lnTo>
                    <a:pt x="1" y="1286"/>
                  </a:lnTo>
                  <a:cubicBezTo>
                    <a:pt x="1" y="1619"/>
                    <a:pt x="275" y="1881"/>
                    <a:pt x="596" y="1881"/>
                  </a:cubicBezTo>
                  <a:cubicBezTo>
                    <a:pt x="930" y="1881"/>
                    <a:pt x="1191" y="1619"/>
                    <a:pt x="1191" y="1286"/>
                  </a:cubicBezTo>
                  <a:lnTo>
                    <a:pt x="1191" y="679"/>
                  </a:lnTo>
                  <a:cubicBezTo>
                    <a:pt x="1191" y="595"/>
                    <a:pt x="1120" y="512"/>
                    <a:pt x="1025" y="512"/>
                  </a:cubicBezTo>
                  <a:cubicBezTo>
                    <a:pt x="941" y="512"/>
                    <a:pt x="870" y="595"/>
                    <a:pt x="870" y="679"/>
                  </a:cubicBezTo>
                  <a:lnTo>
                    <a:pt x="870" y="1286"/>
                  </a:lnTo>
                  <a:cubicBezTo>
                    <a:pt x="870" y="1441"/>
                    <a:pt x="751" y="1560"/>
                    <a:pt x="596" y="1560"/>
                  </a:cubicBezTo>
                  <a:cubicBezTo>
                    <a:pt x="453" y="1560"/>
                    <a:pt x="334" y="1441"/>
                    <a:pt x="334" y="1286"/>
                  </a:cubicBezTo>
                  <a:lnTo>
                    <a:pt x="334" y="595"/>
                  </a:lnTo>
                  <a:cubicBezTo>
                    <a:pt x="334" y="441"/>
                    <a:pt x="453" y="322"/>
                    <a:pt x="596" y="322"/>
                  </a:cubicBezTo>
                  <a:cubicBezTo>
                    <a:pt x="691" y="322"/>
                    <a:pt x="763" y="250"/>
                    <a:pt x="763" y="155"/>
                  </a:cubicBezTo>
                  <a:cubicBezTo>
                    <a:pt x="763" y="72"/>
                    <a:pt x="691" y="0"/>
                    <a:pt x="59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888;p62">
              <a:extLst>
                <a:ext uri="{FF2B5EF4-FFF2-40B4-BE49-F238E27FC236}">
                  <a16:creationId xmlns:a16="http://schemas.microsoft.com/office/drawing/2014/main" id="{FCA15F97-D52A-C3E1-FD51-723C9FF2813C}"/>
                </a:ext>
              </a:extLst>
            </p:cNvPr>
            <p:cNvSpPr/>
            <p:nvPr/>
          </p:nvSpPr>
          <p:spPr>
            <a:xfrm>
              <a:off x="2496894" y="3680964"/>
              <a:ext cx="297989" cy="296528"/>
            </a:xfrm>
            <a:custGeom>
              <a:avLst/>
              <a:gdLst/>
              <a:ahLst/>
              <a:cxnLst/>
              <a:rect l="l" t="t" r="r" b="b"/>
              <a:pathLst>
                <a:path w="9384" h="9338" extrusionOk="0">
                  <a:moveTo>
                    <a:pt x="5643" y="0"/>
                  </a:moveTo>
                  <a:cubicBezTo>
                    <a:pt x="5580" y="0"/>
                    <a:pt x="5517" y="1"/>
                    <a:pt x="5454" y="3"/>
                  </a:cubicBezTo>
                  <a:cubicBezTo>
                    <a:pt x="4025" y="51"/>
                    <a:pt x="2692" y="622"/>
                    <a:pt x="1680" y="1634"/>
                  </a:cubicBezTo>
                  <a:cubicBezTo>
                    <a:pt x="668" y="2646"/>
                    <a:pt x="84" y="3992"/>
                    <a:pt x="37" y="5421"/>
                  </a:cubicBezTo>
                  <a:cubicBezTo>
                    <a:pt x="1" y="6849"/>
                    <a:pt x="489" y="8219"/>
                    <a:pt x="1430" y="9278"/>
                  </a:cubicBezTo>
                  <a:cubicBezTo>
                    <a:pt x="1453" y="9302"/>
                    <a:pt x="1501" y="9338"/>
                    <a:pt x="1549" y="9338"/>
                  </a:cubicBezTo>
                  <a:cubicBezTo>
                    <a:pt x="1584" y="9338"/>
                    <a:pt x="1620" y="9314"/>
                    <a:pt x="1644" y="9290"/>
                  </a:cubicBezTo>
                  <a:cubicBezTo>
                    <a:pt x="1727" y="9231"/>
                    <a:pt x="1727" y="9123"/>
                    <a:pt x="1668" y="9052"/>
                  </a:cubicBezTo>
                  <a:cubicBezTo>
                    <a:pt x="787" y="8052"/>
                    <a:pt x="310" y="6754"/>
                    <a:pt x="358" y="5421"/>
                  </a:cubicBezTo>
                  <a:cubicBezTo>
                    <a:pt x="394" y="4075"/>
                    <a:pt x="930" y="2813"/>
                    <a:pt x="1882" y="1861"/>
                  </a:cubicBezTo>
                  <a:cubicBezTo>
                    <a:pt x="2835" y="908"/>
                    <a:pt x="4109" y="360"/>
                    <a:pt x="5442" y="325"/>
                  </a:cubicBezTo>
                  <a:cubicBezTo>
                    <a:pt x="5489" y="323"/>
                    <a:pt x="5536" y="323"/>
                    <a:pt x="5583" y="323"/>
                  </a:cubicBezTo>
                  <a:cubicBezTo>
                    <a:pt x="6877" y="323"/>
                    <a:pt x="8108" y="796"/>
                    <a:pt x="9073" y="1634"/>
                  </a:cubicBezTo>
                  <a:cubicBezTo>
                    <a:pt x="9108" y="1663"/>
                    <a:pt x="9150" y="1678"/>
                    <a:pt x="9191" y="1678"/>
                  </a:cubicBezTo>
                  <a:cubicBezTo>
                    <a:pt x="9236" y="1678"/>
                    <a:pt x="9280" y="1660"/>
                    <a:pt x="9312" y="1623"/>
                  </a:cubicBezTo>
                  <a:cubicBezTo>
                    <a:pt x="9383" y="1551"/>
                    <a:pt x="9383" y="1444"/>
                    <a:pt x="9312" y="1384"/>
                  </a:cubicBezTo>
                  <a:cubicBezTo>
                    <a:pt x="8288" y="486"/>
                    <a:pt x="6992" y="0"/>
                    <a:pt x="564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889;p62">
              <a:extLst>
                <a:ext uri="{FF2B5EF4-FFF2-40B4-BE49-F238E27FC236}">
                  <a16:creationId xmlns:a16="http://schemas.microsoft.com/office/drawing/2014/main" id="{3374BCA5-243A-A0FE-D9EB-7DC632705647}"/>
                </a:ext>
              </a:extLst>
            </p:cNvPr>
            <p:cNvSpPr/>
            <p:nvPr/>
          </p:nvSpPr>
          <p:spPr>
            <a:xfrm>
              <a:off x="2555895" y="3739075"/>
              <a:ext cx="298719" cy="297036"/>
            </a:xfrm>
            <a:custGeom>
              <a:avLst/>
              <a:gdLst/>
              <a:ahLst/>
              <a:cxnLst/>
              <a:rect l="l" t="t" r="r" b="b"/>
              <a:pathLst>
                <a:path w="9407" h="9354" extrusionOk="0">
                  <a:moveTo>
                    <a:pt x="7840" y="1"/>
                  </a:moveTo>
                  <a:cubicBezTo>
                    <a:pt x="7800" y="1"/>
                    <a:pt x="7760" y="15"/>
                    <a:pt x="7727" y="43"/>
                  </a:cubicBezTo>
                  <a:cubicBezTo>
                    <a:pt x="7644" y="102"/>
                    <a:pt x="7644" y="209"/>
                    <a:pt x="7704" y="281"/>
                  </a:cubicBezTo>
                  <a:cubicBezTo>
                    <a:pt x="8585" y="1281"/>
                    <a:pt x="9061" y="2579"/>
                    <a:pt x="9013" y="3912"/>
                  </a:cubicBezTo>
                  <a:cubicBezTo>
                    <a:pt x="8978" y="5257"/>
                    <a:pt x="8430" y="6520"/>
                    <a:pt x="7489" y="7472"/>
                  </a:cubicBezTo>
                  <a:cubicBezTo>
                    <a:pt x="6537" y="8425"/>
                    <a:pt x="5263" y="8972"/>
                    <a:pt x="3929" y="9008"/>
                  </a:cubicBezTo>
                  <a:cubicBezTo>
                    <a:pt x="3881" y="9009"/>
                    <a:pt x="3833" y="9010"/>
                    <a:pt x="3785" y="9010"/>
                  </a:cubicBezTo>
                  <a:cubicBezTo>
                    <a:pt x="2491" y="9010"/>
                    <a:pt x="1251" y="8548"/>
                    <a:pt x="298" y="7698"/>
                  </a:cubicBezTo>
                  <a:cubicBezTo>
                    <a:pt x="264" y="7670"/>
                    <a:pt x="222" y="7655"/>
                    <a:pt x="180" y="7655"/>
                  </a:cubicBezTo>
                  <a:cubicBezTo>
                    <a:pt x="135" y="7655"/>
                    <a:pt x="91" y="7673"/>
                    <a:pt x="60" y="7710"/>
                  </a:cubicBezTo>
                  <a:cubicBezTo>
                    <a:pt x="0" y="7782"/>
                    <a:pt x="0" y="7889"/>
                    <a:pt x="72" y="7948"/>
                  </a:cubicBezTo>
                  <a:cubicBezTo>
                    <a:pt x="1096" y="8853"/>
                    <a:pt x="2393" y="9353"/>
                    <a:pt x="3763" y="9353"/>
                  </a:cubicBezTo>
                  <a:lnTo>
                    <a:pt x="3929" y="9353"/>
                  </a:lnTo>
                  <a:cubicBezTo>
                    <a:pt x="5358" y="9306"/>
                    <a:pt x="6692" y="8722"/>
                    <a:pt x="7704" y="7710"/>
                  </a:cubicBezTo>
                  <a:cubicBezTo>
                    <a:pt x="8716" y="6698"/>
                    <a:pt x="9299" y="5365"/>
                    <a:pt x="9347" y="3936"/>
                  </a:cubicBezTo>
                  <a:cubicBezTo>
                    <a:pt x="9406" y="2507"/>
                    <a:pt x="8894" y="1126"/>
                    <a:pt x="7966" y="66"/>
                  </a:cubicBezTo>
                  <a:cubicBezTo>
                    <a:pt x="7933" y="21"/>
                    <a:pt x="7887" y="1"/>
                    <a:pt x="784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890;p62">
              <a:extLst>
                <a:ext uri="{FF2B5EF4-FFF2-40B4-BE49-F238E27FC236}">
                  <a16:creationId xmlns:a16="http://schemas.microsoft.com/office/drawing/2014/main" id="{2767B46F-6AC9-75A5-33C8-0BCF135E39FB}"/>
                </a:ext>
              </a:extLst>
            </p:cNvPr>
            <p:cNvSpPr/>
            <p:nvPr/>
          </p:nvSpPr>
          <p:spPr>
            <a:xfrm>
              <a:off x="2569867" y="3875336"/>
              <a:ext cx="211393" cy="99139"/>
            </a:xfrm>
            <a:custGeom>
              <a:avLst/>
              <a:gdLst/>
              <a:ahLst/>
              <a:cxnLst/>
              <a:rect l="l" t="t" r="r" b="b"/>
              <a:pathLst>
                <a:path w="6657" h="3122" extrusionOk="0">
                  <a:moveTo>
                    <a:pt x="5692" y="478"/>
                  </a:moveTo>
                  <a:lnTo>
                    <a:pt x="5692" y="478"/>
                  </a:lnTo>
                  <a:cubicBezTo>
                    <a:pt x="5644" y="562"/>
                    <a:pt x="5597" y="657"/>
                    <a:pt x="5537" y="728"/>
                  </a:cubicBezTo>
                  <a:cubicBezTo>
                    <a:pt x="5466" y="859"/>
                    <a:pt x="5311" y="931"/>
                    <a:pt x="5156" y="966"/>
                  </a:cubicBezTo>
                  <a:cubicBezTo>
                    <a:pt x="4537" y="1038"/>
                    <a:pt x="3918" y="1074"/>
                    <a:pt x="3323" y="1074"/>
                  </a:cubicBezTo>
                  <a:cubicBezTo>
                    <a:pt x="2715" y="1074"/>
                    <a:pt x="2096" y="1038"/>
                    <a:pt x="1489" y="966"/>
                  </a:cubicBezTo>
                  <a:cubicBezTo>
                    <a:pt x="1334" y="955"/>
                    <a:pt x="1191" y="859"/>
                    <a:pt x="1108" y="740"/>
                  </a:cubicBezTo>
                  <a:cubicBezTo>
                    <a:pt x="1049" y="657"/>
                    <a:pt x="1001" y="574"/>
                    <a:pt x="953" y="490"/>
                  </a:cubicBezTo>
                  <a:lnTo>
                    <a:pt x="953" y="490"/>
                  </a:lnTo>
                  <a:cubicBezTo>
                    <a:pt x="1727" y="609"/>
                    <a:pt x="2525" y="681"/>
                    <a:pt x="3323" y="681"/>
                  </a:cubicBezTo>
                  <a:cubicBezTo>
                    <a:pt x="4120" y="681"/>
                    <a:pt x="4918" y="609"/>
                    <a:pt x="5692" y="478"/>
                  </a:cubicBezTo>
                  <a:close/>
                  <a:moveTo>
                    <a:pt x="6347" y="324"/>
                  </a:moveTo>
                  <a:cubicBezTo>
                    <a:pt x="6311" y="335"/>
                    <a:pt x="6311" y="335"/>
                    <a:pt x="6311" y="359"/>
                  </a:cubicBezTo>
                  <a:cubicBezTo>
                    <a:pt x="6121" y="1050"/>
                    <a:pt x="5716" y="1681"/>
                    <a:pt x="5180" y="2121"/>
                  </a:cubicBezTo>
                  <a:cubicBezTo>
                    <a:pt x="4644" y="2574"/>
                    <a:pt x="3989" y="2812"/>
                    <a:pt x="3323" y="2812"/>
                  </a:cubicBezTo>
                  <a:cubicBezTo>
                    <a:pt x="2656" y="2812"/>
                    <a:pt x="2001" y="2574"/>
                    <a:pt x="1465" y="2121"/>
                  </a:cubicBezTo>
                  <a:cubicBezTo>
                    <a:pt x="941" y="1693"/>
                    <a:pt x="537" y="1050"/>
                    <a:pt x="334" y="359"/>
                  </a:cubicBezTo>
                  <a:lnTo>
                    <a:pt x="334" y="335"/>
                  </a:lnTo>
                  <a:cubicBezTo>
                    <a:pt x="406" y="359"/>
                    <a:pt x="477" y="371"/>
                    <a:pt x="572" y="395"/>
                  </a:cubicBezTo>
                  <a:cubicBezTo>
                    <a:pt x="644" y="574"/>
                    <a:pt x="739" y="752"/>
                    <a:pt x="834" y="907"/>
                  </a:cubicBezTo>
                  <a:cubicBezTo>
                    <a:pt x="965" y="1109"/>
                    <a:pt x="1203" y="1264"/>
                    <a:pt x="1465" y="1276"/>
                  </a:cubicBezTo>
                  <a:cubicBezTo>
                    <a:pt x="2084" y="1347"/>
                    <a:pt x="2715" y="1383"/>
                    <a:pt x="3335" y="1383"/>
                  </a:cubicBezTo>
                  <a:cubicBezTo>
                    <a:pt x="3954" y="1383"/>
                    <a:pt x="4585" y="1347"/>
                    <a:pt x="5216" y="1276"/>
                  </a:cubicBezTo>
                  <a:cubicBezTo>
                    <a:pt x="5466" y="1240"/>
                    <a:pt x="5704" y="1109"/>
                    <a:pt x="5835" y="883"/>
                  </a:cubicBezTo>
                  <a:cubicBezTo>
                    <a:pt x="5942" y="728"/>
                    <a:pt x="6037" y="562"/>
                    <a:pt x="6109" y="383"/>
                  </a:cubicBezTo>
                  <a:cubicBezTo>
                    <a:pt x="6180" y="371"/>
                    <a:pt x="6252" y="347"/>
                    <a:pt x="6347" y="324"/>
                  </a:cubicBezTo>
                  <a:close/>
                  <a:moveTo>
                    <a:pt x="334" y="0"/>
                  </a:moveTo>
                  <a:cubicBezTo>
                    <a:pt x="256" y="0"/>
                    <a:pt x="181" y="36"/>
                    <a:pt x="120" y="97"/>
                  </a:cubicBezTo>
                  <a:cubicBezTo>
                    <a:pt x="37" y="193"/>
                    <a:pt x="1" y="324"/>
                    <a:pt x="37" y="443"/>
                  </a:cubicBezTo>
                  <a:cubicBezTo>
                    <a:pt x="251" y="1217"/>
                    <a:pt x="668" y="1883"/>
                    <a:pt x="1263" y="2360"/>
                  </a:cubicBezTo>
                  <a:cubicBezTo>
                    <a:pt x="1858" y="2871"/>
                    <a:pt x="2596" y="3122"/>
                    <a:pt x="3335" y="3122"/>
                  </a:cubicBezTo>
                  <a:cubicBezTo>
                    <a:pt x="4097" y="3122"/>
                    <a:pt x="4811" y="2860"/>
                    <a:pt x="5406" y="2360"/>
                  </a:cubicBezTo>
                  <a:cubicBezTo>
                    <a:pt x="5990" y="1871"/>
                    <a:pt x="6418" y="1205"/>
                    <a:pt x="6645" y="443"/>
                  </a:cubicBezTo>
                  <a:cubicBezTo>
                    <a:pt x="6656" y="324"/>
                    <a:pt x="6633" y="193"/>
                    <a:pt x="6549" y="97"/>
                  </a:cubicBezTo>
                  <a:cubicBezTo>
                    <a:pt x="6495" y="43"/>
                    <a:pt x="6412" y="2"/>
                    <a:pt x="6328" y="2"/>
                  </a:cubicBezTo>
                  <a:cubicBezTo>
                    <a:pt x="6302" y="2"/>
                    <a:pt x="6277" y="6"/>
                    <a:pt x="6252" y="14"/>
                  </a:cubicBezTo>
                  <a:cubicBezTo>
                    <a:pt x="5323" y="240"/>
                    <a:pt x="4335" y="359"/>
                    <a:pt x="3335" y="359"/>
                  </a:cubicBezTo>
                  <a:cubicBezTo>
                    <a:pt x="2334" y="359"/>
                    <a:pt x="1346" y="240"/>
                    <a:pt x="418" y="14"/>
                  </a:cubicBezTo>
                  <a:cubicBezTo>
                    <a:pt x="390" y="5"/>
                    <a:pt x="362" y="0"/>
                    <a:pt x="33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9873;p62">
            <a:extLst>
              <a:ext uri="{FF2B5EF4-FFF2-40B4-BE49-F238E27FC236}">
                <a16:creationId xmlns:a16="http://schemas.microsoft.com/office/drawing/2014/main" id="{25C7FA4A-126E-43A3-3320-C23142D0ACDB}"/>
              </a:ext>
            </a:extLst>
          </p:cNvPr>
          <p:cNvGrpSpPr/>
          <p:nvPr/>
        </p:nvGrpSpPr>
        <p:grpSpPr>
          <a:xfrm>
            <a:off x="7293539" y="4359541"/>
            <a:ext cx="357720" cy="355148"/>
            <a:chOff x="1408777" y="3680964"/>
            <a:chExt cx="357720" cy="355148"/>
          </a:xfrm>
        </p:grpSpPr>
        <p:sp>
          <p:nvSpPr>
            <p:cNvPr id="17" name="Google Shape;9874;p62">
              <a:extLst>
                <a:ext uri="{FF2B5EF4-FFF2-40B4-BE49-F238E27FC236}">
                  <a16:creationId xmlns:a16="http://schemas.microsoft.com/office/drawing/2014/main" id="{BFF4B8CF-919C-F4E7-21B3-FF4E75647E90}"/>
                </a:ext>
              </a:extLst>
            </p:cNvPr>
            <p:cNvSpPr/>
            <p:nvPr/>
          </p:nvSpPr>
          <p:spPr>
            <a:xfrm>
              <a:off x="1510488" y="3814144"/>
              <a:ext cx="37852" cy="49188"/>
            </a:xfrm>
            <a:custGeom>
              <a:avLst/>
              <a:gdLst/>
              <a:ahLst/>
              <a:cxnLst/>
              <a:rect l="l" t="t" r="r" b="b"/>
              <a:pathLst>
                <a:path w="1192" h="1549" extrusionOk="0">
                  <a:moveTo>
                    <a:pt x="596" y="0"/>
                  </a:moveTo>
                  <a:cubicBezTo>
                    <a:pt x="262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62" y="1548"/>
                    <a:pt x="596" y="1548"/>
                  </a:cubicBezTo>
                  <a:cubicBezTo>
                    <a:pt x="917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191" y="596"/>
                    <a:pt x="1108" y="524"/>
                    <a:pt x="1024" y="524"/>
                  </a:cubicBezTo>
                  <a:cubicBezTo>
                    <a:pt x="941" y="524"/>
                    <a:pt x="858" y="596"/>
                    <a:pt x="858" y="691"/>
                  </a:cubicBezTo>
                  <a:lnTo>
                    <a:pt x="858" y="953"/>
                  </a:lnTo>
                  <a:cubicBezTo>
                    <a:pt x="858" y="1108"/>
                    <a:pt x="739" y="1227"/>
                    <a:pt x="596" y="1227"/>
                  </a:cubicBezTo>
                  <a:cubicBezTo>
                    <a:pt x="441" y="1227"/>
                    <a:pt x="322" y="1108"/>
                    <a:pt x="322" y="953"/>
                  </a:cubicBezTo>
                  <a:lnTo>
                    <a:pt x="322" y="596"/>
                  </a:lnTo>
                  <a:cubicBezTo>
                    <a:pt x="322" y="453"/>
                    <a:pt x="441" y="334"/>
                    <a:pt x="596" y="334"/>
                  </a:cubicBezTo>
                  <a:cubicBezTo>
                    <a:pt x="679" y="334"/>
                    <a:pt x="763" y="262"/>
                    <a:pt x="763" y="167"/>
                  </a:cubicBezTo>
                  <a:cubicBezTo>
                    <a:pt x="763" y="84"/>
                    <a:pt x="679" y="0"/>
                    <a:pt x="59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875;p62">
              <a:extLst>
                <a:ext uri="{FF2B5EF4-FFF2-40B4-BE49-F238E27FC236}">
                  <a16:creationId xmlns:a16="http://schemas.microsoft.com/office/drawing/2014/main" id="{7732E3A0-1420-C8C0-EDB2-F147CC4C4189}"/>
                </a:ext>
              </a:extLst>
            </p:cNvPr>
            <p:cNvSpPr/>
            <p:nvPr/>
          </p:nvSpPr>
          <p:spPr>
            <a:xfrm>
              <a:off x="1627315" y="3814144"/>
              <a:ext cx="37852" cy="49188"/>
            </a:xfrm>
            <a:custGeom>
              <a:avLst/>
              <a:gdLst/>
              <a:ahLst/>
              <a:cxnLst/>
              <a:rect l="l" t="t" r="r" b="b"/>
              <a:pathLst>
                <a:path w="1192" h="1549" extrusionOk="0">
                  <a:moveTo>
                    <a:pt x="596" y="0"/>
                  </a:moveTo>
                  <a:cubicBezTo>
                    <a:pt x="262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62" y="1548"/>
                    <a:pt x="596" y="1548"/>
                  </a:cubicBezTo>
                  <a:cubicBezTo>
                    <a:pt x="917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191" y="596"/>
                    <a:pt x="1108" y="524"/>
                    <a:pt x="1024" y="524"/>
                  </a:cubicBezTo>
                  <a:cubicBezTo>
                    <a:pt x="929" y="524"/>
                    <a:pt x="858" y="596"/>
                    <a:pt x="858" y="691"/>
                  </a:cubicBezTo>
                  <a:lnTo>
                    <a:pt x="858" y="953"/>
                  </a:lnTo>
                  <a:cubicBezTo>
                    <a:pt x="858" y="1108"/>
                    <a:pt x="739" y="1227"/>
                    <a:pt x="596" y="1227"/>
                  </a:cubicBezTo>
                  <a:cubicBezTo>
                    <a:pt x="441" y="1227"/>
                    <a:pt x="322" y="1108"/>
                    <a:pt x="322" y="953"/>
                  </a:cubicBezTo>
                  <a:lnTo>
                    <a:pt x="322" y="596"/>
                  </a:lnTo>
                  <a:cubicBezTo>
                    <a:pt x="322" y="453"/>
                    <a:pt x="441" y="334"/>
                    <a:pt x="596" y="334"/>
                  </a:cubicBezTo>
                  <a:cubicBezTo>
                    <a:pt x="679" y="334"/>
                    <a:pt x="751" y="262"/>
                    <a:pt x="751" y="167"/>
                  </a:cubicBezTo>
                  <a:cubicBezTo>
                    <a:pt x="751" y="84"/>
                    <a:pt x="679" y="0"/>
                    <a:pt x="59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876;p62">
              <a:extLst>
                <a:ext uri="{FF2B5EF4-FFF2-40B4-BE49-F238E27FC236}">
                  <a16:creationId xmlns:a16="http://schemas.microsoft.com/office/drawing/2014/main" id="{2472C89D-B640-07A9-4356-A5C096F88E73}"/>
                </a:ext>
              </a:extLst>
            </p:cNvPr>
            <p:cNvSpPr/>
            <p:nvPr/>
          </p:nvSpPr>
          <p:spPr>
            <a:xfrm>
              <a:off x="1525604" y="3908806"/>
              <a:ext cx="123305" cy="33152"/>
            </a:xfrm>
            <a:custGeom>
              <a:avLst/>
              <a:gdLst/>
              <a:ahLst/>
              <a:cxnLst/>
              <a:rect l="l" t="t" r="r" b="b"/>
              <a:pathLst>
                <a:path w="3883" h="1044" extrusionOk="0">
                  <a:moveTo>
                    <a:pt x="3714" y="0"/>
                  </a:moveTo>
                  <a:cubicBezTo>
                    <a:pt x="3669" y="0"/>
                    <a:pt x="3622" y="18"/>
                    <a:pt x="3585" y="55"/>
                  </a:cubicBezTo>
                  <a:cubicBezTo>
                    <a:pt x="3215" y="460"/>
                    <a:pt x="2596" y="710"/>
                    <a:pt x="1953" y="710"/>
                  </a:cubicBezTo>
                  <a:cubicBezTo>
                    <a:pt x="1299" y="710"/>
                    <a:pt x="679" y="472"/>
                    <a:pt x="310" y="55"/>
                  </a:cubicBezTo>
                  <a:cubicBezTo>
                    <a:pt x="278" y="23"/>
                    <a:pt x="231" y="4"/>
                    <a:pt x="183" y="4"/>
                  </a:cubicBezTo>
                  <a:cubicBezTo>
                    <a:pt x="144" y="4"/>
                    <a:pt x="104" y="17"/>
                    <a:pt x="72" y="43"/>
                  </a:cubicBezTo>
                  <a:cubicBezTo>
                    <a:pt x="13" y="103"/>
                    <a:pt x="1" y="210"/>
                    <a:pt x="60" y="282"/>
                  </a:cubicBezTo>
                  <a:cubicBezTo>
                    <a:pt x="489" y="758"/>
                    <a:pt x="1191" y="1044"/>
                    <a:pt x="1930" y="1044"/>
                  </a:cubicBezTo>
                  <a:cubicBezTo>
                    <a:pt x="2680" y="1044"/>
                    <a:pt x="3370" y="758"/>
                    <a:pt x="3811" y="282"/>
                  </a:cubicBezTo>
                  <a:cubicBezTo>
                    <a:pt x="3882" y="210"/>
                    <a:pt x="3882" y="103"/>
                    <a:pt x="3823" y="43"/>
                  </a:cubicBezTo>
                  <a:cubicBezTo>
                    <a:pt x="3794" y="15"/>
                    <a:pt x="3755" y="0"/>
                    <a:pt x="371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877;p62">
              <a:extLst>
                <a:ext uri="{FF2B5EF4-FFF2-40B4-BE49-F238E27FC236}">
                  <a16:creationId xmlns:a16="http://schemas.microsoft.com/office/drawing/2014/main" id="{23BBA9E2-9F07-5E5A-2AC5-4AC38B68BBFA}"/>
                </a:ext>
              </a:extLst>
            </p:cNvPr>
            <p:cNvSpPr/>
            <p:nvPr/>
          </p:nvSpPr>
          <p:spPr>
            <a:xfrm>
              <a:off x="1408777" y="3680964"/>
              <a:ext cx="298338" cy="296528"/>
            </a:xfrm>
            <a:custGeom>
              <a:avLst/>
              <a:gdLst/>
              <a:ahLst/>
              <a:cxnLst/>
              <a:rect l="l" t="t" r="r" b="b"/>
              <a:pathLst>
                <a:path w="9395" h="9338" extrusionOk="0">
                  <a:moveTo>
                    <a:pt x="5655" y="0"/>
                  </a:moveTo>
                  <a:cubicBezTo>
                    <a:pt x="5592" y="0"/>
                    <a:pt x="5529" y="1"/>
                    <a:pt x="5466" y="3"/>
                  </a:cubicBezTo>
                  <a:cubicBezTo>
                    <a:pt x="4037" y="51"/>
                    <a:pt x="2692" y="622"/>
                    <a:pt x="1680" y="1634"/>
                  </a:cubicBezTo>
                  <a:cubicBezTo>
                    <a:pt x="667" y="2646"/>
                    <a:pt x="96" y="3992"/>
                    <a:pt x="48" y="5421"/>
                  </a:cubicBezTo>
                  <a:cubicBezTo>
                    <a:pt x="1" y="6849"/>
                    <a:pt x="489" y="8219"/>
                    <a:pt x="1429" y="9278"/>
                  </a:cubicBezTo>
                  <a:cubicBezTo>
                    <a:pt x="1465" y="9302"/>
                    <a:pt x="1501" y="9338"/>
                    <a:pt x="1549" y="9338"/>
                  </a:cubicBezTo>
                  <a:cubicBezTo>
                    <a:pt x="1596" y="9338"/>
                    <a:pt x="1620" y="9314"/>
                    <a:pt x="1656" y="9290"/>
                  </a:cubicBezTo>
                  <a:cubicBezTo>
                    <a:pt x="1727" y="9231"/>
                    <a:pt x="1727" y="9123"/>
                    <a:pt x="1668" y="9052"/>
                  </a:cubicBezTo>
                  <a:cubicBezTo>
                    <a:pt x="787" y="8052"/>
                    <a:pt x="310" y="6754"/>
                    <a:pt x="358" y="5421"/>
                  </a:cubicBezTo>
                  <a:cubicBezTo>
                    <a:pt x="406" y="4075"/>
                    <a:pt x="941" y="2813"/>
                    <a:pt x="1894" y="1861"/>
                  </a:cubicBezTo>
                  <a:cubicBezTo>
                    <a:pt x="2846" y="908"/>
                    <a:pt x="4108" y="360"/>
                    <a:pt x="5454" y="325"/>
                  </a:cubicBezTo>
                  <a:cubicBezTo>
                    <a:pt x="5500" y="323"/>
                    <a:pt x="5547" y="323"/>
                    <a:pt x="5594" y="323"/>
                  </a:cubicBezTo>
                  <a:cubicBezTo>
                    <a:pt x="6878" y="323"/>
                    <a:pt x="8120" y="796"/>
                    <a:pt x="9085" y="1634"/>
                  </a:cubicBezTo>
                  <a:cubicBezTo>
                    <a:pt x="9119" y="1663"/>
                    <a:pt x="9162" y="1678"/>
                    <a:pt x="9203" y="1678"/>
                  </a:cubicBezTo>
                  <a:cubicBezTo>
                    <a:pt x="9248" y="1678"/>
                    <a:pt x="9292" y="1660"/>
                    <a:pt x="9323" y="1623"/>
                  </a:cubicBezTo>
                  <a:cubicBezTo>
                    <a:pt x="9395" y="1551"/>
                    <a:pt x="9395" y="1444"/>
                    <a:pt x="9323" y="1384"/>
                  </a:cubicBezTo>
                  <a:cubicBezTo>
                    <a:pt x="8300" y="486"/>
                    <a:pt x="7004" y="0"/>
                    <a:pt x="565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878;p62">
              <a:extLst>
                <a:ext uri="{FF2B5EF4-FFF2-40B4-BE49-F238E27FC236}">
                  <a16:creationId xmlns:a16="http://schemas.microsoft.com/office/drawing/2014/main" id="{8DA938F6-2666-39AE-9EED-A9AB261E7520}"/>
                </a:ext>
              </a:extLst>
            </p:cNvPr>
            <p:cNvSpPr/>
            <p:nvPr/>
          </p:nvSpPr>
          <p:spPr>
            <a:xfrm>
              <a:off x="1468508" y="3739075"/>
              <a:ext cx="297989" cy="297036"/>
            </a:xfrm>
            <a:custGeom>
              <a:avLst/>
              <a:gdLst/>
              <a:ahLst/>
              <a:cxnLst/>
              <a:rect l="l" t="t" r="r" b="b"/>
              <a:pathLst>
                <a:path w="9384" h="9354" extrusionOk="0">
                  <a:moveTo>
                    <a:pt x="7834" y="1"/>
                  </a:moveTo>
                  <a:cubicBezTo>
                    <a:pt x="7795" y="1"/>
                    <a:pt x="7754" y="15"/>
                    <a:pt x="7716" y="43"/>
                  </a:cubicBezTo>
                  <a:cubicBezTo>
                    <a:pt x="7645" y="102"/>
                    <a:pt x="7645" y="209"/>
                    <a:pt x="7704" y="281"/>
                  </a:cubicBezTo>
                  <a:cubicBezTo>
                    <a:pt x="8585" y="1281"/>
                    <a:pt x="9062" y="2579"/>
                    <a:pt x="9014" y="3912"/>
                  </a:cubicBezTo>
                  <a:cubicBezTo>
                    <a:pt x="8966" y="5257"/>
                    <a:pt x="8431" y="6520"/>
                    <a:pt x="7478" y="7472"/>
                  </a:cubicBezTo>
                  <a:cubicBezTo>
                    <a:pt x="6526" y="8425"/>
                    <a:pt x="5263" y="8972"/>
                    <a:pt x="3918" y="9008"/>
                  </a:cubicBezTo>
                  <a:cubicBezTo>
                    <a:pt x="3870" y="9009"/>
                    <a:pt x="3823" y="9010"/>
                    <a:pt x="3775" y="9010"/>
                  </a:cubicBezTo>
                  <a:cubicBezTo>
                    <a:pt x="2492" y="9010"/>
                    <a:pt x="1251" y="8548"/>
                    <a:pt x="299" y="7698"/>
                  </a:cubicBezTo>
                  <a:cubicBezTo>
                    <a:pt x="259" y="7670"/>
                    <a:pt x="216" y="7655"/>
                    <a:pt x="175" y="7655"/>
                  </a:cubicBezTo>
                  <a:cubicBezTo>
                    <a:pt x="130" y="7655"/>
                    <a:pt x="86" y="7673"/>
                    <a:pt x="49" y="7710"/>
                  </a:cubicBezTo>
                  <a:cubicBezTo>
                    <a:pt x="1" y="7782"/>
                    <a:pt x="1" y="7889"/>
                    <a:pt x="72" y="7948"/>
                  </a:cubicBezTo>
                  <a:cubicBezTo>
                    <a:pt x="1096" y="8853"/>
                    <a:pt x="2394" y="9353"/>
                    <a:pt x="3763" y="9353"/>
                  </a:cubicBezTo>
                  <a:lnTo>
                    <a:pt x="3930" y="9353"/>
                  </a:lnTo>
                  <a:cubicBezTo>
                    <a:pt x="5359" y="9306"/>
                    <a:pt x="6692" y="8722"/>
                    <a:pt x="7704" y="7710"/>
                  </a:cubicBezTo>
                  <a:cubicBezTo>
                    <a:pt x="8716" y="6698"/>
                    <a:pt x="9300" y="5365"/>
                    <a:pt x="9347" y="3936"/>
                  </a:cubicBezTo>
                  <a:cubicBezTo>
                    <a:pt x="9383" y="2507"/>
                    <a:pt x="8895" y="1126"/>
                    <a:pt x="7954" y="66"/>
                  </a:cubicBezTo>
                  <a:cubicBezTo>
                    <a:pt x="7922" y="21"/>
                    <a:pt x="7879" y="1"/>
                    <a:pt x="783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9879;p62">
            <a:extLst>
              <a:ext uri="{FF2B5EF4-FFF2-40B4-BE49-F238E27FC236}">
                <a16:creationId xmlns:a16="http://schemas.microsoft.com/office/drawing/2014/main" id="{EFBEEFFD-4FDC-C1A6-4121-FCF5E7E60181}"/>
              </a:ext>
            </a:extLst>
          </p:cNvPr>
          <p:cNvGrpSpPr/>
          <p:nvPr/>
        </p:nvGrpSpPr>
        <p:grpSpPr>
          <a:xfrm>
            <a:off x="8424000" y="3910529"/>
            <a:ext cx="357720" cy="355148"/>
            <a:chOff x="1952836" y="3680964"/>
            <a:chExt cx="357720" cy="355148"/>
          </a:xfrm>
        </p:grpSpPr>
        <p:sp>
          <p:nvSpPr>
            <p:cNvPr id="23" name="Google Shape;9880;p62">
              <a:extLst>
                <a:ext uri="{FF2B5EF4-FFF2-40B4-BE49-F238E27FC236}">
                  <a16:creationId xmlns:a16="http://schemas.microsoft.com/office/drawing/2014/main" id="{A40A2A7F-5C23-0336-DB91-3D19D9C0C6B3}"/>
                </a:ext>
              </a:extLst>
            </p:cNvPr>
            <p:cNvSpPr/>
            <p:nvPr/>
          </p:nvSpPr>
          <p:spPr>
            <a:xfrm>
              <a:off x="2054166" y="3814144"/>
              <a:ext cx="38233" cy="49188"/>
            </a:xfrm>
            <a:custGeom>
              <a:avLst/>
              <a:gdLst/>
              <a:ahLst/>
              <a:cxnLst/>
              <a:rect l="l" t="t" r="r" b="b"/>
              <a:pathLst>
                <a:path w="1204" h="1549" extrusionOk="0">
                  <a:moveTo>
                    <a:pt x="596" y="0"/>
                  </a:moveTo>
                  <a:cubicBezTo>
                    <a:pt x="275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75" y="1548"/>
                    <a:pt x="596" y="1548"/>
                  </a:cubicBezTo>
                  <a:cubicBezTo>
                    <a:pt x="929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203" y="596"/>
                    <a:pt x="1120" y="524"/>
                    <a:pt x="1037" y="524"/>
                  </a:cubicBezTo>
                  <a:cubicBezTo>
                    <a:pt x="941" y="524"/>
                    <a:pt x="870" y="596"/>
                    <a:pt x="870" y="691"/>
                  </a:cubicBezTo>
                  <a:lnTo>
                    <a:pt x="870" y="953"/>
                  </a:lnTo>
                  <a:cubicBezTo>
                    <a:pt x="870" y="1108"/>
                    <a:pt x="751" y="1227"/>
                    <a:pt x="596" y="1227"/>
                  </a:cubicBezTo>
                  <a:cubicBezTo>
                    <a:pt x="453" y="1227"/>
                    <a:pt x="334" y="1108"/>
                    <a:pt x="334" y="953"/>
                  </a:cubicBezTo>
                  <a:lnTo>
                    <a:pt x="334" y="596"/>
                  </a:lnTo>
                  <a:cubicBezTo>
                    <a:pt x="334" y="453"/>
                    <a:pt x="453" y="334"/>
                    <a:pt x="596" y="334"/>
                  </a:cubicBezTo>
                  <a:cubicBezTo>
                    <a:pt x="691" y="334"/>
                    <a:pt x="763" y="262"/>
                    <a:pt x="763" y="167"/>
                  </a:cubicBezTo>
                  <a:cubicBezTo>
                    <a:pt x="763" y="84"/>
                    <a:pt x="691" y="0"/>
                    <a:pt x="59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881;p62">
              <a:extLst>
                <a:ext uri="{FF2B5EF4-FFF2-40B4-BE49-F238E27FC236}">
                  <a16:creationId xmlns:a16="http://schemas.microsoft.com/office/drawing/2014/main" id="{E8B4A27E-2B26-B8C7-2610-F5C1BFEA709E}"/>
                </a:ext>
              </a:extLst>
            </p:cNvPr>
            <p:cNvSpPr/>
            <p:nvPr/>
          </p:nvSpPr>
          <p:spPr>
            <a:xfrm>
              <a:off x="2170992" y="3814144"/>
              <a:ext cx="37852" cy="49188"/>
            </a:xfrm>
            <a:custGeom>
              <a:avLst/>
              <a:gdLst/>
              <a:ahLst/>
              <a:cxnLst/>
              <a:rect l="l" t="t" r="r" b="b"/>
              <a:pathLst>
                <a:path w="1192" h="1549" extrusionOk="0">
                  <a:moveTo>
                    <a:pt x="596" y="0"/>
                  </a:moveTo>
                  <a:cubicBezTo>
                    <a:pt x="275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75" y="1548"/>
                    <a:pt x="596" y="1548"/>
                  </a:cubicBezTo>
                  <a:cubicBezTo>
                    <a:pt x="929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191" y="596"/>
                    <a:pt x="1120" y="524"/>
                    <a:pt x="1037" y="524"/>
                  </a:cubicBezTo>
                  <a:cubicBezTo>
                    <a:pt x="941" y="524"/>
                    <a:pt x="870" y="596"/>
                    <a:pt x="870" y="691"/>
                  </a:cubicBezTo>
                  <a:lnTo>
                    <a:pt x="870" y="953"/>
                  </a:lnTo>
                  <a:cubicBezTo>
                    <a:pt x="870" y="1108"/>
                    <a:pt x="751" y="1227"/>
                    <a:pt x="596" y="1227"/>
                  </a:cubicBezTo>
                  <a:cubicBezTo>
                    <a:pt x="453" y="1227"/>
                    <a:pt x="334" y="1108"/>
                    <a:pt x="334" y="953"/>
                  </a:cubicBezTo>
                  <a:lnTo>
                    <a:pt x="334" y="596"/>
                  </a:lnTo>
                  <a:cubicBezTo>
                    <a:pt x="334" y="453"/>
                    <a:pt x="453" y="334"/>
                    <a:pt x="596" y="334"/>
                  </a:cubicBezTo>
                  <a:cubicBezTo>
                    <a:pt x="691" y="334"/>
                    <a:pt x="763" y="262"/>
                    <a:pt x="763" y="167"/>
                  </a:cubicBezTo>
                  <a:cubicBezTo>
                    <a:pt x="763" y="84"/>
                    <a:pt x="691" y="0"/>
                    <a:pt x="59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9882;p62">
              <a:extLst>
                <a:ext uri="{FF2B5EF4-FFF2-40B4-BE49-F238E27FC236}">
                  <a16:creationId xmlns:a16="http://schemas.microsoft.com/office/drawing/2014/main" id="{91BC8765-9EFE-BC4B-F46C-96FDC2016824}"/>
                </a:ext>
              </a:extLst>
            </p:cNvPr>
            <p:cNvSpPr/>
            <p:nvPr/>
          </p:nvSpPr>
          <p:spPr>
            <a:xfrm>
              <a:off x="2070043" y="3908647"/>
              <a:ext cx="122924" cy="33311"/>
            </a:xfrm>
            <a:custGeom>
              <a:avLst/>
              <a:gdLst/>
              <a:ahLst/>
              <a:cxnLst/>
              <a:rect l="l" t="t" r="r" b="b"/>
              <a:pathLst>
                <a:path w="3871" h="1049" extrusionOk="0">
                  <a:moveTo>
                    <a:pt x="1930" y="1"/>
                  </a:moveTo>
                  <a:cubicBezTo>
                    <a:pt x="1191" y="1"/>
                    <a:pt x="489" y="287"/>
                    <a:pt x="60" y="763"/>
                  </a:cubicBezTo>
                  <a:cubicBezTo>
                    <a:pt x="1" y="822"/>
                    <a:pt x="1" y="930"/>
                    <a:pt x="72" y="1001"/>
                  </a:cubicBezTo>
                  <a:cubicBezTo>
                    <a:pt x="101" y="1029"/>
                    <a:pt x="140" y="1044"/>
                    <a:pt x="181" y="1044"/>
                  </a:cubicBezTo>
                  <a:cubicBezTo>
                    <a:pt x="226" y="1044"/>
                    <a:pt x="273" y="1026"/>
                    <a:pt x="310" y="989"/>
                  </a:cubicBezTo>
                  <a:cubicBezTo>
                    <a:pt x="679" y="584"/>
                    <a:pt x="1299" y="334"/>
                    <a:pt x="1953" y="334"/>
                  </a:cubicBezTo>
                  <a:cubicBezTo>
                    <a:pt x="2596" y="334"/>
                    <a:pt x="3215" y="572"/>
                    <a:pt x="3585" y="989"/>
                  </a:cubicBezTo>
                  <a:cubicBezTo>
                    <a:pt x="3620" y="1013"/>
                    <a:pt x="3656" y="1049"/>
                    <a:pt x="3704" y="1049"/>
                  </a:cubicBezTo>
                  <a:cubicBezTo>
                    <a:pt x="3751" y="1049"/>
                    <a:pt x="3775" y="1037"/>
                    <a:pt x="3811" y="1001"/>
                  </a:cubicBezTo>
                  <a:cubicBezTo>
                    <a:pt x="3870" y="930"/>
                    <a:pt x="3870" y="822"/>
                    <a:pt x="3811" y="763"/>
                  </a:cubicBezTo>
                  <a:cubicBezTo>
                    <a:pt x="3382" y="287"/>
                    <a:pt x="2680" y="1"/>
                    <a:pt x="193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883;p62">
              <a:extLst>
                <a:ext uri="{FF2B5EF4-FFF2-40B4-BE49-F238E27FC236}">
                  <a16:creationId xmlns:a16="http://schemas.microsoft.com/office/drawing/2014/main" id="{6A386E8C-2E08-0164-7951-01B056EDD2E2}"/>
                </a:ext>
              </a:extLst>
            </p:cNvPr>
            <p:cNvSpPr/>
            <p:nvPr/>
          </p:nvSpPr>
          <p:spPr>
            <a:xfrm>
              <a:off x="1952836" y="3680964"/>
              <a:ext cx="298338" cy="296528"/>
            </a:xfrm>
            <a:custGeom>
              <a:avLst/>
              <a:gdLst/>
              <a:ahLst/>
              <a:cxnLst/>
              <a:rect l="l" t="t" r="r" b="b"/>
              <a:pathLst>
                <a:path w="9395" h="9338" extrusionOk="0">
                  <a:moveTo>
                    <a:pt x="5654" y="0"/>
                  </a:moveTo>
                  <a:cubicBezTo>
                    <a:pt x="5591" y="0"/>
                    <a:pt x="5528" y="1"/>
                    <a:pt x="5466" y="3"/>
                  </a:cubicBezTo>
                  <a:cubicBezTo>
                    <a:pt x="4037" y="51"/>
                    <a:pt x="2692" y="622"/>
                    <a:pt x="1680" y="1634"/>
                  </a:cubicBezTo>
                  <a:cubicBezTo>
                    <a:pt x="668" y="2646"/>
                    <a:pt x="84" y="3992"/>
                    <a:pt x="48" y="5421"/>
                  </a:cubicBezTo>
                  <a:cubicBezTo>
                    <a:pt x="1" y="6849"/>
                    <a:pt x="489" y="8219"/>
                    <a:pt x="1430" y="9278"/>
                  </a:cubicBezTo>
                  <a:cubicBezTo>
                    <a:pt x="1453" y="9302"/>
                    <a:pt x="1501" y="9338"/>
                    <a:pt x="1549" y="9338"/>
                  </a:cubicBezTo>
                  <a:cubicBezTo>
                    <a:pt x="1596" y="9338"/>
                    <a:pt x="1620" y="9314"/>
                    <a:pt x="1656" y="9290"/>
                  </a:cubicBezTo>
                  <a:cubicBezTo>
                    <a:pt x="1727" y="9231"/>
                    <a:pt x="1727" y="9123"/>
                    <a:pt x="1668" y="9052"/>
                  </a:cubicBezTo>
                  <a:cubicBezTo>
                    <a:pt x="787" y="8052"/>
                    <a:pt x="310" y="6754"/>
                    <a:pt x="358" y="5421"/>
                  </a:cubicBezTo>
                  <a:cubicBezTo>
                    <a:pt x="406" y="4075"/>
                    <a:pt x="941" y="2813"/>
                    <a:pt x="1894" y="1861"/>
                  </a:cubicBezTo>
                  <a:cubicBezTo>
                    <a:pt x="2846" y="908"/>
                    <a:pt x="4108" y="360"/>
                    <a:pt x="5442" y="325"/>
                  </a:cubicBezTo>
                  <a:cubicBezTo>
                    <a:pt x="5489" y="323"/>
                    <a:pt x="5536" y="323"/>
                    <a:pt x="5583" y="323"/>
                  </a:cubicBezTo>
                  <a:cubicBezTo>
                    <a:pt x="6878" y="323"/>
                    <a:pt x="8120" y="796"/>
                    <a:pt x="9073" y="1634"/>
                  </a:cubicBezTo>
                  <a:cubicBezTo>
                    <a:pt x="9113" y="1663"/>
                    <a:pt x="9156" y="1678"/>
                    <a:pt x="9196" y="1678"/>
                  </a:cubicBezTo>
                  <a:cubicBezTo>
                    <a:pt x="9239" y="1678"/>
                    <a:pt x="9280" y="1660"/>
                    <a:pt x="9312" y="1623"/>
                  </a:cubicBezTo>
                  <a:cubicBezTo>
                    <a:pt x="9395" y="1551"/>
                    <a:pt x="9395" y="1444"/>
                    <a:pt x="9312" y="1384"/>
                  </a:cubicBezTo>
                  <a:cubicBezTo>
                    <a:pt x="8288" y="486"/>
                    <a:pt x="6992" y="0"/>
                    <a:pt x="565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884;p62">
              <a:extLst>
                <a:ext uri="{FF2B5EF4-FFF2-40B4-BE49-F238E27FC236}">
                  <a16:creationId xmlns:a16="http://schemas.microsoft.com/office/drawing/2014/main" id="{4401CDD5-28D3-90C2-D005-9C96F2E961DD}"/>
                </a:ext>
              </a:extLst>
            </p:cNvPr>
            <p:cNvSpPr/>
            <p:nvPr/>
          </p:nvSpPr>
          <p:spPr>
            <a:xfrm>
              <a:off x="2012217" y="3739075"/>
              <a:ext cx="298338" cy="297036"/>
            </a:xfrm>
            <a:custGeom>
              <a:avLst/>
              <a:gdLst/>
              <a:ahLst/>
              <a:cxnLst/>
              <a:rect l="l" t="t" r="r" b="b"/>
              <a:pathLst>
                <a:path w="9395" h="9354" extrusionOk="0">
                  <a:moveTo>
                    <a:pt x="7840" y="1"/>
                  </a:moveTo>
                  <a:cubicBezTo>
                    <a:pt x="7800" y="1"/>
                    <a:pt x="7760" y="15"/>
                    <a:pt x="7727" y="43"/>
                  </a:cubicBezTo>
                  <a:cubicBezTo>
                    <a:pt x="7656" y="102"/>
                    <a:pt x="7656" y="209"/>
                    <a:pt x="7715" y="281"/>
                  </a:cubicBezTo>
                  <a:cubicBezTo>
                    <a:pt x="8585" y="1281"/>
                    <a:pt x="9073" y="2579"/>
                    <a:pt x="9025" y="3912"/>
                  </a:cubicBezTo>
                  <a:cubicBezTo>
                    <a:pt x="8977" y="5257"/>
                    <a:pt x="8442" y="6520"/>
                    <a:pt x="7489" y="7472"/>
                  </a:cubicBezTo>
                  <a:cubicBezTo>
                    <a:pt x="6537" y="8425"/>
                    <a:pt x="5275" y="8972"/>
                    <a:pt x="3929" y="9008"/>
                  </a:cubicBezTo>
                  <a:cubicBezTo>
                    <a:pt x="3881" y="9009"/>
                    <a:pt x="3834" y="9010"/>
                    <a:pt x="3786" y="9010"/>
                  </a:cubicBezTo>
                  <a:cubicBezTo>
                    <a:pt x="2503" y="9010"/>
                    <a:pt x="1262" y="8548"/>
                    <a:pt x="298" y="7698"/>
                  </a:cubicBezTo>
                  <a:cubicBezTo>
                    <a:pt x="264" y="7670"/>
                    <a:pt x="221" y="7655"/>
                    <a:pt x="180" y="7655"/>
                  </a:cubicBezTo>
                  <a:cubicBezTo>
                    <a:pt x="135" y="7655"/>
                    <a:pt x="91" y="7673"/>
                    <a:pt x="60" y="7710"/>
                  </a:cubicBezTo>
                  <a:cubicBezTo>
                    <a:pt x="0" y="7782"/>
                    <a:pt x="0" y="7889"/>
                    <a:pt x="83" y="7948"/>
                  </a:cubicBezTo>
                  <a:cubicBezTo>
                    <a:pt x="1107" y="8853"/>
                    <a:pt x="2405" y="9353"/>
                    <a:pt x="3774" y="9353"/>
                  </a:cubicBezTo>
                  <a:lnTo>
                    <a:pt x="3929" y="9353"/>
                  </a:lnTo>
                  <a:cubicBezTo>
                    <a:pt x="5358" y="9306"/>
                    <a:pt x="6703" y="8722"/>
                    <a:pt x="7715" y="7710"/>
                  </a:cubicBezTo>
                  <a:cubicBezTo>
                    <a:pt x="8727" y="6698"/>
                    <a:pt x="9311" y="5365"/>
                    <a:pt x="9347" y="3936"/>
                  </a:cubicBezTo>
                  <a:cubicBezTo>
                    <a:pt x="9394" y="2507"/>
                    <a:pt x="8906" y="1126"/>
                    <a:pt x="7965" y="66"/>
                  </a:cubicBezTo>
                  <a:cubicBezTo>
                    <a:pt x="7933" y="21"/>
                    <a:pt x="7887" y="1"/>
                    <a:pt x="784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9424;p61">
            <a:extLst>
              <a:ext uri="{FF2B5EF4-FFF2-40B4-BE49-F238E27FC236}">
                <a16:creationId xmlns:a16="http://schemas.microsoft.com/office/drawing/2014/main" id="{7A332CF1-2F41-FF54-A179-CEC2D04142C6}"/>
              </a:ext>
            </a:extLst>
          </p:cNvPr>
          <p:cNvGrpSpPr/>
          <p:nvPr/>
        </p:nvGrpSpPr>
        <p:grpSpPr>
          <a:xfrm>
            <a:off x="469027" y="4618995"/>
            <a:ext cx="1369531" cy="195460"/>
            <a:chOff x="723300" y="4253549"/>
            <a:chExt cx="2276482" cy="324900"/>
          </a:xfrm>
        </p:grpSpPr>
        <p:sp>
          <p:nvSpPr>
            <p:cNvPr id="29" name="Google Shape;9425;p61">
              <a:extLst>
                <a:ext uri="{FF2B5EF4-FFF2-40B4-BE49-F238E27FC236}">
                  <a16:creationId xmlns:a16="http://schemas.microsoft.com/office/drawing/2014/main" id="{2F5834F1-E5A1-2582-AB9D-53D75E128B5F}"/>
                </a:ext>
              </a:extLst>
            </p:cNvPr>
            <p:cNvSpPr/>
            <p:nvPr/>
          </p:nvSpPr>
          <p:spPr>
            <a:xfrm>
              <a:off x="723300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426;p61">
              <a:extLst>
                <a:ext uri="{FF2B5EF4-FFF2-40B4-BE49-F238E27FC236}">
                  <a16:creationId xmlns:a16="http://schemas.microsoft.com/office/drawing/2014/main" id="{A25245F1-0D42-CF46-8C8A-68A9B9F9C354}"/>
                </a:ext>
              </a:extLst>
            </p:cNvPr>
            <p:cNvSpPr/>
            <p:nvPr/>
          </p:nvSpPr>
          <p:spPr>
            <a:xfrm>
              <a:off x="1206995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427;p61">
              <a:extLst>
                <a:ext uri="{FF2B5EF4-FFF2-40B4-BE49-F238E27FC236}">
                  <a16:creationId xmlns:a16="http://schemas.microsoft.com/office/drawing/2014/main" id="{6335AEC2-50E5-527D-E9C4-8B6554F327A6}"/>
                </a:ext>
              </a:extLst>
            </p:cNvPr>
            <p:cNvSpPr/>
            <p:nvPr/>
          </p:nvSpPr>
          <p:spPr>
            <a:xfrm>
              <a:off x="1690691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428;p61">
              <a:extLst>
                <a:ext uri="{FF2B5EF4-FFF2-40B4-BE49-F238E27FC236}">
                  <a16:creationId xmlns:a16="http://schemas.microsoft.com/office/drawing/2014/main" id="{5FD92768-1AB9-32F8-86F6-55A8844CA5EE}"/>
                </a:ext>
              </a:extLst>
            </p:cNvPr>
            <p:cNvSpPr/>
            <p:nvPr/>
          </p:nvSpPr>
          <p:spPr>
            <a:xfrm>
              <a:off x="2174386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429;p61">
              <a:extLst>
                <a:ext uri="{FF2B5EF4-FFF2-40B4-BE49-F238E27FC236}">
                  <a16:creationId xmlns:a16="http://schemas.microsoft.com/office/drawing/2014/main" id="{9DAA0CCE-3699-4CFB-F998-4A467AD59D01}"/>
                </a:ext>
              </a:extLst>
            </p:cNvPr>
            <p:cNvSpPr/>
            <p:nvPr/>
          </p:nvSpPr>
          <p:spPr>
            <a:xfrm>
              <a:off x="2658082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202AA05-41C5-D66B-DAC9-51575DC199E2}"/>
              </a:ext>
            </a:extLst>
          </p:cNvPr>
          <p:cNvSpPr txBox="1"/>
          <p:nvPr/>
        </p:nvSpPr>
        <p:spPr>
          <a:xfrm>
            <a:off x="1288395" y="1604878"/>
            <a:ext cx="72528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b="1" dirty="0"/>
              <a:t>LSTM</a:t>
            </a:r>
            <a:r>
              <a:rPr lang="en-CA" sz="1800" dirty="0"/>
              <a:t> proved more suitable for this large-scale task, balancing accuracy with computational efficiency.</a:t>
            </a:r>
          </a:p>
          <a:p>
            <a:endParaRPr lang="en-CA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b="1" dirty="0"/>
              <a:t>DistilBERT</a:t>
            </a:r>
            <a:r>
              <a:rPr lang="en-CA" sz="1800" dirty="0"/>
              <a:t>, while powerful, required more resources and time, making it less practical for this specific project with 6000 reviews.</a:t>
            </a:r>
          </a:p>
        </p:txBody>
      </p:sp>
    </p:spTree>
    <p:extLst>
      <p:ext uri="{BB962C8B-B14F-4D97-AF65-F5344CB8AC3E}">
        <p14:creationId xmlns:p14="http://schemas.microsoft.com/office/powerpoint/2010/main" val="146523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p50"/>
          <p:cNvSpPr txBox="1">
            <a:spLocks noGrp="1"/>
          </p:cNvSpPr>
          <p:nvPr>
            <p:ph type="title"/>
          </p:nvPr>
        </p:nvSpPr>
        <p:spPr>
          <a:xfrm>
            <a:off x="1016547" y="1968432"/>
            <a:ext cx="6430318" cy="11622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4800" dirty="0"/>
              <a:t>Thank You </a:t>
            </a:r>
            <a:endParaRPr sz="4800" dirty="0"/>
          </a:p>
        </p:txBody>
      </p:sp>
      <p:grpSp>
        <p:nvGrpSpPr>
          <p:cNvPr id="1744" name="Google Shape;1744;p50"/>
          <p:cNvGrpSpPr/>
          <p:nvPr/>
        </p:nvGrpSpPr>
        <p:grpSpPr>
          <a:xfrm>
            <a:off x="572145" y="3438767"/>
            <a:ext cx="993912" cy="1065486"/>
            <a:chOff x="5218802" y="1402517"/>
            <a:chExt cx="993912" cy="1065486"/>
          </a:xfrm>
        </p:grpSpPr>
        <p:sp>
          <p:nvSpPr>
            <p:cNvPr id="1745" name="Google Shape;1745;p50"/>
            <p:cNvSpPr/>
            <p:nvPr/>
          </p:nvSpPr>
          <p:spPr>
            <a:xfrm>
              <a:off x="5218802" y="1402517"/>
              <a:ext cx="601998" cy="607224"/>
            </a:xfrm>
            <a:custGeom>
              <a:avLst/>
              <a:gdLst/>
              <a:ahLst/>
              <a:cxnLst/>
              <a:rect l="l" t="t" r="r" b="b"/>
              <a:pathLst>
                <a:path w="15319" h="15450" extrusionOk="0">
                  <a:moveTo>
                    <a:pt x="8840" y="0"/>
                  </a:moveTo>
                  <a:cubicBezTo>
                    <a:pt x="8780" y="0"/>
                    <a:pt x="8721" y="13"/>
                    <a:pt x="8669" y="54"/>
                  </a:cubicBezTo>
                  <a:cubicBezTo>
                    <a:pt x="8649" y="74"/>
                    <a:pt x="8620" y="84"/>
                    <a:pt x="8590" y="84"/>
                  </a:cubicBezTo>
                  <a:cubicBezTo>
                    <a:pt x="8462" y="92"/>
                    <a:pt x="8329" y="106"/>
                    <a:pt x="8199" y="106"/>
                  </a:cubicBezTo>
                  <a:cubicBezTo>
                    <a:pt x="8168" y="106"/>
                    <a:pt x="8137" y="105"/>
                    <a:pt x="8107" y="103"/>
                  </a:cubicBezTo>
                  <a:cubicBezTo>
                    <a:pt x="8038" y="98"/>
                    <a:pt x="7968" y="96"/>
                    <a:pt x="7899" y="96"/>
                  </a:cubicBezTo>
                  <a:cubicBezTo>
                    <a:pt x="7564" y="96"/>
                    <a:pt x="7228" y="146"/>
                    <a:pt x="6886" y="162"/>
                  </a:cubicBezTo>
                  <a:cubicBezTo>
                    <a:pt x="6856" y="162"/>
                    <a:pt x="6827" y="162"/>
                    <a:pt x="6807" y="172"/>
                  </a:cubicBezTo>
                  <a:cubicBezTo>
                    <a:pt x="6718" y="192"/>
                    <a:pt x="6640" y="212"/>
                    <a:pt x="6580" y="290"/>
                  </a:cubicBezTo>
                  <a:cubicBezTo>
                    <a:pt x="6562" y="328"/>
                    <a:pt x="6526" y="346"/>
                    <a:pt x="6485" y="346"/>
                  </a:cubicBezTo>
                  <a:cubicBezTo>
                    <a:pt x="6462" y="346"/>
                    <a:pt x="6438" y="341"/>
                    <a:pt x="6413" y="330"/>
                  </a:cubicBezTo>
                  <a:cubicBezTo>
                    <a:pt x="6373" y="314"/>
                    <a:pt x="6333" y="298"/>
                    <a:pt x="6292" y="298"/>
                  </a:cubicBezTo>
                  <a:cubicBezTo>
                    <a:pt x="6283" y="298"/>
                    <a:pt x="6274" y="299"/>
                    <a:pt x="6265" y="300"/>
                  </a:cubicBezTo>
                  <a:cubicBezTo>
                    <a:pt x="6029" y="359"/>
                    <a:pt x="5792" y="419"/>
                    <a:pt x="5546" y="488"/>
                  </a:cubicBezTo>
                  <a:cubicBezTo>
                    <a:pt x="5526" y="497"/>
                    <a:pt x="5497" y="507"/>
                    <a:pt x="5477" y="527"/>
                  </a:cubicBezTo>
                  <a:cubicBezTo>
                    <a:pt x="5310" y="616"/>
                    <a:pt x="5152" y="704"/>
                    <a:pt x="4994" y="803"/>
                  </a:cubicBezTo>
                  <a:cubicBezTo>
                    <a:pt x="4926" y="842"/>
                    <a:pt x="4857" y="891"/>
                    <a:pt x="4768" y="891"/>
                  </a:cubicBezTo>
                  <a:cubicBezTo>
                    <a:pt x="4738" y="872"/>
                    <a:pt x="4689" y="862"/>
                    <a:pt x="4660" y="842"/>
                  </a:cubicBezTo>
                  <a:cubicBezTo>
                    <a:pt x="4629" y="825"/>
                    <a:pt x="4601" y="817"/>
                    <a:pt x="4574" y="817"/>
                  </a:cubicBezTo>
                  <a:cubicBezTo>
                    <a:pt x="4539" y="817"/>
                    <a:pt x="4506" y="830"/>
                    <a:pt x="4472" y="852"/>
                  </a:cubicBezTo>
                  <a:cubicBezTo>
                    <a:pt x="4443" y="882"/>
                    <a:pt x="4413" y="911"/>
                    <a:pt x="4374" y="941"/>
                  </a:cubicBezTo>
                  <a:cubicBezTo>
                    <a:pt x="4266" y="1029"/>
                    <a:pt x="4167" y="1128"/>
                    <a:pt x="4059" y="1216"/>
                  </a:cubicBezTo>
                  <a:cubicBezTo>
                    <a:pt x="4009" y="1256"/>
                    <a:pt x="3960" y="1285"/>
                    <a:pt x="3891" y="1295"/>
                  </a:cubicBezTo>
                  <a:cubicBezTo>
                    <a:pt x="3793" y="1305"/>
                    <a:pt x="3684" y="1345"/>
                    <a:pt x="3606" y="1394"/>
                  </a:cubicBezTo>
                  <a:cubicBezTo>
                    <a:pt x="3477" y="1482"/>
                    <a:pt x="3349" y="1571"/>
                    <a:pt x="3241" y="1679"/>
                  </a:cubicBezTo>
                  <a:cubicBezTo>
                    <a:pt x="3123" y="1798"/>
                    <a:pt x="2985" y="1886"/>
                    <a:pt x="2827" y="1936"/>
                  </a:cubicBezTo>
                  <a:cubicBezTo>
                    <a:pt x="2749" y="1955"/>
                    <a:pt x="2680" y="1995"/>
                    <a:pt x="2630" y="2064"/>
                  </a:cubicBezTo>
                  <a:cubicBezTo>
                    <a:pt x="2463" y="2320"/>
                    <a:pt x="2157" y="2458"/>
                    <a:pt x="1970" y="2704"/>
                  </a:cubicBezTo>
                  <a:cubicBezTo>
                    <a:pt x="1960" y="2724"/>
                    <a:pt x="1941" y="2733"/>
                    <a:pt x="1921" y="2743"/>
                  </a:cubicBezTo>
                  <a:cubicBezTo>
                    <a:pt x="1842" y="2763"/>
                    <a:pt x="1813" y="2822"/>
                    <a:pt x="1773" y="2881"/>
                  </a:cubicBezTo>
                  <a:cubicBezTo>
                    <a:pt x="1655" y="3108"/>
                    <a:pt x="1478" y="3285"/>
                    <a:pt x="1271" y="3433"/>
                  </a:cubicBezTo>
                  <a:cubicBezTo>
                    <a:pt x="1222" y="3462"/>
                    <a:pt x="1192" y="3512"/>
                    <a:pt x="1163" y="3561"/>
                  </a:cubicBezTo>
                  <a:cubicBezTo>
                    <a:pt x="1084" y="3709"/>
                    <a:pt x="995" y="3866"/>
                    <a:pt x="936" y="4024"/>
                  </a:cubicBezTo>
                  <a:cubicBezTo>
                    <a:pt x="857" y="4231"/>
                    <a:pt x="769" y="4447"/>
                    <a:pt x="847" y="4684"/>
                  </a:cubicBezTo>
                  <a:cubicBezTo>
                    <a:pt x="808" y="4733"/>
                    <a:pt x="759" y="4773"/>
                    <a:pt x="729" y="4822"/>
                  </a:cubicBezTo>
                  <a:cubicBezTo>
                    <a:pt x="611" y="5009"/>
                    <a:pt x="453" y="5176"/>
                    <a:pt x="522" y="5413"/>
                  </a:cubicBezTo>
                  <a:cubicBezTo>
                    <a:pt x="355" y="5511"/>
                    <a:pt x="355" y="5511"/>
                    <a:pt x="325" y="5689"/>
                  </a:cubicBezTo>
                  <a:cubicBezTo>
                    <a:pt x="315" y="5738"/>
                    <a:pt x="306" y="5787"/>
                    <a:pt x="296" y="5846"/>
                  </a:cubicBezTo>
                  <a:cubicBezTo>
                    <a:pt x="266" y="6033"/>
                    <a:pt x="227" y="6221"/>
                    <a:pt x="158" y="6398"/>
                  </a:cubicBezTo>
                  <a:cubicBezTo>
                    <a:pt x="89" y="6546"/>
                    <a:pt x="59" y="6713"/>
                    <a:pt x="10" y="6871"/>
                  </a:cubicBezTo>
                  <a:cubicBezTo>
                    <a:pt x="0" y="6900"/>
                    <a:pt x="0" y="6940"/>
                    <a:pt x="10" y="6969"/>
                  </a:cubicBezTo>
                  <a:cubicBezTo>
                    <a:pt x="40" y="7265"/>
                    <a:pt x="49" y="7560"/>
                    <a:pt x="40" y="7866"/>
                  </a:cubicBezTo>
                  <a:cubicBezTo>
                    <a:pt x="30" y="8043"/>
                    <a:pt x="40" y="8230"/>
                    <a:pt x="49" y="8407"/>
                  </a:cubicBezTo>
                  <a:cubicBezTo>
                    <a:pt x="49" y="8486"/>
                    <a:pt x="59" y="8565"/>
                    <a:pt x="79" y="8634"/>
                  </a:cubicBezTo>
                  <a:cubicBezTo>
                    <a:pt x="99" y="8752"/>
                    <a:pt x="109" y="8880"/>
                    <a:pt x="177" y="8989"/>
                  </a:cubicBezTo>
                  <a:cubicBezTo>
                    <a:pt x="256" y="9097"/>
                    <a:pt x="217" y="9245"/>
                    <a:pt x="286" y="9353"/>
                  </a:cubicBezTo>
                  <a:cubicBezTo>
                    <a:pt x="315" y="9402"/>
                    <a:pt x="315" y="9461"/>
                    <a:pt x="315" y="9511"/>
                  </a:cubicBezTo>
                  <a:cubicBezTo>
                    <a:pt x="315" y="9570"/>
                    <a:pt x="325" y="9629"/>
                    <a:pt x="335" y="9688"/>
                  </a:cubicBezTo>
                  <a:cubicBezTo>
                    <a:pt x="355" y="9767"/>
                    <a:pt x="384" y="9836"/>
                    <a:pt x="404" y="9905"/>
                  </a:cubicBezTo>
                  <a:cubicBezTo>
                    <a:pt x="414" y="9944"/>
                    <a:pt x="424" y="9993"/>
                    <a:pt x="404" y="10023"/>
                  </a:cubicBezTo>
                  <a:cubicBezTo>
                    <a:pt x="325" y="10141"/>
                    <a:pt x="374" y="10230"/>
                    <a:pt x="434" y="10328"/>
                  </a:cubicBezTo>
                  <a:cubicBezTo>
                    <a:pt x="503" y="10466"/>
                    <a:pt x="591" y="10604"/>
                    <a:pt x="640" y="10752"/>
                  </a:cubicBezTo>
                  <a:cubicBezTo>
                    <a:pt x="690" y="10919"/>
                    <a:pt x="749" y="11087"/>
                    <a:pt x="818" y="11254"/>
                  </a:cubicBezTo>
                  <a:cubicBezTo>
                    <a:pt x="847" y="11323"/>
                    <a:pt x="887" y="11392"/>
                    <a:pt x="936" y="11451"/>
                  </a:cubicBezTo>
                  <a:cubicBezTo>
                    <a:pt x="985" y="11501"/>
                    <a:pt x="1034" y="11550"/>
                    <a:pt x="1084" y="11599"/>
                  </a:cubicBezTo>
                  <a:cubicBezTo>
                    <a:pt x="1192" y="11707"/>
                    <a:pt x="1281" y="11806"/>
                    <a:pt x="1360" y="11934"/>
                  </a:cubicBezTo>
                  <a:cubicBezTo>
                    <a:pt x="1468" y="12092"/>
                    <a:pt x="1596" y="12230"/>
                    <a:pt x="1714" y="12377"/>
                  </a:cubicBezTo>
                  <a:cubicBezTo>
                    <a:pt x="1754" y="12427"/>
                    <a:pt x="1803" y="12486"/>
                    <a:pt x="1852" y="12535"/>
                  </a:cubicBezTo>
                  <a:cubicBezTo>
                    <a:pt x="2029" y="12732"/>
                    <a:pt x="2207" y="12949"/>
                    <a:pt x="2404" y="13136"/>
                  </a:cubicBezTo>
                  <a:cubicBezTo>
                    <a:pt x="2591" y="13323"/>
                    <a:pt x="2798" y="13500"/>
                    <a:pt x="3054" y="13609"/>
                  </a:cubicBezTo>
                  <a:cubicBezTo>
                    <a:pt x="3093" y="13618"/>
                    <a:pt x="3123" y="13658"/>
                    <a:pt x="3152" y="13687"/>
                  </a:cubicBezTo>
                  <a:cubicBezTo>
                    <a:pt x="3251" y="13806"/>
                    <a:pt x="3340" y="13914"/>
                    <a:pt x="3438" y="14022"/>
                  </a:cubicBezTo>
                  <a:cubicBezTo>
                    <a:pt x="3492" y="14076"/>
                    <a:pt x="3554" y="14122"/>
                    <a:pt x="3640" y="14122"/>
                  </a:cubicBezTo>
                  <a:cubicBezTo>
                    <a:pt x="3648" y="14122"/>
                    <a:pt x="3656" y="14122"/>
                    <a:pt x="3665" y="14121"/>
                  </a:cubicBezTo>
                  <a:cubicBezTo>
                    <a:pt x="3714" y="14121"/>
                    <a:pt x="3763" y="14150"/>
                    <a:pt x="3803" y="14170"/>
                  </a:cubicBezTo>
                  <a:cubicBezTo>
                    <a:pt x="3891" y="14223"/>
                    <a:pt x="3979" y="14260"/>
                    <a:pt x="4089" y="14260"/>
                  </a:cubicBezTo>
                  <a:cubicBezTo>
                    <a:pt x="4101" y="14260"/>
                    <a:pt x="4114" y="14260"/>
                    <a:pt x="4128" y="14259"/>
                  </a:cubicBezTo>
                  <a:cubicBezTo>
                    <a:pt x="4147" y="14288"/>
                    <a:pt x="4177" y="14328"/>
                    <a:pt x="4206" y="14347"/>
                  </a:cubicBezTo>
                  <a:cubicBezTo>
                    <a:pt x="4305" y="14426"/>
                    <a:pt x="4394" y="14505"/>
                    <a:pt x="4492" y="14574"/>
                  </a:cubicBezTo>
                  <a:cubicBezTo>
                    <a:pt x="4539" y="14607"/>
                    <a:pt x="4585" y="14632"/>
                    <a:pt x="4638" y="14632"/>
                  </a:cubicBezTo>
                  <a:cubicBezTo>
                    <a:pt x="4663" y="14632"/>
                    <a:pt x="4690" y="14626"/>
                    <a:pt x="4719" y="14613"/>
                  </a:cubicBezTo>
                  <a:cubicBezTo>
                    <a:pt x="4732" y="14609"/>
                    <a:pt x="4745" y="14607"/>
                    <a:pt x="4757" y="14607"/>
                  </a:cubicBezTo>
                  <a:cubicBezTo>
                    <a:pt x="4800" y="14607"/>
                    <a:pt x="4840" y="14630"/>
                    <a:pt x="4886" y="14653"/>
                  </a:cubicBezTo>
                  <a:cubicBezTo>
                    <a:pt x="5034" y="14732"/>
                    <a:pt x="5201" y="14820"/>
                    <a:pt x="5359" y="14899"/>
                  </a:cubicBezTo>
                  <a:cubicBezTo>
                    <a:pt x="5389" y="14919"/>
                    <a:pt x="5428" y="14938"/>
                    <a:pt x="5438" y="14968"/>
                  </a:cubicBezTo>
                  <a:cubicBezTo>
                    <a:pt x="5487" y="15067"/>
                    <a:pt x="5576" y="15076"/>
                    <a:pt x="5674" y="15086"/>
                  </a:cubicBezTo>
                  <a:cubicBezTo>
                    <a:pt x="5911" y="15106"/>
                    <a:pt x="6147" y="15165"/>
                    <a:pt x="6374" y="15244"/>
                  </a:cubicBezTo>
                  <a:cubicBezTo>
                    <a:pt x="6443" y="15273"/>
                    <a:pt x="6521" y="15283"/>
                    <a:pt x="6600" y="15293"/>
                  </a:cubicBezTo>
                  <a:cubicBezTo>
                    <a:pt x="6640" y="15303"/>
                    <a:pt x="6679" y="15303"/>
                    <a:pt x="6709" y="15313"/>
                  </a:cubicBezTo>
                  <a:cubicBezTo>
                    <a:pt x="7017" y="15374"/>
                    <a:pt x="7333" y="15444"/>
                    <a:pt x="7657" y="15444"/>
                  </a:cubicBezTo>
                  <a:cubicBezTo>
                    <a:pt x="7695" y="15444"/>
                    <a:pt x="7734" y="15443"/>
                    <a:pt x="7772" y="15441"/>
                  </a:cubicBezTo>
                  <a:cubicBezTo>
                    <a:pt x="7825" y="15441"/>
                    <a:pt x="7877" y="15450"/>
                    <a:pt x="7930" y="15450"/>
                  </a:cubicBezTo>
                  <a:cubicBezTo>
                    <a:pt x="7956" y="15450"/>
                    <a:pt x="7983" y="15447"/>
                    <a:pt x="8009" y="15441"/>
                  </a:cubicBezTo>
                  <a:cubicBezTo>
                    <a:pt x="8166" y="15411"/>
                    <a:pt x="8314" y="15362"/>
                    <a:pt x="8472" y="15323"/>
                  </a:cubicBezTo>
                  <a:cubicBezTo>
                    <a:pt x="8551" y="15303"/>
                    <a:pt x="8629" y="15273"/>
                    <a:pt x="8708" y="15273"/>
                  </a:cubicBezTo>
                  <a:cubicBezTo>
                    <a:pt x="8925" y="15264"/>
                    <a:pt x="9142" y="15264"/>
                    <a:pt x="9358" y="15264"/>
                  </a:cubicBezTo>
                  <a:cubicBezTo>
                    <a:pt x="9437" y="15264"/>
                    <a:pt x="9506" y="15264"/>
                    <a:pt x="9565" y="15313"/>
                  </a:cubicBezTo>
                  <a:cubicBezTo>
                    <a:pt x="9597" y="15334"/>
                    <a:pt x="9629" y="15344"/>
                    <a:pt x="9662" y="15344"/>
                  </a:cubicBezTo>
                  <a:cubicBezTo>
                    <a:pt x="9690" y="15344"/>
                    <a:pt x="9720" y="15336"/>
                    <a:pt x="9752" y="15323"/>
                  </a:cubicBezTo>
                  <a:cubicBezTo>
                    <a:pt x="9772" y="15313"/>
                    <a:pt x="9802" y="15303"/>
                    <a:pt x="9831" y="15293"/>
                  </a:cubicBezTo>
                  <a:cubicBezTo>
                    <a:pt x="10087" y="15175"/>
                    <a:pt x="10343" y="15057"/>
                    <a:pt x="10629" y="15027"/>
                  </a:cubicBezTo>
                  <a:cubicBezTo>
                    <a:pt x="10688" y="15017"/>
                    <a:pt x="10757" y="14998"/>
                    <a:pt x="10787" y="14958"/>
                  </a:cubicBezTo>
                  <a:cubicBezTo>
                    <a:pt x="10856" y="14860"/>
                    <a:pt x="10974" y="14830"/>
                    <a:pt x="11082" y="14810"/>
                  </a:cubicBezTo>
                  <a:cubicBezTo>
                    <a:pt x="11220" y="14781"/>
                    <a:pt x="11338" y="14712"/>
                    <a:pt x="11457" y="14643"/>
                  </a:cubicBezTo>
                  <a:cubicBezTo>
                    <a:pt x="11496" y="14623"/>
                    <a:pt x="11535" y="14584"/>
                    <a:pt x="11585" y="14564"/>
                  </a:cubicBezTo>
                  <a:cubicBezTo>
                    <a:pt x="11654" y="14525"/>
                    <a:pt x="11703" y="14476"/>
                    <a:pt x="11732" y="14397"/>
                  </a:cubicBezTo>
                  <a:cubicBezTo>
                    <a:pt x="11742" y="14357"/>
                    <a:pt x="11772" y="14318"/>
                    <a:pt x="11811" y="14278"/>
                  </a:cubicBezTo>
                  <a:cubicBezTo>
                    <a:pt x="11988" y="14101"/>
                    <a:pt x="12156" y="13914"/>
                    <a:pt x="12402" y="13816"/>
                  </a:cubicBezTo>
                  <a:cubicBezTo>
                    <a:pt x="12442" y="13796"/>
                    <a:pt x="12481" y="13747"/>
                    <a:pt x="12511" y="13707"/>
                  </a:cubicBezTo>
                  <a:cubicBezTo>
                    <a:pt x="12619" y="13579"/>
                    <a:pt x="12727" y="13441"/>
                    <a:pt x="12836" y="13303"/>
                  </a:cubicBezTo>
                  <a:cubicBezTo>
                    <a:pt x="12885" y="13234"/>
                    <a:pt x="12914" y="13156"/>
                    <a:pt x="12964" y="13096"/>
                  </a:cubicBezTo>
                  <a:cubicBezTo>
                    <a:pt x="13023" y="13027"/>
                    <a:pt x="13111" y="12978"/>
                    <a:pt x="13171" y="12909"/>
                  </a:cubicBezTo>
                  <a:cubicBezTo>
                    <a:pt x="13377" y="12683"/>
                    <a:pt x="13594" y="12456"/>
                    <a:pt x="13752" y="12200"/>
                  </a:cubicBezTo>
                  <a:cubicBezTo>
                    <a:pt x="13791" y="12131"/>
                    <a:pt x="13840" y="12062"/>
                    <a:pt x="13880" y="11983"/>
                  </a:cubicBezTo>
                  <a:cubicBezTo>
                    <a:pt x="13919" y="11924"/>
                    <a:pt x="13959" y="11875"/>
                    <a:pt x="14028" y="11845"/>
                  </a:cubicBezTo>
                  <a:cubicBezTo>
                    <a:pt x="14097" y="11826"/>
                    <a:pt x="14136" y="11767"/>
                    <a:pt x="14166" y="11717"/>
                  </a:cubicBezTo>
                  <a:cubicBezTo>
                    <a:pt x="14205" y="11648"/>
                    <a:pt x="14254" y="11579"/>
                    <a:pt x="14303" y="11510"/>
                  </a:cubicBezTo>
                  <a:cubicBezTo>
                    <a:pt x="14550" y="11156"/>
                    <a:pt x="14717" y="10781"/>
                    <a:pt x="14835" y="10378"/>
                  </a:cubicBezTo>
                  <a:cubicBezTo>
                    <a:pt x="14875" y="10240"/>
                    <a:pt x="14904" y="10092"/>
                    <a:pt x="14973" y="9964"/>
                  </a:cubicBezTo>
                  <a:cubicBezTo>
                    <a:pt x="15121" y="9688"/>
                    <a:pt x="15190" y="9393"/>
                    <a:pt x="15229" y="9087"/>
                  </a:cubicBezTo>
                  <a:cubicBezTo>
                    <a:pt x="15239" y="9028"/>
                    <a:pt x="15249" y="8959"/>
                    <a:pt x="15220" y="8910"/>
                  </a:cubicBezTo>
                  <a:cubicBezTo>
                    <a:pt x="15190" y="8821"/>
                    <a:pt x="15210" y="8752"/>
                    <a:pt x="15229" y="8673"/>
                  </a:cubicBezTo>
                  <a:cubicBezTo>
                    <a:pt x="15259" y="8575"/>
                    <a:pt x="15279" y="8486"/>
                    <a:pt x="15249" y="8378"/>
                  </a:cubicBezTo>
                  <a:cubicBezTo>
                    <a:pt x="15170" y="8319"/>
                    <a:pt x="15091" y="8260"/>
                    <a:pt x="15003" y="8191"/>
                  </a:cubicBezTo>
                  <a:cubicBezTo>
                    <a:pt x="14983" y="8102"/>
                    <a:pt x="14983" y="8004"/>
                    <a:pt x="15003" y="7915"/>
                  </a:cubicBezTo>
                  <a:cubicBezTo>
                    <a:pt x="15111" y="7846"/>
                    <a:pt x="15101" y="7718"/>
                    <a:pt x="15170" y="7639"/>
                  </a:cubicBezTo>
                  <a:cubicBezTo>
                    <a:pt x="15220" y="7580"/>
                    <a:pt x="15229" y="7521"/>
                    <a:pt x="15229" y="7462"/>
                  </a:cubicBezTo>
                  <a:cubicBezTo>
                    <a:pt x="15210" y="7235"/>
                    <a:pt x="15239" y="7019"/>
                    <a:pt x="15269" y="6792"/>
                  </a:cubicBezTo>
                  <a:cubicBezTo>
                    <a:pt x="15308" y="6585"/>
                    <a:pt x="15318" y="6378"/>
                    <a:pt x="15308" y="6162"/>
                  </a:cubicBezTo>
                  <a:cubicBezTo>
                    <a:pt x="15298" y="6073"/>
                    <a:pt x="15298" y="5984"/>
                    <a:pt x="15259" y="5905"/>
                  </a:cubicBezTo>
                  <a:cubicBezTo>
                    <a:pt x="15220" y="5817"/>
                    <a:pt x="15200" y="5728"/>
                    <a:pt x="15210" y="5630"/>
                  </a:cubicBezTo>
                  <a:cubicBezTo>
                    <a:pt x="15210" y="5433"/>
                    <a:pt x="15190" y="5413"/>
                    <a:pt x="15052" y="5275"/>
                  </a:cubicBezTo>
                  <a:cubicBezTo>
                    <a:pt x="15062" y="5216"/>
                    <a:pt x="15091" y="5157"/>
                    <a:pt x="15082" y="5098"/>
                  </a:cubicBezTo>
                  <a:cubicBezTo>
                    <a:pt x="15052" y="4901"/>
                    <a:pt x="15013" y="4694"/>
                    <a:pt x="14963" y="4497"/>
                  </a:cubicBezTo>
                  <a:cubicBezTo>
                    <a:pt x="14894" y="4231"/>
                    <a:pt x="14806" y="3975"/>
                    <a:pt x="14737" y="3709"/>
                  </a:cubicBezTo>
                  <a:cubicBezTo>
                    <a:pt x="14668" y="3462"/>
                    <a:pt x="14560" y="3236"/>
                    <a:pt x="14382" y="3049"/>
                  </a:cubicBezTo>
                  <a:cubicBezTo>
                    <a:pt x="14353" y="3039"/>
                    <a:pt x="14333" y="3029"/>
                    <a:pt x="14313" y="3029"/>
                  </a:cubicBezTo>
                  <a:cubicBezTo>
                    <a:pt x="14304" y="3030"/>
                    <a:pt x="14295" y="3030"/>
                    <a:pt x="14286" y="3030"/>
                  </a:cubicBezTo>
                  <a:cubicBezTo>
                    <a:pt x="14172" y="3030"/>
                    <a:pt x="14091" y="2973"/>
                    <a:pt x="14018" y="2891"/>
                  </a:cubicBezTo>
                  <a:cubicBezTo>
                    <a:pt x="13968" y="2832"/>
                    <a:pt x="13939" y="2773"/>
                    <a:pt x="13978" y="2704"/>
                  </a:cubicBezTo>
                  <a:cubicBezTo>
                    <a:pt x="14028" y="2635"/>
                    <a:pt x="14008" y="2566"/>
                    <a:pt x="13949" y="2517"/>
                  </a:cubicBezTo>
                  <a:cubicBezTo>
                    <a:pt x="13771" y="2349"/>
                    <a:pt x="13594" y="2192"/>
                    <a:pt x="13417" y="2034"/>
                  </a:cubicBezTo>
                  <a:cubicBezTo>
                    <a:pt x="13377" y="2005"/>
                    <a:pt x="13318" y="1985"/>
                    <a:pt x="13299" y="1945"/>
                  </a:cubicBezTo>
                  <a:cubicBezTo>
                    <a:pt x="13230" y="1798"/>
                    <a:pt x="13092" y="1719"/>
                    <a:pt x="12964" y="1630"/>
                  </a:cubicBezTo>
                  <a:cubicBezTo>
                    <a:pt x="12865" y="1551"/>
                    <a:pt x="12796" y="1463"/>
                    <a:pt x="12806" y="1335"/>
                  </a:cubicBezTo>
                  <a:cubicBezTo>
                    <a:pt x="12816" y="1236"/>
                    <a:pt x="12757" y="1177"/>
                    <a:pt x="12668" y="1148"/>
                  </a:cubicBezTo>
                  <a:cubicBezTo>
                    <a:pt x="12422" y="1079"/>
                    <a:pt x="12176" y="980"/>
                    <a:pt x="11920" y="931"/>
                  </a:cubicBezTo>
                  <a:cubicBezTo>
                    <a:pt x="11851" y="921"/>
                    <a:pt x="11791" y="901"/>
                    <a:pt x="11752" y="842"/>
                  </a:cubicBezTo>
                  <a:cubicBezTo>
                    <a:pt x="11683" y="744"/>
                    <a:pt x="11575" y="685"/>
                    <a:pt x="11457" y="655"/>
                  </a:cubicBezTo>
                  <a:cubicBezTo>
                    <a:pt x="11309" y="616"/>
                    <a:pt x="11161" y="576"/>
                    <a:pt x="11013" y="527"/>
                  </a:cubicBezTo>
                  <a:cubicBezTo>
                    <a:pt x="10797" y="438"/>
                    <a:pt x="10560" y="409"/>
                    <a:pt x="10334" y="409"/>
                  </a:cubicBezTo>
                  <a:cubicBezTo>
                    <a:pt x="10137" y="409"/>
                    <a:pt x="9979" y="359"/>
                    <a:pt x="9811" y="290"/>
                  </a:cubicBezTo>
                  <a:cubicBezTo>
                    <a:pt x="9752" y="261"/>
                    <a:pt x="9693" y="231"/>
                    <a:pt x="9634" y="202"/>
                  </a:cubicBezTo>
                  <a:cubicBezTo>
                    <a:pt x="9417" y="103"/>
                    <a:pt x="9191" y="54"/>
                    <a:pt x="8964" y="15"/>
                  </a:cubicBezTo>
                  <a:cubicBezTo>
                    <a:pt x="8924" y="7"/>
                    <a:pt x="8882" y="0"/>
                    <a:pt x="88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46" name="Google Shape;1746;p50"/>
            <p:cNvGrpSpPr/>
            <p:nvPr/>
          </p:nvGrpSpPr>
          <p:grpSpPr>
            <a:xfrm>
              <a:off x="5229093" y="1420868"/>
              <a:ext cx="983621" cy="1047134"/>
              <a:chOff x="1090368" y="1655483"/>
              <a:chExt cx="1238038" cy="1317979"/>
            </a:xfrm>
          </p:grpSpPr>
          <p:sp>
            <p:nvSpPr>
              <p:cNvPr id="1747" name="Google Shape;1747;p50"/>
              <p:cNvSpPr/>
              <p:nvPr/>
            </p:nvSpPr>
            <p:spPr>
              <a:xfrm>
                <a:off x="1090368" y="1655483"/>
                <a:ext cx="1238038" cy="1317979"/>
              </a:xfrm>
              <a:custGeom>
                <a:avLst/>
                <a:gdLst/>
                <a:ahLst/>
                <a:cxnLst/>
                <a:rect l="l" t="t" r="r" b="b"/>
                <a:pathLst>
                  <a:path w="63481" h="67580" extrusionOk="0">
                    <a:moveTo>
                      <a:pt x="44921" y="658"/>
                    </a:moveTo>
                    <a:cubicBezTo>
                      <a:pt x="45471" y="658"/>
                      <a:pt x="46103" y="944"/>
                      <a:pt x="46661" y="1185"/>
                    </a:cubicBezTo>
                    <a:cubicBezTo>
                      <a:pt x="46624" y="1183"/>
                      <a:pt x="46586" y="1182"/>
                      <a:pt x="46548" y="1182"/>
                    </a:cubicBezTo>
                    <a:cubicBezTo>
                      <a:pt x="45677" y="1182"/>
                      <a:pt x="44539" y="1733"/>
                      <a:pt x="43318" y="2069"/>
                    </a:cubicBezTo>
                    <a:cubicBezTo>
                      <a:pt x="43253" y="2082"/>
                      <a:pt x="43201" y="2121"/>
                      <a:pt x="43175" y="2161"/>
                    </a:cubicBezTo>
                    <a:cubicBezTo>
                      <a:pt x="42940" y="1965"/>
                      <a:pt x="42706" y="1770"/>
                      <a:pt x="42459" y="1575"/>
                    </a:cubicBezTo>
                    <a:cubicBezTo>
                      <a:pt x="43162" y="1250"/>
                      <a:pt x="43903" y="873"/>
                      <a:pt x="44619" y="691"/>
                    </a:cubicBezTo>
                    <a:cubicBezTo>
                      <a:pt x="44716" y="668"/>
                      <a:pt x="44817" y="658"/>
                      <a:pt x="44921" y="658"/>
                    </a:cubicBezTo>
                    <a:close/>
                    <a:moveTo>
                      <a:pt x="31922" y="1081"/>
                    </a:moveTo>
                    <a:lnTo>
                      <a:pt x="31922" y="1081"/>
                    </a:lnTo>
                    <a:cubicBezTo>
                      <a:pt x="31610" y="1484"/>
                      <a:pt x="31337" y="2030"/>
                      <a:pt x="31155" y="2369"/>
                    </a:cubicBezTo>
                    <a:cubicBezTo>
                      <a:pt x="31142" y="2382"/>
                      <a:pt x="31142" y="2395"/>
                      <a:pt x="31129" y="2408"/>
                    </a:cubicBezTo>
                    <a:cubicBezTo>
                      <a:pt x="30713" y="2486"/>
                      <a:pt x="30075" y="2681"/>
                      <a:pt x="29867" y="2733"/>
                    </a:cubicBezTo>
                    <a:cubicBezTo>
                      <a:pt x="29113" y="2902"/>
                      <a:pt x="28358" y="3058"/>
                      <a:pt x="27604" y="3227"/>
                    </a:cubicBezTo>
                    <a:cubicBezTo>
                      <a:pt x="28657" y="2134"/>
                      <a:pt x="30453" y="1627"/>
                      <a:pt x="31922" y="1081"/>
                    </a:cubicBezTo>
                    <a:close/>
                    <a:moveTo>
                      <a:pt x="37477" y="1783"/>
                    </a:moveTo>
                    <a:cubicBezTo>
                      <a:pt x="37945" y="1783"/>
                      <a:pt x="38583" y="2095"/>
                      <a:pt x="39142" y="2369"/>
                    </a:cubicBezTo>
                    <a:cubicBezTo>
                      <a:pt x="38739" y="2447"/>
                      <a:pt x="38244" y="2668"/>
                      <a:pt x="37919" y="2759"/>
                    </a:cubicBezTo>
                    <a:cubicBezTo>
                      <a:pt x="37269" y="2941"/>
                      <a:pt x="36605" y="3110"/>
                      <a:pt x="35955" y="3292"/>
                    </a:cubicBezTo>
                    <a:cubicBezTo>
                      <a:pt x="35929" y="3279"/>
                      <a:pt x="35903" y="3266"/>
                      <a:pt x="35864" y="3266"/>
                    </a:cubicBezTo>
                    <a:cubicBezTo>
                      <a:pt x="35591" y="3253"/>
                      <a:pt x="35305" y="3227"/>
                      <a:pt x="35018" y="3214"/>
                    </a:cubicBezTo>
                    <a:cubicBezTo>
                      <a:pt x="34884" y="3205"/>
                      <a:pt x="34749" y="3190"/>
                      <a:pt x="34615" y="3190"/>
                    </a:cubicBezTo>
                    <a:cubicBezTo>
                      <a:pt x="34554" y="3190"/>
                      <a:pt x="34494" y="3193"/>
                      <a:pt x="34433" y="3201"/>
                    </a:cubicBezTo>
                    <a:cubicBezTo>
                      <a:pt x="34459" y="3188"/>
                      <a:pt x="34485" y="3188"/>
                      <a:pt x="34511" y="3175"/>
                    </a:cubicBezTo>
                    <a:cubicBezTo>
                      <a:pt x="35044" y="2915"/>
                      <a:pt x="35565" y="2655"/>
                      <a:pt x="36085" y="2395"/>
                    </a:cubicBezTo>
                    <a:cubicBezTo>
                      <a:pt x="36488" y="2187"/>
                      <a:pt x="37009" y="1796"/>
                      <a:pt x="37477" y="1783"/>
                    </a:cubicBezTo>
                    <a:close/>
                    <a:moveTo>
                      <a:pt x="51428" y="2873"/>
                    </a:moveTo>
                    <a:cubicBezTo>
                      <a:pt x="52372" y="2873"/>
                      <a:pt x="53143" y="3436"/>
                      <a:pt x="54089" y="3904"/>
                    </a:cubicBezTo>
                    <a:cubicBezTo>
                      <a:pt x="54622" y="4177"/>
                      <a:pt x="55181" y="4398"/>
                      <a:pt x="55741" y="4619"/>
                    </a:cubicBezTo>
                    <a:cubicBezTo>
                      <a:pt x="55220" y="4619"/>
                      <a:pt x="54713" y="4619"/>
                      <a:pt x="54219" y="4723"/>
                    </a:cubicBezTo>
                    <a:cubicBezTo>
                      <a:pt x="54180" y="4658"/>
                      <a:pt x="54115" y="4606"/>
                      <a:pt x="54023" y="4580"/>
                    </a:cubicBezTo>
                    <a:cubicBezTo>
                      <a:pt x="52827" y="4164"/>
                      <a:pt x="51695" y="3643"/>
                      <a:pt x="50589" y="3019"/>
                    </a:cubicBezTo>
                    <a:cubicBezTo>
                      <a:pt x="50888" y="2917"/>
                      <a:pt x="51165" y="2873"/>
                      <a:pt x="51428" y="2873"/>
                    </a:cubicBezTo>
                    <a:close/>
                    <a:moveTo>
                      <a:pt x="16375" y="2534"/>
                    </a:moveTo>
                    <a:cubicBezTo>
                      <a:pt x="16762" y="2534"/>
                      <a:pt x="17065" y="2674"/>
                      <a:pt x="17483" y="2824"/>
                    </a:cubicBezTo>
                    <a:cubicBezTo>
                      <a:pt x="15961" y="3669"/>
                      <a:pt x="14361" y="4320"/>
                      <a:pt x="12670" y="4762"/>
                    </a:cubicBezTo>
                    <a:cubicBezTo>
                      <a:pt x="12605" y="4775"/>
                      <a:pt x="12553" y="4827"/>
                      <a:pt x="12514" y="4879"/>
                    </a:cubicBezTo>
                    <a:cubicBezTo>
                      <a:pt x="12267" y="4775"/>
                      <a:pt x="12020" y="4671"/>
                      <a:pt x="11760" y="4580"/>
                    </a:cubicBezTo>
                    <a:cubicBezTo>
                      <a:pt x="12540" y="4294"/>
                      <a:pt x="13282" y="3982"/>
                      <a:pt x="14010" y="3604"/>
                    </a:cubicBezTo>
                    <a:cubicBezTo>
                      <a:pt x="14491" y="3344"/>
                      <a:pt x="14973" y="2954"/>
                      <a:pt x="15467" y="2746"/>
                    </a:cubicBezTo>
                    <a:cubicBezTo>
                      <a:pt x="15840" y="2592"/>
                      <a:pt x="16125" y="2534"/>
                      <a:pt x="16375" y="2534"/>
                    </a:cubicBezTo>
                    <a:close/>
                    <a:moveTo>
                      <a:pt x="21747" y="5513"/>
                    </a:moveTo>
                    <a:cubicBezTo>
                      <a:pt x="21857" y="5513"/>
                      <a:pt x="21971" y="5522"/>
                      <a:pt x="22088" y="5543"/>
                    </a:cubicBezTo>
                    <a:cubicBezTo>
                      <a:pt x="22413" y="5595"/>
                      <a:pt x="22739" y="5725"/>
                      <a:pt x="23077" y="5842"/>
                    </a:cubicBezTo>
                    <a:cubicBezTo>
                      <a:pt x="21633" y="6037"/>
                      <a:pt x="20189" y="6232"/>
                      <a:pt x="18745" y="6440"/>
                    </a:cubicBezTo>
                    <a:cubicBezTo>
                      <a:pt x="18706" y="6440"/>
                      <a:pt x="18667" y="6466"/>
                      <a:pt x="18641" y="6479"/>
                    </a:cubicBezTo>
                    <a:cubicBezTo>
                      <a:pt x="18498" y="6427"/>
                      <a:pt x="18368" y="6362"/>
                      <a:pt x="18238" y="6310"/>
                    </a:cubicBezTo>
                    <a:cubicBezTo>
                      <a:pt x="18914" y="6193"/>
                      <a:pt x="19578" y="6037"/>
                      <a:pt x="20241" y="5855"/>
                    </a:cubicBezTo>
                    <a:cubicBezTo>
                      <a:pt x="20768" y="5715"/>
                      <a:pt x="21223" y="5513"/>
                      <a:pt x="21747" y="5513"/>
                    </a:cubicBezTo>
                    <a:close/>
                    <a:moveTo>
                      <a:pt x="35318" y="3708"/>
                    </a:moveTo>
                    <a:cubicBezTo>
                      <a:pt x="35578" y="4333"/>
                      <a:pt x="35864" y="4944"/>
                      <a:pt x="36059" y="5595"/>
                    </a:cubicBezTo>
                    <a:cubicBezTo>
                      <a:pt x="36267" y="6271"/>
                      <a:pt x="36332" y="6974"/>
                      <a:pt x="36488" y="7663"/>
                    </a:cubicBezTo>
                    <a:cubicBezTo>
                      <a:pt x="36488" y="7676"/>
                      <a:pt x="36501" y="7676"/>
                      <a:pt x="36501" y="7689"/>
                    </a:cubicBezTo>
                    <a:cubicBezTo>
                      <a:pt x="36202" y="7728"/>
                      <a:pt x="35903" y="7767"/>
                      <a:pt x="35604" y="7819"/>
                    </a:cubicBezTo>
                    <a:cubicBezTo>
                      <a:pt x="35435" y="6635"/>
                      <a:pt x="35149" y="5491"/>
                      <a:pt x="34784" y="4359"/>
                    </a:cubicBezTo>
                    <a:cubicBezTo>
                      <a:pt x="34719" y="4177"/>
                      <a:pt x="34654" y="3969"/>
                      <a:pt x="34602" y="3748"/>
                    </a:cubicBezTo>
                    <a:cubicBezTo>
                      <a:pt x="34732" y="3748"/>
                      <a:pt x="34875" y="3735"/>
                      <a:pt x="35018" y="3735"/>
                    </a:cubicBezTo>
                    <a:cubicBezTo>
                      <a:pt x="35122" y="3721"/>
                      <a:pt x="35214" y="3721"/>
                      <a:pt x="35318" y="3708"/>
                    </a:cubicBezTo>
                    <a:close/>
                    <a:moveTo>
                      <a:pt x="42134" y="2095"/>
                    </a:moveTo>
                    <a:cubicBezTo>
                      <a:pt x="42407" y="2291"/>
                      <a:pt x="42680" y="2499"/>
                      <a:pt x="42953" y="2681"/>
                    </a:cubicBezTo>
                    <a:cubicBezTo>
                      <a:pt x="43240" y="4853"/>
                      <a:pt x="43357" y="6987"/>
                      <a:pt x="43409" y="9159"/>
                    </a:cubicBezTo>
                    <a:cubicBezTo>
                      <a:pt x="43110" y="9159"/>
                      <a:pt x="42784" y="9211"/>
                      <a:pt x="42524" y="9224"/>
                    </a:cubicBezTo>
                    <a:cubicBezTo>
                      <a:pt x="42823" y="6935"/>
                      <a:pt x="42836" y="4346"/>
                      <a:pt x="42134" y="2095"/>
                    </a:cubicBezTo>
                    <a:close/>
                    <a:moveTo>
                      <a:pt x="39302" y="2966"/>
                    </a:moveTo>
                    <a:cubicBezTo>
                      <a:pt x="39393" y="2966"/>
                      <a:pt x="39444" y="3063"/>
                      <a:pt x="39649" y="3344"/>
                    </a:cubicBezTo>
                    <a:cubicBezTo>
                      <a:pt x="39897" y="3695"/>
                      <a:pt x="40027" y="4216"/>
                      <a:pt x="40196" y="4606"/>
                    </a:cubicBezTo>
                    <a:cubicBezTo>
                      <a:pt x="40807" y="6115"/>
                      <a:pt x="41249" y="7611"/>
                      <a:pt x="41510" y="9211"/>
                    </a:cubicBezTo>
                    <a:cubicBezTo>
                      <a:pt x="41510" y="9224"/>
                      <a:pt x="41510" y="9237"/>
                      <a:pt x="41510" y="9250"/>
                    </a:cubicBezTo>
                    <a:cubicBezTo>
                      <a:pt x="41210" y="9250"/>
                      <a:pt x="40898" y="9263"/>
                      <a:pt x="40586" y="9276"/>
                    </a:cubicBezTo>
                    <a:lnTo>
                      <a:pt x="40573" y="9276"/>
                    </a:lnTo>
                    <a:cubicBezTo>
                      <a:pt x="40404" y="9107"/>
                      <a:pt x="40222" y="8938"/>
                      <a:pt x="40053" y="8769"/>
                    </a:cubicBezTo>
                    <a:cubicBezTo>
                      <a:pt x="39714" y="8456"/>
                      <a:pt x="39376" y="8105"/>
                      <a:pt x="38999" y="7832"/>
                    </a:cubicBezTo>
                    <a:cubicBezTo>
                      <a:pt x="39086" y="7671"/>
                      <a:pt x="38995" y="7414"/>
                      <a:pt x="38794" y="7414"/>
                    </a:cubicBezTo>
                    <a:cubicBezTo>
                      <a:pt x="38784" y="7414"/>
                      <a:pt x="38775" y="7415"/>
                      <a:pt x="38765" y="7416"/>
                    </a:cubicBezTo>
                    <a:cubicBezTo>
                      <a:pt x="38192" y="7481"/>
                      <a:pt x="37594" y="7546"/>
                      <a:pt x="37009" y="7624"/>
                    </a:cubicBezTo>
                    <a:cubicBezTo>
                      <a:pt x="37009" y="7611"/>
                      <a:pt x="37022" y="7598"/>
                      <a:pt x="37022" y="7585"/>
                    </a:cubicBezTo>
                    <a:cubicBezTo>
                      <a:pt x="37100" y="6362"/>
                      <a:pt x="36670" y="4944"/>
                      <a:pt x="35981" y="3865"/>
                    </a:cubicBezTo>
                    <a:cubicBezTo>
                      <a:pt x="36020" y="3865"/>
                      <a:pt x="36059" y="3865"/>
                      <a:pt x="36098" y="3852"/>
                    </a:cubicBezTo>
                    <a:cubicBezTo>
                      <a:pt x="36996" y="3617"/>
                      <a:pt x="37932" y="3422"/>
                      <a:pt x="38817" y="3136"/>
                    </a:cubicBezTo>
                    <a:cubicBezTo>
                      <a:pt x="39106" y="3044"/>
                      <a:pt x="39220" y="2966"/>
                      <a:pt x="39302" y="2966"/>
                    </a:cubicBezTo>
                    <a:close/>
                    <a:moveTo>
                      <a:pt x="11604" y="5087"/>
                    </a:moveTo>
                    <a:lnTo>
                      <a:pt x="11604" y="5087"/>
                    </a:lnTo>
                    <a:cubicBezTo>
                      <a:pt x="11916" y="5204"/>
                      <a:pt x="12228" y="5322"/>
                      <a:pt x="12553" y="5426"/>
                    </a:cubicBezTo>
                    <a:lnTo>
                      <a:pt x="12605" y="5426"/>
                    </a:lnTo>
                    <a:cubicBezTo>
                      <a:pt x="13295" y="6505"/>
                      <a:pt x="13594" y="7611"/>
                      <a:pt x="13854" y="8873"/>
                    </a:cubicBezTo>
                    <a:cubicBezTo>
                      <a:pt x="13876" y="8995"/>
                      <a:pt x="13975" y="9060"/>
                      <a:pt x="14076" y="9060"/>
                    </a:cubicBezTo>
                    <a:cubicBezTo>
                      <a:pt x="14093" y="9060"/>
                      <a:pt x="14110" y="9059"/>
                      <a:pt x="14127" y="9055"/>
                    </a:cubicBezTo>
                    <a:lnTo>
                      <a:pt x="14127" y="9055"/>
                    </a:lnTo>
                    <a:cubicBezTo>
                      <a:pt x="13854" y="9185"/>
                      <a:pt x="13581" y="9302"/>
                      <a:pt x="13295" y="9419"/>
                    </a:cubicBezTo>
                    <a:cubicBezTo>
                      <a:pt x="13087" y="7845"/>
                      <a:pt x="12514" y="6375"/>
                      <a:pt x="11604" y="5087"/>
                    </a:cubicBezTo>
                    <a:close/>
                    <a:moveTo>
                      <a:pt x="38414" y="8027"/>
                    </a:moveTo>
                    <a:cubicBezTo>
                      <a:pt x="38414" y="8040"/>
                      <a:pt x="38427" y="8053"/>
                      <a:pt x="38427" y="8066"/>
                    </a:cubicBezTo>
                    <a:cubicBezTo>
                      <a:pt x="38765" y="8509"/>
                      <a:pt x="39233" y="8834"/>
                      <a:pt x="39649" y="9185"/>
                    </a:cubicBezTo>
                    <a:cubicBezTo>
                      <a:pt x="39988" y="9471"/>
                      <a:pt x="40326" y="9757"/>
                      <a:pt x="40677" y="10044"/>
                    </a:cubicBezTo>
                    <a:cubicBezTo>
                      <a:pt x="39975" y="10044"/>
                      <a:pt x="39272" y="10040"/>
                      <a:pt x="38571" y="10040"/>
                    </a:cubicBezTo>
                    <a:cubicBezTo>
                      <a:pt x="37870" y="10040"/>
                      <a:pt x="37171" y="10044"/>
                      <a:pt x="36475" y="10057"/>
                    </a:cubicBezTo>
                    <a:lnTo>
                      <a:pt x="36462" y="10057"/>
                    </a:lnTo>
                    <a:cubicBezTo>
                      <a:pt x="36436" y="10044"/>
                      <a:pt x="36397" y="10030"/>
                      <a:pt x="36358" y="10030"/>
                    </a:cubicBezTo>
                    <a:cubicBezTo>
                      <a:pt x="36345" y="10004"/>
                      <a:pt x="36332" y="9965"/>
                      <a:pt x="36306" y="9939"/>
                    </a:cubicBezTo>
                    <a:cubicBezTo>
                      <a:pt x="35916" y="9510"/>
                      <a:pt x="35539" y="9068"/>
                      <a:pt x="35201" y="8600"/>
                    </a:cubicBezTo>
                    <a:cubicBezTo>
                      <a:pt x="36280" y="8456"/>
                      <a:pt x="37347" y="8248"/>
                      <a:pt x="38414" y="8027"/>
                    </a:cubicBezTo>
                    <a:close/>
                    <a:moveTo>
                      <a:pt x="56326" y="7715"/>
                    </a:moveTo>
                    <a:lnTo>
                      <a:pt x="56326" y="7715"/>
                    </a:lnTo>
                    <a:cubicBezTo>
                      <a:pt x="57627" y="8183"/>
                      <a:pt x="59019" y="8535"/>
                      <a:pt x="60345" y="8821"/>
                    </a:cubicBezTo>
                    <a:cubicBezTo>
                      <a:pt x="60397" y="9406"/>
                      <a:pt x="60619" y="10030"/>
                      <a:pt x="60866" y="10590"/>
                    </a:cubicBezTo>
                    <a:cubicBezTo>
                      <a:pt x="59526" y="10004"/>
                      <a:pt x="58173" y="9367"/>
                      <a:pt x="56794" y="8925"/>
                    </a:cubicBezTo>
                    <a:lnTo>
                      <a:pt x="56755" y="8925"/>
                    </a:lnTo>
                    <a:cubicBezTo>
                      <a:pt x="56717" y="8877"/>
                      <a:pt x="56657" y="8850"/>
                      <a:pt x="56596" y="8850"/>
                    </a:cubicBezTo>
                    <a:cubicBezTo>
                      <a:pt x="56575" y="8850"/>
                      <a:pt x="56554" y="8853"/>
                      <a:pt x="56534" y="8860"/>
                    </a:cubicBezTo>
                    <a:cubicBezTo>
                      <a:pt x="56482" y="8483"/>
                      <a:pt x="56404" y="8092"/>
                      <a:pt x="56326" y="7715"/>
                    </a:cubicBezTo>
                    <a:close/>
                    <a:moveTo>
                      <a:pt x="8560" y="6284"/>
                    </a:moveTo>
                    <a:cubicBezTo>
                      <a:pt x="8286" y="6765"/>
                      <a:pt x="8130" y="7273"/>
                      <a:pt x="8104" y="7845"/>
                    </a:cubicBezTo>
                    <a:cubicBezTo>
                      <a:pt x="8091" y="7858"/>
                      <a:pt x="8065" y="7871"/>
                      <a:pt x="8052" y="7884"/>
                    </a:cubicBezTo>
                    <a:cubicBezTo>
                      <a:pt x="6986" y="9146"/>
                      <a:pt x="5763" y="10148"/>
                      <a:pt x="4358" y="10928"/>
                    </a:cubicBezTo>
                    <a:cubicBezTo>
                      <a:pt x="4566" y="10356"/>
                      <a:pt x="4774" y="9718"/>
                      <a:pt x="5165" y="9276"/>
                    </a:cubicBezTo>
                    <a:cubicBezTo>
                      <a:pt x="5503" y="8886"/>
                      <a:pt x="5984" y="8587"/>
                      <a:pt x="6374" y="8248"/>
                    </a:cubicBezTo>
                    <a:cubicBezTo>
                      <a:pt x="7129" y="7611"/>
                      <a:pt x="7857" y="6961"/>
                      <a:pt x="8560" y="6284"/>
                    </a:cubicBezTo>
                    <a:close/>
                    <a:moveTo>
                      <a:pt x="32794" y="1185"/>
                    </a:moveTo>
                    <a:cubicBezTo>
                      <a:pt x="32794" y="1237"/>
                      <a:pt x="32833" y="1302"/>
                      <a:pt x="32924" y="1367"/>
                    </a:cubicBezTo>
                    <a:cubicBezTo>
                      <a:pt x="33431" y="1744"/>
                      <a:pt x="33705" y="3162"/>
                      <a:pt x="33926" y="3761"/>
                    </a:cubicBezTo>
                    <a:cubicBezTo>
                      <a:pt x="34420" y="5113"/>
                      <a:pt x="34784" y="6505"/>
                      <a:pt x="35175" y="7897"/>
                    </a:cubicBezTo>
                    <a:cubicBezTo>
                      <a:pt x="34966" y="7936"/>
                      <a:pt x="34745" y="7975"/>
                      <a:pt x="34537" y="8014"/>
                    </a:cubicBezTo>
                    <a:cubicBezTo>
                      <a:pt x="34290" y="8066"/>
                      <a:pt x="34251" y="8339"/>
                      <a:pt x="34368" y="8522"/>
                    </a:cubicBezTo>
                    <a:cubicBezTo>
                      <a:pt x="34004" y="9341"/>
                      <a:pt x="33679" y="10187"/>
                      <a:pt x="33392" y="11045"/>
                    </a:cubicBezTo>
                    <a:cubicBezTo>
                      <a:pt x="33444" y="8404"/>
                      <a:pt x="33067" y="5269"/>
                      <a:pt x="32118" y="3110"/>
                    </a:cubicBezTo>
                    <a:cubicBezTo>
                      <a:pt x="31948" y="2733"/>
                      <a:pt x="31961" y="2577"/>
                      <a:pt x="31753" y="2486"/>
                    </a:cubicBezTo>
                    <a:cubicBezTo>
                      <a:pt x="31974" y="2134"/>
                      <a:pt x="32222" y="1705"/>
                      <a:pt x="32508" y="1471"/>
                    </a:cubicBezTo>
                    <a:cubicBezTo>
                      <a:pt x="32664" y="1341"/>
                      <a:pt x="32742" y="1250"/>
                      <a:pt x="32794" y="1185"/>
                    </a:cubicBezTo>
                    <a:close/>
                    <a:moveTo>
                      <a:pt x="9119" y="6375"/>
                    </a:moveTo>
                    <a:cubicBezTo>
                      <a:pt x="9978" y="7572"/>
                      <a:pt x="10732" y="8782"/>
                      <a:pt x="11447" y="10070"/>
                    </a:cubicBezTo>
                    <a:cubicBezTo>
                      <a:pt x="11461" y="10083"/>
                      <a:pt x="11474" y="10083"/>
                      <a:pt x="11474" y="10096"/>
                    </a:cubicBezTo>
                    <a:cubicBezTo>
                      <a:pt x="11239" y="10174"/>
                      <a:pt x="10992" y="10252"/>
                      <a:pt x="10745" y="10330"/>
                    </a:cubicBezTo>
                    <a:cubicBezTo>
                      <a:pt x="10615" y="10382"/>
                      <a:pt x="10537" y="10486"/>
                      <a:pt x="10524" y="10629"/>
                    </a:cubicBezTo>
                    <a:cubicBezTo>
                      <a:pt x="10498" y="10889"/>
                      <a:pt x="10446" y="11110"/>
                      <a:pt x="10368" y="11318"/>
                    </a:cubicBezTo>
                    <a:cubicBezTo>
                      <a:pt x="10017" y="10109"/>
                      <a:pt x="9392" y="9042"/>
                      <a:pt x="8625" y="8053"/>
                    </a:cubicBezTo>
                    <a:cubicBezTo>
                      <a:pt x="8638" y="7429"/>
                      <a:pt x="8794" y="6882"/>
                      <a:pt x="9119" y="6375"/>
                    </a:cubicBezTo>
                    <a:close/>
                    <a:moveTo>
                      <a:pt x="14400" y="9302"/>
                    </a:moveTo>
                    <a:lnTo>
                      <a:pt x="14400" y="9302"/>
                    </a:lnTo>
                    <a:cubicBezTo>
                      <a:pt x="14088" y="9731"/>
                      <a:pt x="13815" y="10213"/>
                      <a:pt x="13724" y="10668"/>
                    </a:cubicBezTo>
                    <a:cubicBezTo>
                      <a:pt x="13711" y="10694"/>
                      <a:pt x="13724" y="10707"/>
                      <a:pt x="13724" y="10733"/>
                    </a:cubicBezTo>
                    <a:cubicBezTo>
                      <a:pt x="12761" y="11006"/>
                      <a:pt x="11812" y="11331"/>
                      <a:pt x="10849" y="11618"/>
                    </a:cubicBezTo>
                    <a:cubicBezTo>
                      <a:pt x="10966" y="11383"/>
                      <a:pt x="11057" y="11136"/>
                      <a:pt x="11096" y="10876"/>
                    </a:cubicBezTo>
                    <a:cubicBezTo>
                      <a:pt x="12306" y="10512"/>
                      <a:pt x="13347" y="9965"/>
                      <a:pt x="14400" y="9302"/>
                    </a:cubicBezTo>
                    <a:close/>
                    <a:moveTo>
                      <a:pt x="27096" y="10161"/>
                    </a:moveTo>
                    <a:cubicBezTo>
                      <a:pt x="27096" y="10161"/>
                      <a:pt x="27109" y="10161"/>
                      <a:pt x="27109" y="10174"/>
                    </a:cubicBezTo>
                    <a:cubicBezTo>
                      <a:pt x="27487" y="10525"/>
                      <a:pt x="28033" y="10746"/>
                      <a:pt x="28553" y="10915"/>
                    </a:cubicBezTo>
                    <a:cubicBezTo>
                      <a:pt x="27331" y="11123"/>
                      <a:pt x="26095" y="11253"/>
                      <a:pt x="24846" y="11396"/>
                    </a:cubicBezTo>
                    <a:cubicBezTo>
                      <a:pt x="24716" y="11409"/>
                      <a:pt x="24625" y="11487"/>
                      <a:pt x="24586" y="11591"/>
                    </a:cubicBezTo>
                    <a:cubicBezTo>
                      <a:pt x="24566" y="11588"/>
                      <a:pt x="24547" y="11587"/>
                      <a:pt x="24527" y="11587"/>
                    </a:cubicBezTo>
                    <a:cubicBezTo>
                      <a:pt x="24470" y="11587"/>
                      <a:pt x="24413" y="11601"/>
                      <a:pt x="24365" y="11631"/>
                    </a:cubicBezTo>
                    <a:cubicBezTo>
                      <a:pt x="24144" y="11513"/>
                      <a:pt x="23935" y="11396"/>
                      <a:pt x="23714" y="11279"/>
                    </a:cubicBezTo>
                    <a:cubicBezTo>
                      <a:pt x="24872" y="10993"/>
                      <a:pt x="26004" y="10603"/>
                      <a:pt x="27096" y="10161"/>
                    </a:cubicBezTo>
                    <a:close/>
                    <a:moveTo>
                      <a:pt x="46382" y="1867"/>
                    </a:moveTo>
                    <a:cubicBezTo>
                      <a:pt x="46473" y="1867"/>
                      <a:pt x="46549" y="1877"/>
                      <a:pt x="46609" y="1900"/>
                    </a:cubicBezTo>
                    <a:cubicBezTo>
                      <a:pt x="47910" y="2421"/>
                      <a:pt x="47701" y="4957"/>
                      <a:pt x="47740" y="6076"/>
                    </a:cubicBezTo>
                    <a:cubicBezTo>
                      <a:pt x="47845" y="8574"/>
                      <a:pt x="47506" y="10980"/>
                      <a:pt x="47051" y="13426"/>
                    </a:cubicBezTo>
                    <a:cubicBezTo>
                      <a:pt x="47051" y="13478"/>
                      <a:pt x="47051" y="13504"/>
                      <a:pt x="47064" y="13543"/>
                    </a:cubicBezTo>
                    <a:cubicBezTo>
                      <a:pt x="46830" y="13504"/>
                      <a:pt x="46609" y="13465"/>
                      <a:pt x="46388" y="13452"/>
                    </a:cubicBezTo>
                    <a:cubicBezTo>
                      <a:pt x="46326" y="13447"/>
                      <a:pt x="46266" y="13445"/>
                      <a:pt x="46207" y="13445"/>
                    </a:cubicBezTo>
                    <a:cubicBezTo>
                      <a:pt x="45388" y="13445"/>
                      <a:pt x="44772" y="13855"/>
                      <a:pt x="44189" y="14401"/>
                    </a:cubicBezTo>
                    <a:cubicBezTo>
                      <a:pt x="44475" y="13530"/>
                      <a:pt x="44762" y="12658"/>
                      <a:pt x="45074" y="11787"/>
                    </a:cubicBezTo>
                    <a:cubicBezTo>
                      <a:pt x="45100" y="11748"/>
                      <a:pt x="45100" y="11696"/>
                      <a:pt x="45087" y="11644"/>
                    </a:cubicBezTo>
                    <a:cubicBezTo>
                      <a:pt x="45191" y="11618"/>
                      <a:pt x="45269" y="11500"/>
                      <a:pt x="45204" y="11370"/>
                    </a:cubicBezTo>
                    <a:cubicBezTo>
                      <a:pt x="44944" y="10824"/>
                      <a:pt x="44632" y="9549"/>
                      <a:pt x="44020" y="9263"/>
                    </a:cubicBezTo>
                    <a:cubicBezTo>
                      <a:pt x="44241" y="7078"/>
                      <a:pt x="44046" y="4814"/>
                      <a:pt x="43526" y="2681"/>
                    </a:cubicBezTo>
                    <a:cubicBezTo>
                      <a:pt x="44081" y="2531"/>
                      <a:pt x="45663" y="1867"/>
                      <a:pt x="46382" y="1867"/>
                    </a:cubicBezTo>
                    <a:close/>
                    <a:moveTo>
                      <a:pt x="49913" y="3240"/>
                    </a:moveTo>
                    <a:cubicBezTo>
                      <a:pt x="49926" y="3253"/>
                      <a:pt x="49926" y="3253"/>
                      <a:pt x="49939" y="3266"/>
                    </a:cubicBezTo>
                    <a:cubicBezTo>
                      <a:pt x="50667" y="3735"/>
                      <a:pt x="52619" y="4320"/>
                      <a:pt x="53087" y="4970"/>
                    </a:cubicBezTo>
                    <a:cubicBezTo>
                      <a:pt x="53503" y="5569"/>
                      <a:pt x="53009" y="6167"/>
                      <a:pt x="52762" y="6778"/>
                    </a:cubicBezTo>
                    <a:cubicBezTo>
                      <a:pt x="51786" y="9276"/>
                      <a:pt x="51006" y="11852"/>
                      <a:pt x="50563" y="14492"/>
                    </a:cubicBezTo>
                    <a:cubicBezTo>
                      <a:pt x="49562" y="14219"/>
                      <a:pt x="48482" y="13829"/>
                      <a:pt x="47428" y="13608"/>
                    </a:cubicBezTo>
                    <a:cubicBezTo>
                      <a:pt x="47441" y="13595"/>
                      <a:pt x="47454" y="13569"/>
                      <a:pt x="47467" y="13543"/>
                    </a:cubicBezTo>
                    <a:cubicBezTo>
                      <a:pt x="48131" y="11448"/>
                      <a:pt x="48456" y="9237"/>
                      <a:pt x="48456" y="7026"/>
                    </a:cubicBezTo>
                    <a:cubicBezTo>
                      <a:pt x="48560" y="6726"/>
                      <a:pt x="48586" y="6388"/>
                      <a:pt x="48573" y="6050"/>
                    </a:cubicBezTo>
                    <a:cubicBezTo>
                      <a:pt x="48690" y="6024"/>
                      <a:pt x="48807" y="5933"/>
                      <a:pt x="48820" y="5777"/>
                    </a:cubicBezTo>
                    <a:cubicBezTo>
                      <a:pt x="48963" y="4775"/>
                      <a:pt x="49314" y="4008"/>
                      <a:pt x="49913" y="3240"/>
                    </a:cubicBezTo>
                    <a:close/>
                    <a:moveTo>
                      <a:pt x="54193" y="5217"/>
                    </a:moveTo>
                    <a:cubicBezTo>
                      <a:pt x="54404" y="5237"/>
                      <a:pt x="54616" y="5244"/>
                      <a:pt x="54830" y="5244"/>
                    </a:cubicBezTo>
                    <a:cubicBezTo>
                      <a:pt x="55182" y="5244"/>
                      <a:pt x="55535" y="5226"/>
                      <a:pt x="55884" y="5217"/>
                    </a:cubicBezTo>
                    <a:lnTo>
                      <a:pt x="55884" y="5217"/>
                    </a:lnTo>
                    <a:cubicBezTo>
                      <a:pt x="55311" y="6245"/>
                      <a:pt x="54739" y="7273"/>
                      <a:pt x="54219" y="8339"/>
                    </a:cubicBezTo>
                    <a:cubicBezTo>
                      <a:pt x="54154" y="8470"/>
                      <a:pt x="54232" y="8600"/>
                      <a:pt x="54336" y="8639"/>
                    </a:cubicBezTo>
                    <a:cubicBezTo>
                      <a:pt x="53087" y="10473"/>
                      <a:pt x="52150" y="12567"/>
                      <a:pt x="51396" y="14674"/>
                    </a:cubicBezTo>
                    <a:cubicBezTo>
                      <a:pt x="51344" y="14635"/>
                      <a:pt x="51292" y="14622"/>
                      <a:pt x="51240" y="14622"/>
                    </a:cubicBezTo>
                    <a:cubicBezTo>
                      <a:pt x="51149" y="14635"/>
                      <a:pt x="51084" y="14648"/>
                      <a:pt x="51006" y="14648"/>
                    </a:cubicBezTo>
                    <a:cubicBezTo>
                      <a:pt x="51903" y="11435"/>
                      <a:pt x="52866" y="8287"/>
                      <a:pt x="54193" y="5217"/>
                    </a:cubicBezTo>
                    <a:close/>
                    <a:moveTo>
                      <a:pt x="46279" y="14124"/>
                    </a:moveTo>
                    <a:cubicBezTo>
                      <a:pt x="46692" y="14124"/>
                      <a:pt x="47134" y="14207"/>
                      <a:pt x="47649" y="14323"/>
                    </a:cubicBezTo>
                    <a:cubicBezTo>
                      <a:pt x="48456" y="14518"/>
                      <a:pt x="49262" y="14687"/>
                      <a:pt x="50056" y="14870"/>
                    </a:cubicBezTo>
                    <a:cubicBezTo>
                      <a:pt x="49744" y="14987"/>
                      <a:pt x="49445" y="15143"/>
                      <a:pt x="49184" y="15364"/>
                    </a:cubicBezTo>
                    <a:cubicBezTo>
                      <a:pt x="49158" y="15338"/>
                      <a:pt x="49145" y="15325"/>
                      <a:pt x="49106" y="15325"/>
                    </a:cubicBezTo>
                    <a:cubicBezTo>
                      <a:pt x="47623" y="15104"/>
                      <a:pt x="46140" y="14883"/>
                      <a:pt x="44658" y="14700"/>
                    </a:cubicBezTo>
                    <a:cubicBezTo>
                      <a:pt x="45218" y="14275"/>
                      <a:pt x="45722" y="14124"/>
                      <a:pt x="46279" y="14124"/>
                    </a:cubicBezTo>
                    <a:close/>
                    <a:moveTo>
                      <a:pt x="58290" y="15091"/>
                    </a:moveTo>
                    <a:lnTo>
                      <a:pt x="58290" y="15091"/>
                    </a:lnTo>
                    <a:cubicBezTo>
                      <a:pt x="59292" y="15143"/>
                      <a:pt x="60280" y="15273"/>
                      <a:pt x="61282" y="15455"/>
                    </a:cubicBezTo>
                    <a:cubicBezTo>
                      <a:pt x="61282" y="15468"/>
                      <a:pt x="61282" y="15468"/>
                      <a:pt x="61282" y="15481"/>
                    </a:cubicBezTo>
                    <a:cubicBezTo>
                      <a:pt x="61594" y="16196"/>
                      <a:pt x="62232" y="16834"/>
                      <a:pt x="62856" y="17328"/>
                    </a:cubicBezTo>
                    <a:cubicBezTo>
                      <a:pt x="61659" y="17029"/>
                      <a:pt x="60463" y="16782"/>
                      <a:pt x="59227" y="16691"/>
                    </a:cubicBezTo>
                    <a:cubicBezTo>
                      <a:pt x="59218" y="16686"/>
                      <a:pt x="59209" y="16685"/>
                      <a:pt x="59201" y="16685"/>
                    </a:cubicBezTo>
                    <a:cubicBezTo>
                      <a:pt x="59183" y="16685"/>
                      <a:pt x="59166" y="16691"/>
                      <a:pt x="59149" y="16691"/>
                    </a:cubicBezTo>
                    <a:cubicBezTo>
                      <a:pt x="59123" y="16678"/>
                      <a:pt x="59097" y="16665"/>
                      <a:pt x="59071" y="16665"/>
                    </a:cubicBezTo>
                    <a:cubicBezTo>
                      <a:pt x="59110" y="16587"/>
                      <a:pt x="59123" y="16509"/>
                      <a:pt x="59084" y="16418"/>
                    </a:cubicBezTo>
                    <a:cubicBezTo>
                      <a:pt x="58876" y="15949"/>
                      <a:pt x="58576" y="15520"/>
                      <a:pt x="58290" y="15091"/>
                    </a:cubicBezTo>
                    <a:close/>
                    <a:moveTo>
                      <a:pt x="6895" y="14375"/>
                    </a:moveTo>
                    <a:lnTo>
                      <a:pt x="6895" y="14375"/>
                    </a:lnTo>
                    <a:cubicBezTo>
                      <a:pt x="6817" y="14531"/>
                      <a:pt x="6726" y="14661"/>
                      <a:pt x="6634" y="14805"/>
                    </a:cubicBezTo>
                    <a:cubicBezTo>
                      <a:pt x="6452" y="15052"/>
                      <a:pt x="6218" y="15286"/>
                      <a:pt x="6088" y="15559"/>
                    </a:cubicBezTo>
                    <a:cubicBezTo>
                      <a:pt x="6049" y="15611"/>
                      <a:pt x="6049" y="15676"/>
                      <a:pt x="6049" y="15728"/>
                    </a:cubicBezTo>
                    <a:cubicBezTo>
                      <a:pt x="5425" y="15741"/>
                      <a:pt x="4566" y="16274"/>
                      <a:pt x="4072" y="16483"/>
                    </a:cubicBezTo>
                    <a:cubicBezTo>
                      <a:pt x="3031" y="16886"/>
                      <a:pt x="1991" y="17289"/>
                      <a:pt x="950" y="17692"/>
                    </a:cubicBezTo>
                    <a:cubicBezTo>
                      <a:pt x="1197" y="17328"/>
                      <a:pt x="1366" y="16899"/>
                      <a:pt x="1418" y="16470"/>
                    </a:cubicBezTo>
                    <a:cubicBezTo>
                      <a:pt x="1444" y="16457"/>
                      <a:pt x="1483" y="16457"/>
                      <a:pt x="1509" y="16431"/>
                    </a:cubicBezTo>
                    <a:cubicBezTo>
                      <a:pt x="3200" y="15403"/>
                      <a:pt x="4969" y="14766"/>
                      <a:pt x="6895" y="14375"/>
                    </a:cubicBezTo>
                    <a:close/>
                    <a:moveTo>
                      <a:pt x="55715" y="7572"/>
                    </a:moveTo>
                    <a:cubicBezTo>
                      <a:pt x="55832" y="8079"/>
                      <a:pt x="55936" y="8600"/>
                      <a:pt x="56131" y="9094"/>
                    </a:cubicBezTo>
                    <a:cubicBezTo>
                      <a:pt x="56144" y="9133"/>
                      <a:pt x="56170" y="9159"/>
                      <a:pt x="56183" y="9185"/>
                    </a:cubicBezTo>
                    <a:cubicBezTo>
                      <a:pt x="53438" y="11969"/>
                      <a:pt x="52267" y="15767"/>
                      <a:pt x="51019" y="19396"/>
                    </a:cubicBezTo>
                    <a:cubicBezTo>
                      <a:pt x="50993" y="19474"/>
                      <a:pt x="50993" y="19540"/>
                      <a:pt x="51019" y="19592"/>
                    </a:cubicBezTo>
                    <a:cubicBezTo>
                      <a:pt x="50537" y="19605"/>
                      <a:pt x="50069" y="19631"/>
                      <a:pt x="49601" y="19683"/>
                    </a:cubicBezTo>
                    <a:cubicBezTo>
                      <a:pt x="50147" y="18746"/>
                      <a:pt x="50576" y="17744"/>
                      <a:pt x="50954" y="16730"/>
                    </a:cubicBezTo>
                    <a:cubicBezTo>
                      <a:pt x="51008" y="16759"/>
                      <a:pt x="51067" y="16776"/>
                      <a:pt x="51125" y="16776"/>
                    </a:cubicBezTo>
                    <a:cubicBezTo>
                      <a:pt x="51219" y="16776"/>
                      <a:pt x="51308" y="16731"/>
                      <a:pt x="51357" y="16626"/>
                    </a:cubicBezTo>
                    <a:cubicBezTo>
                      <a:pt x="52697" y="13504"/>
                      <a:pt x="53919" y="10460"/>
                      <a:pt x="55715" y="7572"/>
                    </a:cubicBezTo>
                    <a:close/>
                    <a:moveTo>
                      <a:pt x="17743" y="3370"/>
                    </a:moveTo>
                    <a:cubicBezTo>
                      <a:pt x="18056" y="4099"/>
                      <a:pt x="18355" y="4840"/>
                      <a:pt x="18654" y="5582"/>
                    </a:cubicBezTo>
                    <a:cubicBezTo>
                      <a:pt x="18160" y="5699"/>
                      <a:pt x="17665" y="5829"/>
                      <a:pt x="17158" y="5920"/>
                    </a:cubicBezTo>
                    <a:cubicBezTo>
                      <a:pt x="17041" y="5933"/>
                      <a:pt x="16989" y="5998"/>
                      <a:pt x="16963" y="6076"/>
                    </a:cubicBezTo>
                    <a:cubicBezTo>
                      <a:pt x="16885" y="6128"/>
                      <a:pt x="16833" y="6206"/>
                      <a:pt x="16859" y="6310"/>
                    </a:cubicBezTo>
                    <a:cubicBezTo>
                      <a:pt x="18212" y="11032"/>
                      <a:pt x="19682" y="15533"/>
                      <a:pt x="20293" y="20229"/>
                    </a:cubicBezTo>
                    <a:cubicBezTo>
                      <a:pt x="19317" y="16105"/>
                      <a:pt x="17496" y="12099"/>
                      <a:pt x="15337" y="8756"/>
                    </a:cubicBezTo>
                    <a:cubicBezTo>
                      <a:pt x="15285" y="8678"/>
                      <a:pt x="15233" y="8652"/>
                      <a:pt x="15168" y="8626"/>
                    </a:cubicBezTo>
                    <a:cubicBezTo>
                      <a:pt x="15131" y="8601"/>
                      <a:pt x="15091" y="8588"/>
                      <a:pt x="15051" y="8588"/>
                    </a:cubicBezTo>
                    <a:cubicBezTo>
                      <a:pt x="15007" y="8588"/>
                      <a:pt x="14962" y="8604"/>
                      <a:pt x="14921" y="8639"/>
                    </a:cubicBezTo>
                    <a:cubicBezTo>
                      <a:pt x="14869" y="8665"/>
                      <a:pt x="14830" y="8704"/>
                      <a:pt x="14804" y="8756"/>
                    </a:cubicBezTo>
                    <a:cubicBezTo>
                      <a:pt x="14796" y="8752"/>
                      <a:pt x="14787" y="8750"/>
                      <a:pt x="14778" y="8750"/>
                    </a:cubicBezTo>
                    <a:cubicBezTo>
                      <a:pt x="14756" y="8750"/>
                      <a:pt x="14731" y="8759"/>
                      <a:pt x="14713" y="8769"/>
                    </a:cubicBezTo>
                    <a:cubicBezTo>
                      <a:pt x="14582" y="8834"/>
                      <a:pt x="14439" y="8899"/>
                      <a:pt x="14309" y="8977"/>
                    </a:cubicBezTo>
                    <a:cubicBezTo>
                      <a:pt x="14348" y="8925"/>
                      <a:pt x="14374" y="8873"/>
                      <a:pt x="14374" y="8795"/>
                    </a:cubicBezTo>
                    <a:cubicBezTo>
                      <a:pt x="14413" y="7533"/>
                      <a:pt x="13945" y="6323"/>
                      <a:pt x="13269" y="5256"/>
                    </a:cubicBezTo>
                    <a:cubicBezTo>
                      <a:pt x="14843" y="4814"/>
                      <a:pt x="16326" y="4190"/>
                      <a:pt x="17743" y="3370"/>
                    </a:cubicBezTo>
                    <a:close/>
                    <a:moveTo>
                      <a:pt x="30450" y="3160"/>
                    </a:moveTo>
                    <a:cubicBezTo>
                      <a:pt x="30571" y="3160"/>
                      <a:pt x="30685" y="3169"/>
                      <a:pt x="30791" y="3188"/>
                    </a:cubicBezTo>
                    <a:cubicBezTo>
                      <a:pt x="31922" y="3396"/>
                      <a:pt x="31961" y="5191"/>
                      <a:pt x="32144" y="6115"/>
                    </a:cubicBezTo>
                    <a:cubicBezTo>
                      <a:pt x="32560" y="8196"/>
                      <a:pt x="32690" y="10304"/>
                      <a:pt x="32950" y="12398"/>
                    </a:cubicBezTo>
                    <a:cubicBezTo>
                      <a:pt x="32170" y="15013"/>
                      <a:pt x="31649" y="17757"/>
                      <a:pt x="31272" y="20463"/>
                    </a:cubicBezTo>
                    <a:cubicBezTo>
                      <a:pt x="30973" y="17289"/>
                      <a:pt x="30270" y="14154"/>
                      <a:pt x="29243" y="11227"/>
                    </a:cubicBezTo>
                    <a:cubicBezTo>
                      <a:pt x="29204" y="11123"/>
                      <a:pt x="29139" y="11071"/>
                      <a:pt x="29061" y="11032"/>
                    </a:cubicBezTo>
                    <a:cubicBezTo>
                      <a:pt x="29061" y="11019"/>
                      <a:pt x="29048" y="11019"/>
                      <a:pt x="29048" y="11006"/>
                    </a:cubicBezTo>
                    <a:cubicBezTo>
                      <a:pt x="29178" y="10941"/>
                      <a:pt x="29243" y="10733"/>
                      <a:pt x="29074" y="10655"/>
                    </a:cubicBezTo>
                    <a:cubicBezTo>
                      <a:pt x="28787" y="10538"/>
                      <a:pt x="28501" y="10408"/>
                      <a:pt x="28228" y="10252"/>
                    </a:cubicBezTo>
                    <a:cubicBezTo>
                      <a:pt x="28176" y="10226"/>
                      <a:pt x="28111" y="10187"/>
                      <a:pt x="28059" y="10148"/>
                    </a:cubicBezTo>
                    <a:cubicBezTo>
                      <a:pt x="28085" y="10109"/>
                      <a:pt x="28085" y="10070"/>
                      <a:pt x="28098" y="10004"/>
                    </a:cubicBezTo>
                    <a:cubicBezTo>
                      <a:pt x="28137" y="7988"/>
                      <a:pt x="27773" y="5868"/>
                      <a:pt x="27005" y="3982"/>
                    </a:cubicBezTo>
                    <a:lnTo>
                      <a:pt x="27018" y="3982"/>
                    </a:lnTo>
                    <a:cubicBezTo>
                      <a:pt x="27927" y="3795"/>
                      <a:pt x="29419" y="3160"/>
                      <a:pt x="30450" y="3160"/>
                    </a:cubicBezTo>
                    <a:close/>
                    <a:moveTo>
                      <a:pt x="53009" y="20034"/>
                    </a:moveTo>
                    <a:cubicBezTo>
                      <a:pt x="53204" y="20515"/>
                      <a:pt x="53607" y="20983"/>
                      <a:pt x="54049" y="21335"/>
                    </a:cubicBezTo>
                    <a:cubicBezTo>
                      <a:pt x="53074" y="21022"/>
                      <a:pt x="51799" y="21061"/>
                      <a:pt x="50771" y="21048"/>
                    </a:cubicBezTo>
                    <a:cubicBezTo>
                      <a:pt x="50758" y="20996"/>
                      <a:pt x="50732" y="20931"/>
                      <a:pt x="50654" y="20892"/>
                    </a:cubicBezTo>
                    <a:cubicBezTo>
                      <a:pt x="50316" y="20684"/>
                      <a:pt x="49991" y="20463"/>
                      <a:pt x="49692" y="20216"/>
                    </a:cubicBezTo>
                    <a:cubicBezTo>
                      <a:pt x="50797" y="20151"/>
                      <a:pt x="51903" y="20073"/>
                      <a:pt x="53009" y="20034"/>
                    </a:cubicBezTo>
                    <a:close/>
                    <a:moveTo>
                      <a:pt x="8260" y="8613"/>
                    </a:moveTo>
                    <a:cubicBezTo>
                      <a:pt x="8976" y="9510"/>
                      <a:pt x="9496" y="10486"/>
                      <a:pt x="9978" y="11552"/>
                    </a:cubicBezTo>
                    <a:cubicBezTo>
                      <a:pt x="10005" y="11626"/>
                      <a:pt x="10066" y="11661"/>
                      <a:pt x="10131" y="11661"/>
                    </a:cubicBezTo>
                    <a:cubicBezTo>
                      <a:pt x="10158" y="11661"/>
                      <a:pt x="10185" y="11655"/>
                      <a:pt x="10212" y="11644"/>
                    </a:cubicBezTo>
                    <a:lnTo>
                      <a:pt x="10212" y="11644"/>
                    </a:lnTo>
                    <a:cubicBezTo>
                      <a:pt x="10186" y="11709"/>
                      <a:pt x="10147" y="11774"/>
                      <a:pt x="10121" y="11826"/>
                    </a:cubicBezTo>
                    <a:cubicBezTo>
                      <a:pt x="10108" y="11839"/>
                      <a:pt x="10108" y="11852"/>
                      <a:pt x="10108" y="11852"/>
                    </a:cubicBezTo>
                    <a:cubicBezTo>
                      <a:pt x="9952" y="11904"/>
                      <a:pt x="9873" y="12021"/>
                      <a:pt x="9873" y="12151"/>
                    </a:cubicBezTo>
                    <a:cubicBezTo>
                      <a:pt x="9743" y="12255"/>
                      <a:pt x="9678" y="12424"/>
                      <a:pt x="9769" y="12606"/>
                    </a:cubicBezTo>
                    <a:cubicBezTo>
                      <a:pt x="11942" y="16652"/>
                      <a:pt x="13867" y="20606"/>
                      <a:pt x="14374" y="25068"/>
                    </a:cubicBezTo>
                    <a:cubicBezTo>
                      <a:pt x="13945" y="23793"/>
                      <a:pt x="13243" y="22583"/>
                      <a:pt x="12657" y="21439"/>
                    </a:cubicBezTo>
                    <a:cubicBezTo>
                      <a:pt x="11317" y="18798"/>
                      <a:pt x="9717" y="16379"/>
                      <a:pt x="7610" y="14297"/>
                    </a:cubicBezTo>
                    <a:cubicBezTo>
                      <a:pt x="7584" y="14258"/>
                      <a:pt x="7545" y="14245"/>
                      <a:pt x="7506" y="14232"/>
                    </a:cubicBezTo>
                    <a:cubicBezTo>
                      <a:pt x="7506" y="14219"/>
                      <a:pt x="7519" y="14206"/>
                      <a:pt x="7519" y="14193"/>
                    </a:cubicBezTo>
                    <a:cubicBezTo>
                      <a:pt x="7574" y="14027"/>
                      <a:pt x="7432" y="13908"/>
                      <a:pt x="7293" y="13908"/>
                    </a:cubicBezTo>
                    <a:cubicBezTo>
                      <a:pt x="7268" y="13908"/>
                      <a:pt x="7243" y="13912"/>
                      <a:pt x="7220" y="13920"/>
                    </a:cubicBezTo>
                    <a:lnTo>
                      <a:pt x="7181" y="13920"/>
                    </a:lnTo>
                    <a:cubicBezTo>
                      <a:pt x="6556" y="13946"/>
                      <a:pt x="5945" y="14037"/>
                      <a:pt x="5334" y="14154"/>
                    </a:cubicBezTo>
                    <a:cubicBezTo>
                      <a:pt x="5217" y="13309"/>
                      <a:pt x="4683" y="12398"/>
                      <a:pt x="3994" y="11865"/>
                    </a:cubicBezTo>
                    <a:cubicBezTo>
                      <a:pt x="5646" y="11097"/>
                      <a:pt x="7077" y="9991"/>
                      <a:pt x="8260" y="8613"/>
                    </a:cubicBezTo>
                    <a:close/>
                    <a:moveTo>
                      <a:pt x="5712" y="16647"/>
                    </a:moveTo>
                    <a:cubicBezTo>
                      <a:pt x="6957" y="16647"/>
                      <a:pt x="7713" y="18377"/>
                      <a:pt x="8365" y="19422"/>
                    </a:cubicBezTo>
                    <a:cubicBezTo>
                      <a:pt x="9327" y="20970"/>
                      <a:pt x="10043" y="22596"/>
                      <a:pt x="10667" y="24262"/>
                    </a:cubicBezTo>
                    <a:cubicBezTo>
                      <a:pt x="10524" y="23910"/>
                      <a:pt x="10329" y="23598"/>
                      <a:pt x="10082" y="23338"/>
                    </a:cubicBezTo>
                    <a:cubicBezTo>
                      <a:pt x="10048" y="23301"/>
                      <a:pt x="10008" y="23286"/>
                      <a:pt x="9969" y="23286"/>
                    </a:cubicBezTo>
                    <a:cubicBezTo>
                      <a:pt x="9854" y="23286"/>
                      <a:pt x="9744" y="23417"/>
                      <a:pt x="9821" y="23533"/>
                    </a:cubicBezTo>
                    <a:cubicBezTo>
                      <a:pt x="10355" y="24379"/>
                      <a:pt x="10628" y="25107"/>
                      <a:pt x="10706" y="26109"/>
                    </a:cubicBezTo>
                    <a:cubicBezTo>
                      <a:pt x="10713" y="26175"/>
                      <a:pt x="10775" y="26216"/>
                      <a:pt x="10829" y="26216"/>
                    </a:cubicBezTo>
                    <a:cubicBezTo>
                      <a:pt x="10871" y="26216"/>
                      <a:pt x="10908" y="26191"/>
                      <a:pt x="10914" y="26135"/>
                    </a:cubicBezTo>
                    <a:cubicBezTo>
                      <a:pt x="11004" y="25568"/>
                      <a:pt x="10929" y="24951"/>
                      <a:pt x="10713" y="24384"/>
                    </a:cubicBezTo>
                    <a:lnTo>
                      <a:pt x="10713" y="24384"/>
                    </a:lnTo>
                    <a:cubicBezTo>
                      <a:pt x="11075" y="25327"/>
                      <a:pt x="11411" y="26284"/>
                      <a:pt x="11747" y="27253"/>
                    </a:cubicBezTo>
                    <a:cubicBezTo>
                      <a:pt x="10589" y="27032"/>
                      <a:pt x="9418" y="26824"/>
                      <a:pt x="8260" y="26616"/>
                    </a:cubicBezTo>
                    <a:cubicBezTo>
                      <a:pt x="8228" y="26610"/>
                      <a:pt x="8192" y="26606"/>
                      <a:pt x="8153" y="26606"/>
                    </a:cubicBezTo>
                    <a:cubicBezTo>
                      <a:pt x="8114" y="26606"/>
                      <a:pt x="8072" y="26610"/>
                      <a:pt x="8026" y="26616"/>
                    </a:cubicBezTo>
                    <a:cubicBezTo>
                      <a:pt x="6726" y="23221"/>
                      <a:pt x="4215" y="20333"/>
                      <a:pt x="1249" y="18252"/>
                    </a:cubicBezTo>
                    <a:cubicBezTo>
                      <a:pt x="2563" y="17718"/>
                      <a:pt x="4137" y="16886"/>
                      <a:pt x="5490" y="16665"/>
                    </a:cubicBezTo>
                    <a:cubicBezTo>
                      <a:pt x="5565" y="16653"/>
                      <a:pt x="5639" y="16647"/>
                      <a:pt x="5712" y="16647"/>
                    </a:cubicBezTo>
                    <a:close/>
                    <a:moveTo>
                      <a:pt x="7285" y="14752"/>
                    </a:moveTo>
                    <a:cubicBezTo>
                      <a:pt x="9015" y="16483"/>
                      <a:pt x="10407" y="18460"/>
                      <a:pt x="11591" y="20606"/>
                    </a:cubicBezTo>
                    <a:cubicBezTo>
                      <a:pt x="12787" y="22792"/>
                      <a:pt x="14244" y="25211"/>
                      <a:pt x="14335" y="27748"/>
                    </a:cubicBezTo>
                    <a:cubicBezTo>
                      <a:pt x="13633" y="27618"/>
                      <a:pt x="12943" y="27475"/>
                      <a:pt x="12241" y="27344"/>
                    </a:cubicBezTo>
                    <a:cubicBezTo>
                      <a:pt x="11786" y="23923"/>
                      <a:pt x="10108" y="20541"/>
                      <a:pt x="8117" y="17757"/>
                    </a:cubicBezTo>
                    <a:cubicBezTo>
                      <a:pt x="7753" y="17250"/>
                      <a:pt x="7220" y="16235"/>
                      <a:pt x="6556" y="15871"/>
                    </a:cubicBezTo>
                    <a:cubicBezTo>
                      <a:pt x="6791" y="15663"/>
                      <a:pt x="6960" y="15351"/>
                      <a:pt x="7116" y="15091"/>
                    </a:cubicBezTo>
                    <a:cubicBezTo>
                      <a:pt x="7168" y="14974"/>
                      <a:pt x="7233" y="14870"/>
                      <a:pt x="7285" y="14752"/>
                    </a:cubicBezTo>
                    <a:close/>
                    <a:moveTo>
                      <a:pt x="14062" y="11045"/>
                    </a:moveTo>
                    <a:cubicBezTo>
                      <a:pt x="14062" y="11071"/>
                      <a:pt x="14075" y="11097"/>
                      <a:pt x="14075" y="11123"/>
                    </a:cubicBezTo>
                    <a:cubicBezTo>
                      <a:pt x="16703" y="16795"/>
                      <a:pt x="18056" y="22414"/>
                      <a:pt x="18745" y="28593"/>
                    </a:cubicBezTo>
                    <a:cubicBezTo>
                      <a:pt x="17483" y="28359"/>
                      <a:pt x="16235" y="28112"/>
                      <a:pt x="14973" y="27865"/>
                    </a:cubicBezTo>
                    <a:cubicBezTo>
                      <a:pt x="15805" y="22323"/>
                      <a:pt x="13113" y="17172"/>
                      <a:pt x="10511" y="12450"/>
                    </a:cubicBezTo>
                    <a:cubicBezTo>
                      <a:pt x="11734" y="12073"/>
                      <a:pt x="12930" y="11644"/>
                      <a:pt x="14062" y="11045"/>
                    </a:cubicBezTo>
                    <a:close/>
                    <a:moveTo>
                      <a:pt x="59045" y="17172"/>
                    </a:moveTo>
                    <a:cubicBezTo>
                      <a:pt x="59071" y="17198"/>
                      <a:pt x="59110" y="17211"/>
                      <a:pt x="59149" y="17224"/>
                    </a:cubicBezTo>
                    <a:cubicBezTo>
                      <a:pt x="60254" y="17458"/>
                      <a:pt x="61347" y="17679"/>
                      <a:pt x="62440" y="17966"/>
                    </a:cubicBezTo>
                    <a:cubicBezTo>
                      <a:pt x="59994" y="20814"/>
                      <a:pt x="58511" y="24366"/>
                      <a:pt x="57054" y="27813"/>
                    </a:cubicBezTo>
                    <a:lnTo>
                      <a:pt x="56950" y="27813"/>
                    </a:lnTo>
                    <a:cubicBezTo>
                      <a:pt x="55832" y="28060"/>
                      <a:pt x="54713" y="28333"/>
                      <a:pt x="53581" y="28645"/>
                    </a:cubicBezTo>
                    <a:cubicBezTo>
                      <a:pt x="55467" y="24808"/>
                      <a:pt x="56625" y="20723"/>
                      <a:pt x="59045" y="17172"/>
                    </a:cubicBezTo>
                    <a:close/>
                    <a:moveTo>
                      <a:pt x="14986" y="9406"/>
                    </a:moveTo>
                    <a:cubicBezTo>
                      <a:pt x="16768" y="12359"/>
                      <a:pt x="18212" y="15468"/>
                      <a:pt x="19135" y="18798"/>
                    </a:cubicBezTo>
                    <a:cubicBezTo>
                      <a:pt x="20059" y="22154"/>
                      <a:pt x="20241" y="25510"/>
                      <a:pt x="20527" y="28931"/>
                    </a:cubicBezTo>
                    <a:cubicBezTo>
                      <a:pt x="20085" y="28840"/>
                      <a:pt x="19643" y="28762"/>
                      <a:pt x="19200" y="28684"/>
                    </a:cubicBezTo>
                    <a:cubicBezTo>
                      <a:pt x="19187" y="22531"/>
                      <a:pt x="17418" y="16248"/>
                      <a:pt x="14582" y="10824"/>
                    </a:cubicBezTo>
                    <a:cubicBezTo>
                      <a:pt x="14525" y="10721"/>
                      <a:pt x="14448" y="10679"/>
                      <a:pt x="14360" y="10679"/>
                    </a:cubicBezTo>
                    <a:cubicBezTo>
                      <a:pt x="14347" y="10679"/>
                      <a:pt x="14335" y="10679"/>
                      <a:pt x="14322" y="10681"/>
                    </a:cubicBezTo>
                    <a:cubicBezTo>
                      <a:pt x="14478" y="10434"/>
                      <a:pt x="14582" y="10148"/>
                      <a:pt x="14713" y="9900"/>
                    </a:cubicBezTo>
                    <a:cubicBezTo>
                      <a:pt x="14804" y="9731"/>
                      <a:pt x="14895" y="9562"/>
                      <a:pt x="14986" y="9406"/>
                    </a:cubicBezTo>
                    <a:close/>
                    <a:moveTo>
                      <a:pt x="17405" y="6544"/>
                    </a:moveTo>
                    <a:lnTo>
                      <a:pt x="17405" y="6544"/>
                    </a:lnTo>
                    <a:cubicBezTo>
                      <a:pt x="17769" y="6661"/>
                      <a:pt x="18134" y="6791"/>
                      <a:pt x="18498" y="6909"/>
                    </a:cubicBezTo>
                    <a:cubicBezTo>
                      <a:pt x="21360" y="14167"/>
                      <a:pt x="22609" y="21595"/>
                      <a:pt x="22921" y="29361"/>
                    </a:cubicBezTo>
                    <a:cubicBezTo>
                      <a:pt x="22257" y="29244"/>
                      <a:pt x="21594" y="29127"/>
                      <a:pt x="20931" y="29010"/>
                    </a:cubicBezTo>
                    <a:cubicBezTo>
                      <a:pt x="21022" y="28281"/>
                      <a:pt x="21048" y="27553"/>
                      <a:pt x="21061" y="26824"/>
                    </a:cubicBezTo>
                    <a:cubicBezTo>
                      <a:pt x="21854" y="20021"/>
                      <a:pt x="20020" y="12814"/>
                      <a:pt x="17405" y="6544"/>
                    </a:cubicBezTo>
                    <a:close/>
                    <a:moveTo>
                      <a:pt x="23688" y="6349"/>
                    </a:moveTo>
                    <a:cubicBezTo>
                      <a:pt x="24183" y="7650"/>
                      <a:pt x="24612" y="8951"/>
                      <a:pt x="24989" y="10304"/>
                    </a:cubicBezTo>
                    <a:cubicBezTo>
                      <a:pt x="24287" y="10499"/>
                      <a:pt x="23584" y="10694"/>
                      <a:pt x="22882" y="10889"/>
                    </a:cubicBezTo>
                    <a:cubicBezTo>
                      <a:pt x="22661" y="10941"/>
                      <a:pt x="22635" y="11188"/>
                      <a:pt x="22752" y="11344"/>
                    </a:cubicBezTo>
                    <a:cubicBezTo>
                      <a:pt x="24144" y="17445"/>
                      <a:pt x="25718" y="23182"/>
                      <a:pt x="24274" y="29452"/>
                    </a:cubicBezTo>
                    <a:cubicBezTo>
                      <a:pt x="24261" y="29504"/>
                      <a:pt x="24261" y="29556"/>
                      <a:pt x="24274" y="29595"/>
                    </a:cubicBezTo>
                    <a:cubicBezTo>
                      <a:pt x="24039" y="29556"/>
                      <a:pt x="23792" y="29517"/>
                      <a:pt x="23558" y="29478"/>
                    </a:cubicBezTo>
                    <a:cubicBezTo>
                      <a:pt x="23688" y="25003"/>
                      <a:pt x="23129" y="20489"/>
                      <a:pt x="22153" y="16131"/>
                    </a:cubicBezTo>
                    <a:cubicBezTo>
                      <a:pt x="21633" y="13790"/>
                      <a:pt x="20970" y="11474"/>
                      <a:pt x="20163" y="9211"/>
                    </a:cubicBezTo>
                    <a:cubicBezTo>
                      <a:pt x="19968" y="8652"/>
                      <a:pt x="19747" y="8079"/>
                      <a:pt x="19539" y="7520"/>
                    </a:cubicBezTo>
                    <a:cubicBezTo>
                      <a:pt x="19602" y="7064"/>
                      <a:pt x="19838" y="6833"/>
                      <a:pt x="20261" y="6833"/>
                    </a:cubicBezTo>
                    <a:cubicBezTo>
                      <a:pt x="20357" y="6833"/>
                      <a:pt x="20463" y="6845"/>
                      <a:pt x="20579" y="6869"/>
                    </a:cubicBezTo>
                    <a:cubicBezTo>
                      <a:pt x="21477" y="6531"/>
                      <a:pt x="22700" y="6492"/>
                      <a:pt x="23688" y="6349"/>
                    </a:cubicBezTo>
                    <a:close/>
                    <a:moveTo>
                      <a:pt x="57575" y="15130"/>
                    </a:moveTo>
                    <a:cubicBezTo>
                      <a:pt x="57926" y="15676"/>
                      <a:pt x="58264" y="16248"/>
                      <a:pt x="58693" y="16717"/>
                    </a:cubicBezTo>
                    <a:cubicBezTo>
                      <a:pt x="58745" y="16769"/>
                      <a:pt x="58784" y="16782"/>
                      <a:pt x="58837" y="16795"/>
                    </a:cubicBezTo>
                    <a:cubicBezTo>
                      <a:pt x="55858" y="19696"/>
                      <a:pt x="54180" y="24743"/>
                      <a:pt x="52905" y="28580"/>
                    </a:cubicBezTo>
                    <a:cubicBezTo>
                      <a:pt x="52879" y="28671"/>
                      <a:pt x="52892" y="28749"/>
                      <a:pt x="52931" y="28814"/>
                    </a:cubicBezTo>
                    <a:cubicBezTo>
                      <a:pt x="51838" y="29127"/>
                      <a:pt x="50758" y="29452"/>
                      <a:pt x="49679" y="29816"/>
                    </a:cubicBezTo>
                    <a:cubicBezTo>
                      <a:pt x="50420" y="28372"/>
                      <a:pt x="51175" y="26941"/>
                      <a:pt x="52072" y="25575"/>
                    </a:cubicBezTo>
                    <a:cubicBezTo>
                      <a:pt x="52840" y="24379"/>
                      <a:pt x="54167" y="23234"/>
                      <a:pt x="54674" y="21933"/>
                    </a:cubicBezTo>
                    <a:cubicBezTo>
                      <a:pt x="54713" y="21842"/>
                      <a:pt x="54687" y="21725"/>
                      <a:pt x="54622" y="21634"/>
                    </a:cubicBezTo>
                    <a:cubicBezTo>
                      <a:pt x="54713" y="21582"/>
                      <a:pt x="54752" y="21439"/>
                      <a:pt x="54661" y="21348"/>
                    </a:cubicBezTo>
                    <a:cubicBezTo>
                      <a:pt x="54557" y="21244"/>
                      <a:pt x="54453" y="21127"/>
                      <a:pt x="54349" y="21022"/>
                    </a:cubicBezTo>
                    <a:cubicBezTo>
                      <a:pt x="54401" y="20996"/>
                      <a:pt x="54440" y="20944"/>
                      <a:pt x="54466" y="20879"/>
                    </a:cubicBezTo>
                    <a:cubicBezTo>
                      <a:pt x="55207" y="18759"/>
                      <a:pt x="56287" y="16938"/>
                      <a:pt x="57575" y="15130"/>
                    </a:cubicBezTo>
                    <a:close/>
                    <a:moveTo>
                      <a:pt x="23441" y="11800"/>
                    </a:moveTo>
                    <a:cubicBezTo>
                      <a:pt x="23688" y="11930"/>
                      <a:pt x="23935" y="12047"/>
                      <a:pt x="24209" y="12125"/>
                    </a:cubicBezTo>
                    <a:cubicBezTo>
                      <a:pt x="25965" y="17992"/>
                      <a:pt x="26355" y="23845"/>
                      <a:pt x="26056" y="29920"/>
                    </a:cubicBezTo>
                    <a:cubicBezTo>
                      <a:pt x="25652" y="29855"/>
                      <a:pt x="25249" y="29777"/>
                      <a:pt x="24859" y="29699"/>
                    </a:cubicBezTo>
                    <a:cubicBezTo>
                      <a:pt x="24872" y="29673"/>
                      <a:pt x="24885" y="29660"/>
                      <a:pt x="24885" y="29621"/>
                    </a:cubicBezTo>
                    <a:cubicBezTo>
                      <a:pt x="26212" y="23793"/>
                      <a:pt x="25483" y="17406"/>
                      <a:pt x="23441" y="11800"/>
                    </a:cubicBezTo>
                    <a:close/>
                    <a:moveTo>
                      <a:pt x="28592" y="11422"/>
                    </a:moveTo>
                    <a:cubicBezTo>
                      <a:pt x="30635" y="17809"/>
                      <a:pt x="30843" y="23975"/>
                      <a:pt x="30140" y="30571"/>
                    </a:cubicBezTo>
                    <a:cubicBezTo>
                      <a:pt x="28944" y="30388"/>
                      <a:pt x="27760" y="30206"/>
                      <a:pt x="26563" y="29998"/>
                    </a:cubicBezTo>
                    <a:cubicBezTo>
                      <a:pt x="27422" y="23988"/>
                      <a:pt x="26654" y="17822"/>
                      <a:pt x="24937" y="12021"/>
                    </a:cubicBezTo>
                    <a:cubicBezTo>
                      <a:pt x="26160" y="11969"/>
                      <a:pt x="27396" y="11735"/>
                      <a:pt x="28592" y="11422"/>
                    </a:cubicBezTo>
                    <a:close/>
                    <a:moveTo>
                      <a:pt x="34680" y="8938"/>
                    </a:moveTo>
                    <a:cubicBezTo>
                      <a:pt x="35070" y="9432"/>
                      <a:pt x="35461" y="9900"/>
                      <a:pt x="35877" y="10356"/>
                    </a:cubicBezTo>
                    <a:cubicBezTo>
                      <a:pt x="35916" y="10382"/>
                      <a:pt x="35942" y="10408"/>
                      <a:pt x="35968" y="10421"/>
                    </a:cubicBezTo>
                    <a:cubicBezTo>
                      <a:pt x="34199" y="12749"/>
                      <a:pt x="33731" y="16587"/>
                      <a:pt x="33197" y="19344"/>
                    </a:cubicBezTo>
                    <a:cubicBezTo>
                      <a:pt x="32482" y="23104"/>
                      <a:pt x="32040" y="27032"/>
                      <a:pt x="32235" y="30857"/>
                    </a:cubicBezTo>
                    <a:cubicBezTo>
                      <a:pt x="31714" y="30792"/>
                      <a:pt x="31181" y="30727"/>
                      <a:pt x="30661" y="30649"/>
                    </a:cubicBezTo>
                    <a:cubicBezTo>
                      <a:pt x="31207" y="28333"/>
                      <a:pt x="31454" y="25940"/>
                      <a:pt x="31428" y="23533"/>
                    </a:cubicBezTo>
                    <a:cubicBezTo>
                      <a:pt x="31428" y="23520"/>
                      <a:pt x="31428" y="23520"/>
                      <a:pt x="31441" y="23520"/>
                    </a:cubicBezTo>
                    <a:cubicBezTo>
                      <a:pt x="32248" y="18577"/>
                      <a:pt x="33640" y="13816"/>
                      <a:pt x="34680" y="8938"/>
                    </a:cubicBezTo>
                    <a:close/>
                    <a:moveTo>
                      <a:pt x="50511" y="21543"/>
                    </a:moveTo>
                    <a:cubicBezTo>
                      <a:pt x="51214" y="21621"/>
                      <a:pt x="53373" y="21777"/>
                      <a:pt x="53490" y="21985"/>
                    </a:cubicBezTo>
                    <a:cubicBezTo>
                      <a:pt x="53776" y="22479"/>
                      <a:pt x="52462" y="23793"/>
                      <a:pt x="52150" y="24236"/>
                    </a:cubicBezTo>
                    <a:cubicBezTo>
                      <a:pt x="50901" y="26057"/>
                      <a:pt x="49848" y="27982"/>
                      <a:pt x="49067" y="30037"/>
                    </a:cubicBezTo>
                    <a:cubicBezTo>
                      <a:pt x="48079" y="30388"/>
                      <a:pt x="47116" y="30766"/>
                      <a:pt x="46166" y="31182"/>
                    </a:cubicBezTo>
                    <a:cubicBezTo>
                      <a:pt x="47467" y="27878"/>
                      <a:pt x="48950" y="24743"/>
                      <a:pt x="50511" y="21543"/>
                    </a:cubicBezTo>
                    <a:close/>
                    <a:moveTo>
                      <a:pt x="38799" y="10567"/>
                    </a:moveTo>
                    <a:cubicBezTo>
                      <a:pt x="39390" y="10567"/>
                      <a:pt x="39882" y="10602"/>
                      <a:pt x="39975" y="10720"/>
                    </a:cubicBezTo>
                    <a:cubicBezTo>
                      <a:pt x="40456" y="11344"/>
                      <a:pt x="39597" y="12580"/>
                      <a:pt x="39363" y="13244"/>
                    </a:cubicBezTo>
                    <a:cubicBezTo>
                      <a:pt x="38648" y="15221"/>
                      <a:pt x="38049" y="17237"/>
                      <a:pt x="37555" y="19292"/>
                    </a:cubicBezTo>
                    <a:cubicBezTo>
                      <a:pt x="36592" y="23221"/>
                      <a:pt x="36007" y="27266"/>
                      <a:pt x="36046" y="31325"/>
                    </a:cubicBezTo>
                    <a:cubicBezTo>
                      <a:pt x="34979" y="31208"/>
                      <a:pt x="33926" y="31078"/>
                      <a:pt x="32859" y="30948"/>
                    </a:cubicBezTo>
                    <a:cubicBezTo>
                      <a:pt x="32859" y="30935"/>
                      <a:pt x="32872" y="30935"/>
                      <a:pt x="32872" y="30935"/>
                    </a:cubicBezTo>
                    <a:cubicBezTo>
                      <a:pt x="33041" y="27240"/>
                      <a:pt x="33197" y="23624"/>
                      <a:pt x="33861" y="19982"/>
                    </a:cubicBezTo>
                    <a:cubicBezTo>
                      <a:pt x="34407" y="17055"/>
                      <a:pt x="34927" y="13283"/>
                      <a:pt x="36410" y="10629"/>
                    </a:cubicBezTo>
                    <a:cubicBezTo>
                      <a:pt x="36423" y="10629"/>
                      <a:pt x="36449" y="10642"/>
                      <a:pt x="36475" y="10642"/>
                    </a:cubicBezTo>
                    <a:cubicBezTo>
                      <a:pt x="36488" y="10642"/>
                      <a:pt x="36502" y="10642"/>
                      <a:pt x="36518" y="10642"/>
                    </a:cubicBezTo>
                    <a:cubicBezTo>
                      <a:pt x="36854" y="10642"/>
                      <a:pt x="37932" y="10567"/>
                      <a:pt x="38799" y="10567"/>
                    </a:cubicBezTo>
                    <a:close/>
                    <a:moveTo>
                      <a:pt x="42655" y="9724"/>
                    </a:moveTo>
                    <a:cubicBezTo>
                      <a:pt x="42874" y="9724"/>
                      <a:pt x="43091" y="9734"/>
                      <a:pt x="43305" y="9757"/>
                    </a:cubicBezTo>
                    <a:cubicBezTo>
                      <a:pt x="43890" y="9822"/>
                      <a:pt x="43955" y="9965"/>
                      <a:pt x="44254" y="10473"/>
                    </a:cubicBezTo>
                    <a:cubicBezTo>
                      <a:pt x="44423" y="10772"/>
                      <a:pt x="44592" y="11071"/>
                      <a:pt x="44775" y="11370"/>
                    </a:cubicBezTo>
                    <a:lnTo>
                      <a:pt x="44762" y="11370"/>
                    </a:lnTo>
                    <a:cubicBezTo>
                      <a:pt x="43526" y="11370"/>
                      <a:pt x="42303" y="11383"/>
                      <a:pt x="41067" y="11409"/>
                    </a:cubicBezTo>
                    <a:cubicBezTo>
                      <a:pt x="40690" y="11422"/>
                      <a:pt x="40690" y="11995"/>
                      <a:pt x="41067" y="11995"/>
                    </a:cubicBezTo>
                    <a:cubicBezTo>
                      <a:pt x="41096" y="11996"/>
                      <a:pt x="41125" y="11996"/>
                      <a:pt x="41155" y="11996"/>
                    </a:cubicBezTo>
                    <a:cubicBezTo>
                      <a:pt x="41555" y="11996"/>
                      <a:pt x="42121" y="11926"/>
                      <a:pt x="42659" y="11926"/>
                    </a:cubicBezTo>
                    <a:cubicBezTo>
                      <a:pt x="43299" y="11926"/>
                      <a:pt x="43899" y="12026"/>
                      <a:pt x="44124" y="12463"/>
                    </a:cubicBezTo>
                    <a:cubicBezTo>
                      <a:pt x="44293" y="12801"/>
                      <a:pt x="43344" y="14700"/>
                      <a:pt x="43240" y="15039"/>
                    </a:cubicBezTo>
                    <a:cubicBezTo>
                      <a:pt x="42641" y="16912"/>
                      <a:pt x="42095" y="18798"/>
                      <a:pt x="41627" y="20697"/>
                    </a:cubicBezTo>
                    <a:cubicBezTo>
                      <a:pt x="40716" y="24301"/>
                      <a:pt x="40053" y="27943"/>
                      <a:pt x="39727" y="31650"/>
                    </a:cubicBezTo>
                    <a:cubicBezTo>
                      <a:pt x="38648" y="31572"/>
                      <a:pt x="37568" y="31481"/>
                      <a:pt x="36475" y="31364"/>
                    </a:cubicBezTo>
                    <a:cubicBezTo>
                      <a:pt x="37139" y="24131"/>
                      <a:pt x="38440" y="17237"/>
                      <a:pt x="41197" y="10486"/>
                    </a:cubicBezTo>
                    <a:cubicBezTo>
                      <a:pt x="41210" y="10447"/>
                      <a:pt x="41210" y="10408"/>
                      <a:pt x="41210" y="10356"/>
                    </a:cubicBezTo>
                    <a:cubicBezTo>
                      <a:pt x="41366" y="10330"/>
                      <a:pt x="41484" y="10148"/>
                      <a:pt x="41327" y="9991"/>
                    </a:cubicBezTo>
                    <a:cubicBezTo>
                      <a:pt x="41262" y="9926"/>
                      <a:pt x="41197" y="9874"/>
                      <a:pt x="41132" y="9809"/>
                    </a:cubicBezTo>
                    <a:cubicBezTo>
                      <a:pt x="41639" y="9773"/>
                      <a:pt x="42153" y="9724"/>
                      <a:pt x="42655" y="9724"/>
                    </a:cubicBezTo>
                    <a:close/>
                    <a:moveTo>
                      <a:pt x="44007" y="14987"/>
                    </a:moveTo>
                    <a:cubicBezTo>
                      <a:pt x="44020" y="15052"/>
                      <a:pt x="44072" y="15117"/>
                      <a:pt x="44163" y="15130"/>
                    </a:cubicBezTo>
                    <a:cubicBezTo>
                      <a:pt x="45165" y="15325"/>
                      <a:pt x="46388" y="15325"/>
                      <a:pt x="47350" y="15663"/>
                    </a:cubicBezTo>
                    <a:cubicBezTo>
                      <a:pt x="48391" y="16040"/>
                      <a:pt x="48339" y="15676"/>
                      <a:pt x="47910" y="16912"/>
                    </a:cubicBezTo>
                    <a:cubicBezTo>
                      <a:pt x="47324" y="18551"/>
                      <a:pt x="46140" y="20138"/>
                      <a:pt x="45412" y="21738"/>
                    </a:cubicBezTo>
                    <a:cubicBezTo>
                      <a:pt x="43968" y="24951"/>
                      <a:pt x="42771" y="28294"/>
                      <a:pt x="42108" y="31754"/>
                    </a:cubicBezTo>
                    <a:cubicBezTo>
                      <a:pt x="42108" y="31767"/>
                      <a:pt x="42108" y="31767"/>
                      <a:pt x="42108" y="31780"/>
                    </a:cubicBezTo>
                    <a:cubicBezTo>
                      <a:pt x="41458" y="31754"/>
                      <a:pt x="40794" y="31715"/>
                      <a:pt x="40144" y="31676"/>
                    </a:cubicBezTo>
                    <a:cubicBezTo>
                      <a:pt x="41067" y="25992"/>
                      <a:pt x="42264" y="20437"/>
                      <a:pt x="44007" y="14987"/>
                    </a:cubicBezTo>
                    <a:close/>
                    <a:moveTo>
                      <a:pt x="50797" y="15286"/>
                    </a:moveTo>
                    <a:cubicBezTo>
                      <a:pt x="50316" y="16808"/>
                      <a:pt x="49718" y="18278"/>
                      <a:pt x="49080" y="19735"/>
                    </a:cubicBezTo>
                    <a:cubicBezTo>
                      <a:pt x="49054" y="19748"/>
                      <a:pt x="49028" y="19748"/>
                      <a:pt x="49002" y="19748"/>
                    </a:cubicBezTo>
                    <a:cubicBezTo>
                      <a:pt x="48872" y="19774"/>
                      <a:pt x="48820" y="19904"/>
                      <a:pt x="48833" y="20034"/>
                    </a:cubicBezTo>
                    <a:cubicBezTo>
                      <a:pt x="46140" y="23455"/>
                      <a:pt x="44384" y="27566"/>
                      <a:pt x="43591" y="31832"/>
                    </a:cubicBezTo>
                    <a:cubicBezTo>
                      <a:pt x="43240" y="31832"/>
                      <a:pt x="42901" y="31806"/>
                      <a:pt x="42550" y="31793"/>
                    </a:cubicBezTo>
                    <a:cubicBezTo>
                      <a:pt x="44280" y="26278"/>
                      <a:pt x="46245" y="20944"/>
                      <a:pt x="49197" y="15949"/>
                    </a:cubicBezTo>
                    <a:cubicBezTo>
                      <a:pt x="49236" y="15936"/>
                      <a:pt x="49275" y="15936"/>
                      <a:pt x="49301" y="15910"/>
                    </a:cubicBezTo>
                    <a:cubicBezTo>
                      <a:pt x="49796" y="15624"/>
                      <a:pt x="50264" y="15390"/>
                      <a:pt x="50797" y="15286"/>
                    </a:cubicBezTo>
                    <a:close/>
                    <a:moveTo>
                      <a:pt x="49132" y="20385"/>
                    </a:moveTo>
                    <a:cubicBezTo>
                      <a:pt x="49458" y="20671"/>
                      <a:pt x="49796" y="20944"/>
                      <a:pt x="50173" y="21153"/>
                    </a:cubicBezTo>
                    <a:cubicBezTo>
                      <a:pt x="48040" y="24275"/>
                      <a:pt x="46414" y="27956"/>
                      <a:pt x="45321" y="31572"/>
                    </a:cubicBezTo>
                    <a:cubicBezTo>
                      <a:pt x="45113" y="31663"/>
                      <a:pt x="44905" y="31767"/>
                      <a:pt x="44710" y="31871"/>
                    </a:cubicBezTo>
                    <a:cubicBezTo>
                      <a:pt x="44566" y="31858"/>
                      <a:pt x="44423" y="31858"/>
                      <a:pt x="44293" y="31858"/>
                    </a:cubicBezTo>
                    <a:cubicBezTo>
                      <a:pt x="45230" y="27683"/>
                      <a:pt x="46856" y="23988"/>
                      <a:pt x="49132" y="20385"/>
                    </a:cubicBezTo>
                    <a:close/>
                    <a:moveTo>
                      <a:pt x="56326" y="28775"/>
                    </a:moveTo>
                    <a:lnTo>
                      <a:pt x="56326" y="28775"/>
                    </a:lnTo>
                    <a:cubicBezTo>
                      <a:pt x="55441" y="29725"/>
                      <a:pt x="54960" y="30909"/>
                      <a:pt x="54544" y="32210"/>
                    </a:cubicBezTo>
                    <a:cubicBezTo>
                      <a:pt x="53633" y="35084"/>
                      <a:pt x="52944" y="38050"/>
                      <a:pt x="52345" y="41003"/>
                    </a:cubicBezTo>
                    <a:cubicBezTo>
                      <a:pt x="51175" y="46857"/>
                      <a:pt x="50368" y="52945"/>
                      <a:pt x="50524" y="58916"/>
                    </a:cubicBezTo>
                    <a:cubicBezTo>
                      <a:pt x="50524" y="59046"/>
                      <a:pt x="50576" y="59137"/>
                      <a:pt x="50654" y="59202"/>
                    </a:cubicBezTo>
                    <a:cubicBezTo>
                      <a:pt x="47662" y="61621"/>
                      <a:pt x="44853" y="64275"/>
                      <a:pt x="41900" y="66746"/>
                    </a:cubicBezTo>
                    <a:cubicBezTo>
                      <a:pt x="41796" y="61192"/>
                      <a:pt x="41666" y="55637"/>
                      <a:pt x="42043" y="50096"/>
                    </a:cubicBezTo>
                    <a:cubicBezTo>
                      <a:pt x="42446" y="44112"/>
                      <a:pt x="43721" y="38532"/>
                      <a:pt x="45360" y="32782"/>
                    </a:cubicBezTo>
                    <a:cubicBezTo>
                      <a:pt x="45412" y="32574"/>
                      <a:pt x="45243" y="32405"/>
                      <a:pt x="45061" y="32392"/>
                    </a:cubicBezTo>
                    <a:cubicBezTo>
                      <a:pt x="45074" y="32379"/>
                      <a:pt x="45074" y="32353"/>
                      <a:pt x="45087" y="32340"/>
                    </a:cubicBezTo>
                    <a:cubicBezTo>
                      <a:pt x="48846" y="31104"/>
                      <a:pt x="52515" y="29803"/>
                      <a:pt x="56326" y="28775"/>
                    </a:cubicBezTo>
                    <a:close/>
                    <a:moveTo>
                      <a:pt x="8638" y="27709"/>
                    </a:moveTo>
                    <a:lnTo>
                      <a:pt x="8638" y="27709"/>
                    </a:lnTo>
                    <a:cubicBezTo>
                      <a:pt x="14752" y="28775"/>
                      <a:pt x="20852" y="29816"/>
                      <a:pt x="26979" y="30831"/>
                    </a:cubicBezTo>
                    <a:cubicBezTo>
                      <a:pt x="32142" y="31684"/>
                      <a:pt x="37315" y="32566"/>
                      <a:pt x="42550" y="32566"/>
                    </a:cubicBezTo>
                    <a:cubicBezTo>
                      <a:pt x="43303" y="32566"/>
                      <a:pt x="44058" y="32548"/>
                      <a:pt x="44814" y="32509"/>
                    </a:cubicBezTo>
                    <a:lnTo>
                      <a:pt x="44814" y="32509"/>
                    </a:lnTo>
                    <a:cubicBezTo>
                      <a:pt x="44801" y="32522"/>
                      <a:pt x="44788" y="32522"/>
                      <a:pt x="44788" y="32548"/>
                    </a:cubicBezTo>
                    <a:cubicBezTo>
                      <a:pt x="40157" y="42993"/>
                      <a:pt x="40742" y="55689"/>
                      <a:pt x="41054" y="66877"/>
                    </a:cubicBezTo>
                    <a:cubicBezTo>
                      <a:pt x="32430" y="65303"/>
                      <a:pt x="23701" y="64171"/>
                      <a:pt x="15051" y="62675"/>
                    </a:cubicBezTo>
                    <a:cubicBezTo>
                      <a:pt x="15090" y="62610"/>
                      <a:pt x="15116" y="62545"/>
                      <a:pt x="15116" y="62454"/>
                    </a:cubicBezTo>
                    <a:cubicBezTo>
                      <a:pt x="15337" y="56392"/>
                      <a:pt x="14947" y="50317"/>
                      <a:pt x="13880" y="44333"/>
                    </a:cubicBezTo>
                    <a:cubicBezTo>
                      <a:pt x="13321" y="41224"/>
                      <a:pt x="12579" y="38141"/>
                      <a:pt x="11669" y="35110"/>
                    </a:cubicBezTo>
                    <a:cubicBezTo>
                      <a:pt x="11226" y="33640"/>
                      <a:pt x="10758" y="32184"/>
                      <a:pt x="10147" y="30779"/>
                    </a:cubicBezTo>
                    <a:cubicBezTo>
                      <a:pt x="9808" y="29998"/>
                      <a:pt x="8820" y="28697"/>
                      <a:pt x="8638" y="27709"/>
                    </a:cubicBezTo>
                    <a:close/>
                    <a:moveTo>
                      <a:pt x="44899" y="0"/>
                    </a:moveTo>
                    <a:cubicBezTo>
                      <a:pt x="44884" y="0"/>
                      <a:pt x="44868" y="1"/>
                      <a:pt x="44853" y="1"/>
                    </a:cubicBezTo>
                    <a:cubicBezTo>
                      <a:pt x="43890" y="40"/>
                      <a:pt x="42667" y="821"/>
                      <a:pt x="41783" y="1185"/>
                    </a:cubicBezTo>
                    <a:cubicBezTo>
                      <a:pt x="41731" y="1211"/>
                      <a:pt x="41692" y="1250"/>
                      <a:pt x="41653" y="1276"/>
                    </a:cubicBezTo>
                    <a:cubicBezTo>
                      <a:pt x="41601" y="1302"/>
                      <a:pt x="41549" y="1354"/>
                      <a:pt x="41562" y="1432"/>
                    </a:cubicBezTo>
                    <a:cubicBezTo>
                      <a:pt x="41562" y="1432"/>
                      <a:pt x="41562" y="1445"/>
                      <a:pt x="41562" y="1445"/>
                    </a:cubicBezTo>
                    <a:cubicBezTo>
                      <a:pt x="41549" y="1497"/>
                      <a:pt x="41549" y="1549"/>
                      <a:pt x="41575" y="1614"/>
                    </a:cubicBezTo>
                    <a:cubicBezTo>
                      <a:pt x="41809" y="4203"/>
                      <a:pt x="42134" y="6622"/>
                      <a:pt x="41939" y="9237"/>
                    </a:cubicBezTo>
                    <a:lnTo>
                      <a:pt x="41926" y="9237"/>
                    </a:lnTo>
                    <a:cubicBezTo>
                      <a:pt x="41939" y="9211"/>
                      <a:pt x="41939" y="9185"/>
                      <a:pt x="41939" y="9159"/>
                    </a:cubicBezTo>
                    <a:cubicBezTo>
                      <a:pt x="41835" y="7026"/>
                      <a:pt x="41054" y="4957"/>
                      <a:pt x="40183" y="3045"/>
                    </a:cubicBezTo>
                    <a:cubicBezTo>
                      <a:pt x="40092" y="2850"/>
                      <a:pt x="40040" y="2707"/>
                      <a:pt x="39975" y="2590"/>
                    </a:cubicBezTo>
                    <a:cubicBezTo>
                      <a:pt x="40079" y="2499"/>
                      <a:pt x="40079" y="2291"/>
                      <a:pt x="39897" y="2226"/>
                    </a:cubicBezTo>
                    <a:cubicBezTo>
                      <a:pt x="39220" y="1965"/>
                      <a:pt x="38583" y="1653"/>
                      <a:pt x="37958" y="1276"/>
                    </a:cubicBezTo>
                    <a:cubicBezTo>
                      <a:pt x="37772" y="1164"/>
                      <a:pt x="37657" y="1041"/>
                      <a:pt x="37455" y="1041"/>
                    </a:cubicBezTo>
                    <a:cubicBezTo>
                      <a:pt x="37445" y="1041"/>
                      <a:pt x="37435" y="1041"/>
                      <a:pt x="37425" y="1042"/>
                    </a:cubicBezTo>
                    <a:cubicBezTo>
                      <a:pt x="36983" y="1068"/>
                      <a:pt x="36345" y="1549"/>
                      <a:pt x="35955" y="1731"/>
                    </a:cubicBezTo>
                    <a:cubicBezTo>
                      <a:pt x="35383" y="2017"/>
                      <a:pt x="34810" y="2291"/>
                      <a:pt x="34225" y="2577"/>
                    </a:cubicBezTo>
                    <a:cubicBezTo>
                      <a:pt x="34004" y="1887"/>
                      <a:pt x="33718" y="1211"/>
                      <a:pt x="33353" y="808"/>
                    </a:cubicBezTo>
                    <a:cubicBezTo>
                      <a:pt x="33171" y="613"/>
                      <a:pt x="33002" y="521"/>
                      <a:pt x="32846" y="508"/>
                    </a:cubicBezTo>
                    <a:cubicBezTo>
                      <a:pt x="32814" y="413"/>
                      <a:pt x="32739" y="326"/>
                      <a:pt x="32641" y="326"/>
                    </a:cubicBezTo>
                    <a:cubicBezTo>
                      <a:pt x="32619" y="326"/>
                      <a:pt x="32597" y="330"/>
                      <a:pt x="32573" y="339"/>
                    </a:cubicBezTo>
                    <a:cubicBezTo>
                      <a:pt x="31233" y="782"/>
                      <a:pt x="29880" y="1250"/>
                      <a:pt x="28566" y="1783"/>
                    </a:cubicBezTo>
                    <a:cubicBezTo>
                      <a:pt x="27721" y="2134"/>
                      <a:pt x="27096" y="2642"/>
                      <a:pt x="26693" y="3461"/>
                    </a:cubicBezTo>
                    <a:cubicBezTo>
                      <a:pt x="26680" y="3487"/>
                      <a:pt x="26680" y="3513"/>
                      <a:pt x="26667" y="3539"/>
                    </a:cubicBezTo>
                    <a:cubicBezTo>
                      <a:pt x="26667" y="3552"/>
                      <a:pt x="26654" y="3565"/>
                      <a:pt x="26654" y="3578"/>
                    </a:cubicBezTo>
                    <a:cubicBezTo>
                      <a:pt x="26511" y="3604"/>
                      <a:pt x="26368" y="3735"/>
                      <a:pt x="26420" y="3904"/>
                    </a:cubicBezTo>
                    <a:cubicBezTo>
                      <a:pt x="26927" y="5855"/>
                      <a:pt x="27279" y="7728"/>
                      <a:pt x="27422" y="9731"/>
                    </a:cubicBezTo>
                    <a:cubicBezTo>
                      <a:pt x="27391" y="9680"/>
                      <a:pt x="27336" y="9645"/>
                      <a:pt x="27270" y="9645"/>
                    </a:cubicBezTo>
                    <a:cubicBezTo>
                      <a:pt x="27252" y="9645"/>
                      <a:pt x="27233" y="9648"/>
                      <a:pt x="27213" y="9653"/>
                    </a:cubicBezTo>
                    <a:cubicBezTo>
                      <a:pt x="26641" y="9835"/>
                      <a:pt x="26082" y="9991"/>
                      <a:pt x="25509" y="10148"/>
                    </a:cubicBezTo>
                    <a:cubicBezTo>
                      <a:pt x="25236" y="8717"/>
                      <a:pt x="24794" y="7286"/>
                      <a:pt x="24209" y="5959"/>
                    </a:cubicBezTo>
                    <a:cubicBezTo>
                      <a:pt x="24163" y="5844"/>
                      <a:pt x="24077" y="5800"/>
                      <a:pt x="23977" y="5800"/>
                    </a:cubicBezTo>
                    <a:cubicBezTo>
                      <a:pt x="23963" y="5800"/>
                      <a:pt x="23949" y="5801"/>
                      <a:pt x="23935" y="5803"/>
                    </a:cubicBezTo>
                    <a:cubicBezTo>
                      <a:pt x="23935" y="5790"/>
                      <a:pt x="23935" y="5790"/>
                      <a:pt x="23935" y="5790"/>
                    </a:cubicBezTo>
                    <a:cubicBezTo>
                      <a:pt x="23922" y="5738"/>
                      <a:pt x="23896" y="5699"/>
                      <a:pt x="23831" y="5660"/>
                    </a:cubicBezTo>
                    <a:cubicBezTo>
                      <a:pt x="23193" y="5312"/>
                      <a:pt x="22429" y="4869"/>
                      <a:pt x="21672" y="4869"/>
                    </a:cubicBezTo>
                    <a:cubicBezTo>
                      <a:pt x="21550" y="4869"/>
                      <a:pt x="21429" y="4880"/>
                      <a:pt x="21308" y="4905"/>
                    </a:cubicBezTo>
                    <a:cubicBezTo>
                      <a:pt x="20566" y="5061"/>
                      <a:pt x="19838" y="5269"/>
                      <a:pt x="19096" y="5465"/>
                    </a:cubicBezTo>
                    <a:cubicBezTo>
                      <a:pt x="18849" y="4580"/>
                      <a:pt x="18524" y="3721"/>
                      <a:pt x="18173" y="2876"/>
                    </a:cubicBezTo>
                    <a:cubicBezTo>
                      <a:pt x="18134" y="2785"/>
                      <a:pt x="18069" y="2720"/>
                      <a:pt x="17991" y="2681"/>
                    </a:cubicBezTo>
                    <a:cubicBezTo>
                      <a:pt x="17978" y="2629"/>
                      <a:pt x="17939" y="2590"/>
                      <a:pt x="17887" y="2564"/>
                    </a:cubicBezTo>
                    <a:cubicBezTo>
                      <a:pt x="17207" y="2319"/>
                      <a:pt x="16741" y="1998"/>
                      <a:pt x="16183" y="1998"/>
                    </a:cubicBezTo>
                    <a:cubicBezTo>
                      <a:pt x="15940" y="1998"/>
                      <a:pt x="15679" y="2059"/>
                      <a:pt x="15376" y="2213"/>
                    </a:cubicBezTo>
                    <a:cubicBezTo>
                      <a:pt x="13893" y="2967"/>
                      <a:pt x="12527" y="3774"/>
                      <a:pt x="10914" y="4307"/>
                    </a:cubicBezTo>
                    <a:cubicBezTo>
                      <a:pt x="10654" y="4385"/>
                      <a:pt x="10680" y="4697"/>
                      <a:pt x="10901" y="4801"/>
                    </a:cubicBezTo>
                    <a:cubicBezTo>
                      <a:pt x="10888" y="4853"/>
                      <a:pt x="10901" y="4905"/>
                      <a:pt x="10927" y="4957"/>
                    </a:cubicBezTo>
                    <a:cubicBezTo>
                      <a:pt x="11838" y="6401"/>
                      <a:pt x="12397" y="7923"/>
                      <a:pt x="12670" y="9614"/>
                    </a:cubicBezTo>
                    <a:cubicBezTo>
                      <a:pt x="12670" y="9640"/>
                      <a:pt x="12683" y="9653"/>
                      <a:pt x="12683" y="9666"/>
                    </a:cubicBezTo>
                    <a:cubicBezTo>
                      <a:pt x="12397" y="9783"/>
                      <a:pt x="12111" y="9887"/>
                      <a:pt x="11812" y="9991"/>
                    </a:cubicBezTo>
                    <a:cubicBezTo>
                      <a:pt x="11812" y="9965"/>
                      <a:pt x="11812" y="9939"/>
                      <a:pt x="11799" y="9926"/>
                    </a:cubicBezTo>
                    <a:cubicBezTo>
                      <a:pt x="11226" y="8417"/>
                      <a:pt x="10342" y="6961"/>
                      <a:pt x="9301" y="5725"/>
                    </a:cubicBezTo>
                    <a:cubicBezTo>
                      <a:pt x="9268" y="5675"/>
                      <a:pt x="9197" y="5651"/>
                      <a:pt x="9126" y="5651"/>
                    </a:cubicBezTo>
                    <a:cubicBezTo>
                      <a:pt x="9087" y="5651"/>
                      <a:pt x="9048" y="5659"/>
                      <a:pt x="9015" y="5673"/>
                    </a:cubicBezTo>
                    <a:cubicBezTo>
                      <a:pt x="8988" y="5591"/>
                      <a:pt x="8916" y="5535"/>
                      <a:pt x="8835" y="5535"/>
                    </a:cubicBezTo>
                    <a:cubicBezTo>
                      <a:pt x="8801" y="5535"/>
                      <a:pt x="8764" y="5545"/>
                      <a:pt x="8729" y="5569"/>
                    </a:cubicBezTo>
                    <a:cubicBezTo>
                      <a:pt x="7571" y="6362"/>
                      <a:pt x="6491" y="7260"/>
                      <a:pt x="5412" y="8157"/>
                    </a:cubicBezTo>
                    <a:cubicBezTo>
                      <a:pt x="5047" y="8470"/>
                      <a:pt x="4579" y="8769"/>
                      <a:pt x="4332" y="9198"/>
                    </a:cubicBezTo>
                    <a:cubicBezTo>
                      <a:pt x="4020" y="9731"/>
                      <a:pt x="3877" y="10447"/>
                      <a:pt x="3669" y="11032"/>
                    </a:cubicBezTo>
                    <a:cubicBezTo>
                      <a:pt x="3643" y="11136"/>
                      <a:pt x="3656" y="11214"/>
                      <a:pt x="3695" y="11279"/>
                    </a:cubicBezTo>
                    <a:cubicBezTo>
                      <a:pt x="3591" y="11331"/>
                      <a:pt x="3499" y="11383"/>
                      <a:pt x="3382" y="11435"/>
                    </a:cubicBezTo>
                    <a:cubicBezTo>
                      <a:pt x="3122" y="11552"/>
                      <a:pt x="3200" y="11839"/>
                      <a:pt x="3395" y="11956"/>
                    </a:cubicBezTo>
                    <a:cubicBezTo>
                      <a:pt x="3395" y="11969"/>
                      <a:pt x="3395" y="11969"/>
                      <a:pt x="3395" y="11969"/>
                    </a:cubicBezTo>
                    <a:cubicBezTo>
                      <a:pt x="3682" y="12333"/>
                      <a:pt x="3981" y="12684"/>
                      <a:pt x="4228" y="13074"/>
                    </a:cubicBezTo>
                    <a:cubicBezTo>
                      <a:pt x="4462" y="13465"/>
                      <a:pt x="4592" y="13881"/>
                      <a:pt x="4761" y="14297"/>
                    </a:cubicBezTo>
                    <a:cubicBezTo>
                      <a:pt x="3499" y="14622"/>
                      <a:pt x="2303" y="15169"/>
                      <a:pt x="1184" y="15871"/>
                    </a:cubicBezTo>
                    <a:cubicBezTo>
                      <a:pt x="1041" y="15962"/>
                      <a:pt x="1015" y="16105"/>
                      <a:pt x="1041" y="16222"/>
                    </a:cubicBezTo>
                    <a:cubicBezTo>
                      <a:pt x="846" y="16769"/>
                      <a:pt x="599" y="17224"/>
                      <a:pt x="182" y="17666"/>
                    </a:cubicBezTo>
                    <a:cubicBezTo>
                      <a:pt x="0" y="17848"/>
                      <a:pt x="130" y="18096"/>
                      <a:pt x="325" y="18161"/>
                    </a:cubicBezTo>
                    <a:cubicBezTo>
                      <a:pt x="286" y="18304"/>
                      <a:pt x="312" y="18447"/>
                      <a:pt x="456" y="18551"/>
                    </a:cubicBezTo>
                    <a:cubicBezTo>
                      <a:pt x="3643" y="20762"/>
                      <a:pt x="5828" y="23598"/>
                      <a:pt x="7649" y="26967"/>
                    </a:cubicBezTo>
                    <a:lnTo>
                      <a:pt x="7636" y="26967"/>
                    </a:lnTo>
                    <a:cubicBezTo>
                      <a:pt x="7506" y="27826"/>
                      <a:pt x="7701" y="28203"/>
                      <a:pt x="8078" y="28971"/>
                    </a:cubicBezTo>
                    <a:cubicBezTo>
                      <a:pt x="8794" y="30440"/>
                      <a:pt x="9535" y="31806"/>
                      <a:pt x="10069" y="33367"/>
                    </a:cubicBezTo>
                    <a:cubicBezTo>
                      <a:pt x="11083" y="36307"/>
                      <a:pt x="11864" y="39338"/>
                      <a:pt x="12501" y="42382"/>
                    </a:cubicBezTo>
                    <a:cubicBezTo>
                      <a:pt x="13880" y="48977"/>
                      <a:pt x="14400" y="55715"/>
                      <a:pt x="14179" y="62454"/>
                    </a:cubicBezTo>
                    <a:cubicBezTo>
                      <a:pt x="14179" y="62545"/>
                      <a:pt x="14192" y="62610"/>
                      <a:pt x="14218" y="62662"/>
                    </a:cubicBezTo>
                    <a:cubicBezTo>
                      <a:pt x="13919" y="62870"/>
                      <a:pt x="13867" y="63390"/>
                      <a:pt x="14322" y="63481"/>
                    </a:cubicBezTo>
                    <a:cubicBezTo>
                      <a:pt x="23220" y="65186"/>
                      <a:pt x="32378" y="66877"/>
                      <a:pt x="41431" y="67579"/>
                    </a:cubicBezTo>
                    <a:cubicBezTo>
                      <a:pt x="41497" y="67579"/>
                      <a:pt x="41536" y="67566"/>
                      <a:pt x="41588" y="67540"/>
                    </a:cubicBezTo>
                    <a:cubicBezTo>
                      <a:pt x="41640" y="67540"/>
                      <a:pt x="41692" y="67514"/>
                      <a:pt x="41731" y="67488"/>
                    </a:cubicBezTo>
                    <a:cubicBezTo>
                      <a:pt x="41804" y="67535"/>
                      <a:pt x="41892" y="67564"/>
                      <a:pt x="41982" y="67564"/>
                    </a:cubicBezTo>
                    <a:cubicBezTo>
                      <a:pt x="42068" y="67564"/>
                      <a:pt x="42156" y="67538"/>
                      <a:pt x="42238" y="67475"/>
                    </a:cubicBezTo>
                    <a:cubicBezTo>
                      <a:pt x="45321" y="65016"/>
                      <a:pt x="48469" y="62441"/>
                      <a:pt x="51097" y="59501"/>
                    </a:cubicBezTo>
                    <a:cubicBezTo>
                      <a:pt x="51188" y="59397"/>
                      <a:pt x="51188" y="59280"/>
                      <a:pt x="51136" y="59202"/>
                    </a:cubicBezTo>
                    <a:cubicBezTo>
                      <a:pt x="51214" y="59137"/>
                      <a:pt x="51266" y="59046"/>
                      <a:pt x="51279" y="58916"/>
                    </a:cubicBezTo>
                    <a:cubicBezTo>
                      <a:pt x="51591" y="53426"/>
                      <a:pt x="51916" y="48002"/>
                      <a:pt x="52892" y="42577"/>
                    </a:cubicBezTo>
                    <a:cubicBezTo>
                      <a:pt x="53360" y="40015"/>
                      <a:pt x="53919" y="37478"/>
                      <a:pt x="54583" y="34954"/>
                    </a:cubicBezTo>
                    <a:cubicBezTo>
                      <a:pt x="55194" y="32613"/>
                      <a:pt x="55702" y="30037"/>
                      <a:pt x="57627" y="28411"/>
                    </a:cubicBezTo>
                    <a:cubicBezTo>
                      <a:pt x="57809" y="28268"/>
                      <a:pt x="57705" y="28021"/>
                      <a:pt x="57523" y="27943"/>
                    </a:cubicBezTo>
                    <a:cubicBezTo>
                      <a:pt x="59461" y="24574"/>
                      <a:pt x="60710" y="20931"/>
                      <a:pt x="63350" y="18018"/>
                    </a:cubicBezTo>
                    <a:cubicBezTo>
                      <a:pt x="63480" y="17874"/>
                      <a:pt x="63480" y="17653"/>
                      <a:pt x="63363" y="17523"/>
                    </a:cubicBezTo>
                    <a:cubicBezTo>
                      <a:pt x="63441" y="17445"/>
                      <a:pt x="63467" y="17315"/>
                      <a:pt x="63376" y="17237"/>
                    </a:cubicBezTo>
                    <a:cubicBezTo>
                      <a:pt x="63064" y="16912"/>
                      <a:pt x="62752" y="16561"/>
                      <a:pt x="62479" y="16209"/>
                    </a:cubicBezTo>
                    <a:cubicBezTo>
                      <a:pt x="62206" y="15858"/>
                      <a:pt x="61998" y="15468"/>
                      <a:pt x="61724" y="15143"/>
                    </a:cubicBezTo>
                    <a:cubicBezTo>
                      <a:pt x="61685" y="15078"/>
                      <a:pt x="61633" y="15052"/>
                      <a:pt x="61581" y="15052"/>
                    </a:cubicBezTo>
                    <a:cubicBezTo>
                      <a:pt x="61555" y="15026"/>
                      <a:pt x="61516" y="15000"/>
                      <a:pt x="61477" y="14987"/>
                    </a:cubicBezTo>
                    <a:cubicBezTo>
                      <a:pt x="60228" y="14661"/>
                      <a:pt x="58967" y="14492"/>
                      <a:pt x="57692" y="14440"/>
                    </a:cubicBezTo>
                    <a:cubicBezTo>
                      <a:pt x="57685" y="14440"/>
                      <a:pt x="57677" y="14439"/>
                      <a:pt x="57670" y="14439"/>
                    </a:cubicBezTo>
                    <a:cubicBezTo>
                      <a:pt x="57524" y="14439"/>
                      <a:pt x="57404" y="14565"/>
                      <a:pt x="57380" y="14713"/>
                    </a:cubicBezTo>
                    <a:cubicBezTo>
                      <a:pt x="55767" y="16313"/>
                      <a:pt x="54635" y="18408"/>
                      <a:pt x="53945" y="20567"/>
                    </a:cubicBezTo>
                    <a:cubicBezTo>
                      <a:pt x="53945" y="20567"/>
                      <a:pt x="53945" y="20567"/>
                      <a:pt x="53932" y="20554"/>
                    </a:cubicBezTo>
                    <a:cubicBezTo>
                      <a:pt x="53737" y="20294"/>
                      <a:pt x="53594" y="19995"/>
                      <a:pt x="53386" y="19748"/>
                    </a:cubicBezTo>
                    <a:cubicBezTo>
                      <a:pt x="53386" y="19735"/>
                      <a:pt x="53373" y="19735"/>
                      <a:pt x="53373" y="19735"/>
                    </a:cubicBezTo>
                    <a:cubicBezTo>
                      <a:pt x="53347" y="19657"/>
                      <a:pt x="53282" y="19592"/>
                      <a:pt x="53178" y="19592"/>
                    </a:cubicBezTo>
                    <a:cubicBezTo>
                      <a:pt x="52819" y="19582"/>
                      <a:pt x="52454" y="19573"/>
                      <a:pt x="52087" y="19573"/>
                    </a:cubicBezTo>
                    <a:cubicBezTo>
                      <a:pt x="51935" y="19573"/>
                      <a:pt x="51782" y="19575"/>
                      <a:pt x="51630" y="19579"/>
                    </a:cubicBezTo>
                    <a:cubicBezTo>
                      <a:pt x="51630" y="19566"/>
                      <a:pt x="51643" y="19566"/>
                      <a:pt x="51643" y="19566"/>
                    </a:cubicBezTo>
                    <a:cubicBezTo>
                      <a:pt x="53074" y="16001"/>
                      <a:pt x="54115" y="12476"/>
                      <a:pt x="56573" y="9484"/>
                    </a:cubicBezTo>
                    <a:cubicBezTo>
                      <a:pt x="57822" y="10135"/>
                      <a:pt x="59188" y="10642"/>
                      <a:pt x="60515" y="11175"/>
                    </a:cubicBezTo>
                    <a:cubicBezTo>
                      <a:pt x="59825" y="12151"/>
                      <a:pt x="58954" y="13205"/>
                      <a:pt x="58615" y="14323"/>
                    </a:cubicBezTo>
                    <a:cubicBezTo>
                      <a:pt x="58588" y="14415"/>
                      <a:pt x="58657" y="14474"/>
                      <a:pt x="58732" y="14474"/>
                    </a:cubicBezTo>
                    <a:cubicBezTo>
                      <a:pt x="58764" y="14474"/>
                      <a:pt x="58796" y="14463"/>
                      <a:pt x="58823" y="14440"/>
                    </a:cubicBezTo>
                    <a:cubicBezTo>
                      <a:pt x="59851" y="13634"/>
                      <a:pt x="60567" y="12242"/>
                      <a:pt x="61308" y="11188"/>
                    </a:cubicBezTo>
                    <a:cubicBezTo>
                      <a:pt x="61360" y="11123"/>
                      <a:pt x="61360" y="11032"/>
                      <a:pt x="61347" y="10954"/>
                    </a:cubicBezTo>
                    <a:cubicBezTo>
                      <a:pt x="61386" y="10915"/>
                      <a:pt x="61399" y="10863"/>
                      <a:pt x="61386" y="10798"/>
                    </a:cubicBezTo>
                    <a:cubicBezTo>
                      <a:pt x="61269" y="10434"/>
                      <a:pt x="61152" y="10083"/>
                      <a:pt x="61061" y="9718"/>
                    </a:cubicBezTo>
                    <a:cubicBezTo>
                      <a:pt x="60983" y="9341"/>
                      <a:pt x="60944" y="8964"/>
                      <a:pt x="60840" y="8600"/>
                    </a:cubicBezTo>
                    <a:cubicBezTo>
                      <a:pt x="60814" y="8522"/>
                      <a:pt x="60749" y="8470"/>
                      <a:pt x="60684" y="8443"/>
                    </a:cubicBezTo>
                    <a:cubicBezTo>
                      <a:pt x="60671" y="8430"/>
                      <a:pt x="60658" y="8417"/>
                      <a:pt x="60632" y="8417"/>
                    </a:cubicBezTo>
                    <a:cubicBezTo>
                      <a:pt x="59149" y="7858"/>
                      <a:pt x="57562" y="7325"/>
                      <a:pt x="56014" y="7000"/>
                    </a:cubicBezTo>
                    <a:cubicBezTo>
                      <a:pt x="55987" y="6993"/>
                      <a:pt x="55960" y="6990"/>
                      <a:pt x="55934" y="6990"/>
                    </a:cubicBezTo>
                    <a:cubicBezTo>
                      <a:pt x="55858" y="6990"/>
                      <a:pt x="55789" y="7016"/>
                      <a:pt x="55741" y="7065"/>
                    </a:cubicBezTo>
                    <a:cubicBezTo>
                      <a:pt x="55708" y="7048"/>
                      <a:pt x="55674" y="7039"/>
                      <a:pt x="55640" y="7039"/>
                    </a:cubicBezTo>
                    <a:cubicBezTo>
                      <a:pt x="55592" y="7039"/>
                      <a:pt x="55544" y="7058"/>
                      <a:pt x="55506" y="7104"/>
                    </a:cubicBezTo>
                    <a:cubicBezTo>
                      <a:pt x="55441" y="7182"/>
                      <a:pt x="55376" y="7260"/>
                      <a:pt x="55311" y="7338"/>
                    </a:cubicBezTo>
                    <a:cubicBezTo>
                      <a:pt x="55754" y="6583"/>
                      <a:pt x="56183" y="5829"/>
                      <a:pt x="56612" y="5061"/>
                    </a:cubicBezTo>
                    <a:cubicBezTo>
                      <a:pt x="56664" y="4957"/>
                      <a:pt x="56651" y="4853"/>
                      <a:pt x="56599" y="4762"/>
                    </a:cubicBezTo>
                    <a:cubicBezTo>
                      <a:pt x="56625" y="4684"/>
                      <a:pt x="56599" y="4593"/>
                      <a:pt x="56521" y="4554"/>
                    </a:cubicBezTo>
                    <a:cubicBezTo>
                      <a:pt x="55207" y="3917"/>
                      <a:pt x="53971" y="3123"/>
                      <a:pt x="52671" y="2460"/>
                    </a:cubicBezTo>
                    <a:cubicBezTo>
                      <a:pt x="52283" y="2266"/>
                      <a:pt x="51927" y="2182"/>
                      <a:pt x="51580" y="2182"/>
                    </a:cubicBezTo>
                    <a:cubicBezTo>
                      <a:pt x="51065" y="2182"/>
                      <a:pt x="50569" y="2367"/>
                      <a:pt x="50017" y="2655"/>
                    </a:cubicBezTo>
                    <a:cubicBezTo>
                      <a:pt x="50004" y="2668"/>
                      <a:pt x="50004" y="2668"/>
                      <a:pt x="49991" y="2681"/>
                    </a:cubicBezTo>
                    <a:cubicBezTo>
                      <a:pt x="49972" y="2676"/>
                      <a:pt x="49953" y="2673"/>
                      <a:pt x="49933" y="2673"/>
                    </a:cubicBezTo>
                    <a:cubicBezTo>
                      <a:pt x="49899" y="2673"/>
                      <a:pt x="49863" y="2682"/>
                      <a:pt x="49822" y="2707"/>
                    </a:cubicBezTo>
                    <a:cubicBezTo>
                      <a:pt x="49119" y="3214"/>
                      <a:pt x="48599" y="4008"/>
                      <a:pt x="48352" y="4853"/>
                    </a:cubicBezTo>
                    <a:cubicBezTo>
                      <a:pt x="48300" y="4203"/>
                      <a:pt x="48222" y="3565"/>
                      <a:pt x="48105" y="2928"/>
                    </a:cubicBezTo>
                    <a:cubicBezTo>
                      <a:pt x="47962" y="2095"/>
                      <a:pt x="47688" y="1627"/>
                      <a:pt x="47311" y="1393"/>
                    </a:cubicBezTo>
                    <a:cubicBezTo>
                      <a:pt x="47493" y="1328"/>
                      <a:pt x="47584" y="1042"/>
                      <a:pt x="47376" y="938"/>
                    </a:cubicBezTo>
                    <a:cubicBezTo>
                      <a:pt x="46675" y="632"/>
                      <a:pt x="45686" y="0"/>
                      <a:pt x="448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50"/>
              <p:cNvSpPr/>
              <p:nvPr/>
            </p:nvSpPr>
            <p:spPr>
              <a:xfrm>
                <a:off x="2095039" y="1767740"/>
                <a:ext cx="24339" cy="46552"/>
              </a:xfrm>
              <a:custGeom>
                <a:avLst/>
                <a:gdLst/>
                <a:ahLst/>
                <a:cxnLst/>
                <a:rect l="l" t="t" r="r" b="b"/>
                <a:pathLst>
                  <a:path w="1248" h="2387" extrusionOk="0">
                    <a:moveTo>
                      <a:pt x="1068" y="0"/>
                    </a:moveTo>
                    <a:cubicBezTo>
                      <a:pt x="1022" y="0"/>
                      <a:pt x="973" y="22"/>
                      <a:pt x="934" y="73"/>
                    </a:cubicBezTo>
                    <a:cubicBezTo>
                      <a:pt x="505" y="632"/>
                      <a:pt x="141" y="1439"/>
                      <a:pt x="24" y="2141"/>
                    </a:cubicBezTo>
                    <a:cubicBezTo>
                      <a:pt x="0" y="2290"/>
                      <a:pt x="113" y="2387"/>
                      <a:pt x="224" y="2387"/>
                    </a:cubicBezTo>
                    <a:cubicBezTo>
                      <a:pt x="297" y="2387"/>
                      <a:pt x="370" y="2344"/>
                      <a:pt x="401" y="2245"/>
                    </a:cubicBezTo>
                    <a:cubicBezTo>
                      <a:pt x="531" y="1920"/>
                      <a:pt x="609" y="1582"/>
                      <a:pt x="726" y="1257"/>
                    </a:cubicBezTo>
                    <a:cubicBezTo>
                      <a:pt x="856" y="905"/>
                      <a:pt x="1039" y="567"/>
                      <a:pt x="1195" y="216"/>
                    </a:cubicBezTo>
                    <a:cubicBezTo>
                      <a:pt x="1247" y="93"/>
                      <a:pt x="1164" y="0"/>
                      <a:pt x="10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50"/>
              <p:cNvSpPr/>
              <p:nvPr/>
            </p:nvSpPr>
            <p:spPr>
              <a:xfrm>
                <a:off x="2078072" y="1776828"/>
                <a:ext cx="21414" cy="36002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1846" extrusionOk="0">
                    <a:moveTo>
                      <a:pt x="933" y="0"/>
                    </a:moveTo>
                    <a:cubicBezTo>
                      <a:pt x="902" y="0"/>
                      <a:pt x="870" y="15"/>
                      <a:pt x="842" y="49"/>
                    </a:cubicBezTo>
                    <a:cubicBezTo>
                      <a:pt x="660" y="257"/>
                      <a:pt x="504" y="504"/>
                      <a:pt x="374" y="752"/>
                    </a:cubicBezTo>
                    <a:cubicBezTo>
                      <a:pt x="243" y="999"/>
                      <a:pt x="87" y="1272"/>
                      <a:pt x="35" y="1558"/>
                    </a:cubicBezTo>
                    <a:cubicBezTo>
                      <a:pt x="1" y="1713"/>
                      <a:pt x="137" y="1845"/>
                      <a:pt x="268" y="1845"/>
                    </a:cubicBezTo>
                    <a:cubicBezTo>
                      <a:pt x="334" y="1845"/>
                      <a:pt x="399" y="1811"/>
                      <a:pt x="439" y="1727"/>
                    </a:cubicBezTo>
                    <a:cubicBezTo>
                      <a:pt x="556" y="1493"/>
                      <a:pt x="608" y="1246"/>
                      <a:pt x="699" y="999"/>
                    </a:cubicBezTo>
                    <a:cubicBezTo>
                      <a:pt x="790" y="726"/>
                      <a:pt x="933" y="478"/>
                      <a:pt x="1050" y="205"/>
                    </a:cubicBezTo>
                    <a:cubicBezTo>
                      <a:pt x="1098" y="110"/>
                      <a:pt x="1019" y="0"/>
                      <a:pt x="9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50"/>
              <p:cNvSpPr/>
              <p:nvPr/>
            </p:nvSpPr>
            <p:spPr>
              <a:xfrm>
                <a:off x="2184711" y="2098131"/>
                <a:ext cx="19229" cy="46591"/>
              </a:xfrm>
              <a:custGeom>
                <a:avLst/>
                <a:gdLst/>
                <a:ahLst/>
                <a:cxnLst/>
                <a:rect l="l" t="t" r="r" b="b"/>
                <a:pathLst>
                  <a:path w="986" h="2389" extrusionOk="0">
                    <a:moveTo>
                      <a:pt x="815" y="0"/>
                    </a:moveTo>
                    <a:cubicBezTo>
                      <a:pt x="756" y="0"/>
                      <a:pt x="695" y="33"/>
                      <a:pt x="668" y="108"/>
                    </a:cubicBezTo>
                    <a:cubicBezTo>
                      <a:pt x="421" y="745"/>
                      <a:pt x="122" y="1473"/>
                      <a:pt x="18" y="2150"/>
                    </a:cubicBezTo>
                    <a:cubicBezTo>
                      <a:pt x="0" y="2272"/>
                      <a:pt x="118" y="2389"/>
                      <a:pt x="225" y="2389"/>
                    </a:cubicBezTo>
                    <a:cubicBezTo>
                      <a:pt x="277" y="2389"/>
                      <a:pt x="326" y="2361"/>
                      <a:pt x="356" y="2293"/>
                    </a:cubicBezTo>
                    <a:cubicBezTo>
                      <a:pt x="642" y="1643"/>
                      <a:pt x="811" y="875"/>
                      <a:pt x="954" y="186"/>
                    </a:cubicBezTo>
                    <a:cubicBezTo>
                      <a:pt x="985" y="70"/>
                      <a:pt x="902" y="0"/>
                      <a:pt x="8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50"/>
              <p:cNvSpPr/>
              <p:nvPr/>
            </p:nvSpPr>
            <p:spPr>
              <a:xfrm>
                <a:off x="2189373" y="2122334"/>
                <a:ext cx="21726" cy="41248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2115" extrusionOk="0">
                    <a:moveTo>
                      <a:pt x="950" y="0"/>
                    </a:moveTo>
                    <a:cubicBezTo>
                      <a:pt x="908" y="0"/>
                      <a:pt x="868" y="19"/>
                      <a:pt x="845" y="63"/>
                    </a:cubicBezTo>
                    <a:cubicBezTo>
                      <a:pt x="585" y="662"/>
                      <a:pt x="273" y="1260"/>
                      <a:pt x="52" y="1885"/>
                    </a:cubicBezTo>
                    <a:cubicBezTo>
                      <a:pt x="0" y="2014"/>
                      <a:pt x="126" y="2115"/>
                      <a:pt x="239" y="2115"/>
                    </a:cubicBezTo>
                    <a:cubicBezTo>
                      <a:pt x="297" y="2115"/>
                      <a:pt x="351" y="2089"/>
                      <a:pt x="377" y="2028"/>
                    </a:cubicBezTo>
                    <a:cubicBezTo>
                      <a:pt x="650" y="1416"/>
                      <a:pt x="845" y="779"/>
                      <a:pt x="1080" y="154"/>
                    </a:cubicBezTo>
                    <a:cubicBezTo>
                      <a:pt x="1114" y="69"/>
                      <a:pt x="1030" y="0"/>
                      <a:pt x="9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50"/>
              <p:cNvSpPr/>
              <p:nvPr/>
            </p:nvSpPr>
            <p:spPr>
              <a:xfrm>
                <a:off x="1973811" y="2008303"/>
                <a:ext cx="31438" cy="48971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2511" extrusionOk="0">
                    <a:moveTo>
                      <a:pt x="1434" y="0"/>
                    </a:moveTo>
                    <a:cubicBezTo>
                      <a:pt x="1403" y="0"/>
                      <a:pt x="1373" y="13"/>
                      <a:pt x="1349" y="44"/>
                    </a:cubicBezTo>
                    <a:cubicBezTo>
                      <a:pt x="815" y="681"/>
                      <a:pt x="230" y="1488"/>
                      <a:pt x="35" y="2307"/>
                    </a:cubicBezTo>
                    <a:cubicBezTo>
                      <a:pt x="0" y="2420"/>
                      <a:pt x="100" y="2510"/>
                      <a:pt x="196" y="2510"/>
                    </a:cubicBezTo>
                    <a:cubicBezTo>
                      <a:pt x="244" y="2510"/>
                      <a:pt x="291" y="2489"/>
                      <a:pt x="321" y="2437"/>
                    </a:cubicBezTo>
                    <a:cubicBezTo>
                      <a:pt x="529" y="2060"/>
                      <a:pt x="672" y="1657"/>
                      <a:pt x="867" y="1279"/>
                    </a:cubicBezTo>
                    <a:cubicBezTo>
                      <a:pt x="1076" y="902"/>
                      <a:pt x="1297" y="538"/>
                      <a:pt x="1544" y="200"/>
                    </a:cubicBezTo>
                    <a:cubicBezTo>
                      <a:pt x="1611" y="104"/>
                      <a:pt x="1522" y="0"/>
                      <a:pt x="14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50"/>
              <p:cNvSpPr/>
              <p:nvPr/>
            </p:nvSpPr>
            <p:spPr>
              <a:xfrm>
                <a:off x="1959048" y="2022754"/>
                <a:ext cx="22467" cy="34597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1774" extrusionOk="0">
                    <a:moveTo>
                      <a:pt x="982" y="0"/>
                    </a:moveTo>
                    <a:cubicBezTo>
                      <a:pt x="939" y="0"/>
                      <a:pt x="896" y="18"/>
                      <a:pt x="870" y="57"/>
                    </a:cubicBezTo>
                    <a:cubicBezTo>
                      <a:pt x="597" y="525"/>
                      <a:pt x="350" y="994"/>
                      <a:pt x="90" y="1475"/>
                    </a:cubicBezTo>
                    <a:cubicBezTo>
                      <a:pt x="0" y="1627"/>
                      <a:pt x="145" y="1773"/>
                      <a:pt x="277" y="1773"/>
                    </a:cubicBezTo>
                    <a:cubicBezTo>
                      <a:pt x="337" y="1773"/>
                      <a:pt x="395" y="1743"/>
                      <a:pt x="428" y="1670"/>
                    </a:cubicBezTo>
                    <a:cubicBezTo>
                      <a:pt x="662" y="1176"/>
                      <a:pt x="896" y="669"/>
                      <a:pt x="1117" y="161"/>
                    </a:cubicBezTo>
                    <a:cubicBezTo>
                      <a:pt x="1152" y="66"/>
                      <a:pt x="1066" y="0"/>
                      <a:pt x="9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50"/>
              <p:cNvSpPr/>
              <p:nvPr/>
            </p:nvSpPr>
            <p:spPr>
              <a:xfrm>
                <a:off x="1814886" y="1743088"/>
                <a:ext cx="16304" cy="46708"/>
              </a:xfrm>
              <a:custGeom>
                <a:avLst/>
                <a:gdLst/>
                <a:ahLst/>
                <a:cxnLst/>
                <a:rect l="l" t="t" r="r" b="b"/>
                <a:pathLst>
                  <a:path w="836" h="2395" extrusionOk="0">
                    <a:moveTo>
                      <a:pt x="191" y="1"/>
                    </a:moveTo>
                    <a:cubicBezTo>
                      <a:pt x="93" y="1"/>
                      <a:pt x="1" y="60"/>
                      <a:pt x="15" y="179"/>
                    </a:cubicBezTo>
                    <a:cubicBezTo>
                      <a:pt x="93" y="882"/>
                      <a:pt x="275" y="1636"/>
                      <a:pt x="522" y="2286"/>
                    </a:cubicBezTo>
                    <a:cubicBezTo>
                      <a:pt x="546" y="2358"/>
                      <a:pt x="617" y="2395"/>
                      <a:pt x="684" y="2395"/>
                    </a:cubicBezTo>
                    <a:cubicBezTo>
                      <a:pt x="763" y="2395"/>
                      <a:pt x="835" y="2345"/>
                      <a:pt x="821" y="2247"/>
                    </a:cubicBezTo>
                    <a:cubicBezTo>
                      <a:pt x="756" y="1558"/>
                      <a:pt x="613" y="790"/>
                      <a:pt x="392" y="127"/>
                    </a:cubicBezTo>
                    <a:cubicBezTo>
                      <a:pt x="362" y="43"/>
                      <a:pt x="275" y="1"/>
                      <a:pt x="1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50"/>
              <p:cNvSpPr/>
              <p:nvPr/>
            </p:nvSpPr>
            <p:spPr>
              <a:xfrm>
                <a:off x="1822491" y="1738837"/>
                <a:ext cx="18820" cy="29917"/>
              </a:xfrm>
              <a:custGeom>
                <a:avLst/>
                <a:gdLst/>
                <a:ahLst/>
                <a:cxnLst/>
                <a:rect l="l" t="t" r="r" b="b"/>
                <a:pathLst>
                  <a:path w="965" h="1534" extrusionOk="0">
                    <a:moveTo>
                      <a:pt x="265" y="0"/>
                    </a:moveTo>
                    <a:cubicBezTo>
                      <a:pt x="120" y="0"/>
                      <a:pt x="1" y="165"/>
                      <a:pt x="132" y="306"/>
                    </a:cubicBezTo>
                    <a:cubicBezTo>
                      <a:pt x="431" y="605"/>
                      <a:pt x="600" y="943"/>
                      <a:pt x="587" y="1373"/>
                    </a:cubicBezTo>
                    <a:cubicBezTo>
                      <a:pt x="587" y="1482"/>
                      <a:pt x="660" y="1534"/>
                      <a:pt x="737" y="1534"/>
                    </a:cubicBezTo>
                    <a:cubicBezTo>
                      <a:pt x="816" y="1534"/>
                      <a:pt x="899" y="1478"/>
                      <a:pt x="913" y="1373"/>
                    </a:cubicBezTo>
                    <a:cubicBezTo>
                      <a:pt x="965" y="891"/>
                      <a:pt x="783" y="358"/>
                      <a:pt x="392" y="46"/>
                    </a:cubicBezTo>
                    <a:cubicBezTo>
                      <a:pt x="351" y="14"/>
                      <a:pt x="307" y="0"/>
                      <a:pt x="2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50"/>
              <p:cNvSpPr/>
              <p:nvPr/>
            </p:nvSpPr>
            <p:spPr>
              <a:xfrm>
                <a:off x="1777363" y="2196951"/>
                <a:ext cx="11175" cy="53183"/>
              </a:xfrm>
              <a:custGeom>
                <a:avLst/>
                <a:gdLst/>
                <a:ahLst/>
                <a:cxnLst/>
                <a:rect l="l" t="t" r="r" b="b"/>
                <a:pathLst>
                  <a:path w="573" h="2727" extrusionOk="0">
                    <a:moveTo>
                      <a:pt x="316" y="0"/>
                    </a:moveTo>
                    <a:cubicBezTo>
                      <a:pt x="235" y="0"/>
                      <a:pt x="157" y="55"/>
                      <a:pt x="157" y="166"/>
                    </a:cubicBezTo>
                    <a:cubicBezTo>
                      <a:pt x="118" y="985"/>
                      <a:pt x="66" y="1792"/>
                      <a:pt x="1" y="2598"/>
                    </a:cubicBezTo>
                    <a:cubicBezTo>
                      <a:pt x="1" y="2684"/>
                      <a:pt x="66" y="2726"/>
                      <a:pt x="132" y="2726"/>
                    </a:cubicBezTo>
                    <a:cubicBezTo>
                      <a:pt x="188" y="2726"/>
                      <a:pt x="243" y="2697"/>
                      <a:pt x="261" y="2637"/>
                    </a:cubicBezTo>
                    <a:cubicBezTo>
                      <a:pt x="495" y="1870"/>
                      <a:pt x="573" y="959"/>
                      <a:pt x="495" y="166"/>
                    </a:cubicBezTo>
                    <a:cubicBezTo>
                      <a:pt x="482" y="55"/>
                      <a:pt x="397" y="0"/>
                      <a:pt x="3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50"/>
              <p:cNvSpPr/>
              <p:nvPr/>
            </p:nvSpPr>
            <p:spPr>
              <a:xfrm>
                <a:off x="1771785" y="2189832"/>
                <a:ext cx="7879" cy="35787"/>
              </a:xfrm>
              <a:custGeom>
                <a:avLst/>
                <a:gdLst/>
                <a:ahLst/>
                <a:cxnLst/>
                <a:rect l="l" t="t" r="r" b="b"/>
                <a:pathLst>
                  <a:path w="404" h="1835" extrusionOk="0">
                    <a:moveTo>
                      <a:pt x="195" y="1"/>
                    </a:moveTo>
                    <a:cubicBezTo>
                      <a:pt x="114" y="1"/>
                      <a:pt x="33" y="56"/>
                      <a:pt x="26" y="167"/>
                    </a:cubicBezTo>
                    <a:cubicBezTo>
                      <a:pt x="0" y="674"/>
                      <a:pt x="13" y="1259"/>
                      <a:pt x="104" y="1767"/>
                    </a:cubicBezTo>
                    <a:cubicBezTo>
                      <a:pt x="111" y="1812"/>
                      <a:pt x="156" y="1835"/>
                      <a:pt x="202" y="1835"/>
                    </a:cubicBezTo>
                    <a:cubicBezTo>
                      <a:pt x="248" y="1835"/>
                      <a:pt x="293" y="1812"/>
                      <a:pt x="300" y="1767"/>
                    </a:cubicBezTo>
                    <a:cubicBezTo>
                      <a:pt x="391" y="1259"/>
                      <a:pt x="404" y="674"/>
                      <a:pt x="365" y="167"/>
                    </a:cubicBezTo>
                    <a:cubicBezTo>
                      <a:pt x="358" y="56"/>
                      <a:pt x="277" y="1"/>
                      <a:pt x="1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50"/>
              <p:cNvSpPr/>
              <p:nvPr/>
            </p:nvSpPr>
            <p:spPr>
              <a:xfrm>
                <a:off x="1604434" y="1946051"/>
                <a:ext cx="16928" cy="53164"/>
              </a:xfrm>
              <a:custGeom>
                <a:avLst/>
                <a:gdLst/>
                <a:ahLst/>
                <a:cxnLst/>
                <a:rect l="l" t="t" r="r" b="b"/>
                <a:pathLst>
                  <a:path w="868" h="2726" extrusionOk="0">
                    <a:moveTo>
                      <a:pt x="226" y="0"/>
                    </a:moveTo>
                    <a:cubicBezTo>
                      <a:pt x="115" y="0"/>
                      <a:pt x="0" y="101"/>
                      <a:pt x="35" y="231"/>
                    </a:cubicBezTo>
                    <a:cubicBezTo>
                      <a:pt x="295" y="1037"/>
                      <a:pt x="399" y="1766"/>
                      <a:pt x="425" y="2611"/>
                    </a:cubicBezTo>
                    <a:cubicBezTo>
                      <a:pt x="425" y="2685"/>
                      <a:pt x="488" y="2725"/>
                      <a:pt x="546" y="2725"/>
                    </a:cubicBezTo>
                    <a:cubicBezTo>
                      <a:pt x="592" y="2725"/>
                      <a:pt x="635" y="2701"/>
                      <a:pt x="646" y="2650"/>
                    </a:cubicBezTo>
                    <a:cubicBezTo>
                      <a:pt x="867" y="1831"/>
                      <a:pt x="750" y="842"/>
                      <a:pt x="373" y="88"/>
                    </a:cubicBezTo>
                    <a:cubicBezTo>
                      <a:pt x="338" y="26"/>
                      <a:pt x="283" y="0"/>
                      <a:pt x="2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50"/>
              <p:cNvSpPr/>
              <p:nvPr/>
            </p:nvSpPr>
            <p:spPr>
              <a:xfrm>
                <a:off x="1615219" y="1929688"/>
                <a:ext cx="20341" cy="42086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2158" extrusionOk="0">
                    <a:moveTo>
                      <a:pt x="234" y="0"/>
                    </a:moveTo>
                    <a:cubicBezTo>
                      <a:pt x="116" y="0"/>
                      <a:pt x="0" y="155"/>
                      <a:pt x="67" y="289"/>
                    </a:cubicBezTo>
                    <a:cubicBezTo>
                      <a:pt x="367" y="836"/>
                      <a:pt x="627" y="1369"/>
                      <a:pt x="705" y="2006"/>
                    </a:cubicBezTo>
                    <a:cubicBezTo>
                      <a:pt x="718" y="2105"/>
                      <a:pt x="808" y="2158"/>
                      <a:pt x="891" y="2158"/>
                    </a:cubicBezTo>
                    <a:cubicBezTo>
                      <a:pt x="971" y="2158"/>
                      <a:pt x="1043" y="2109"/>
                      <a:pt x="1030" y="2006"/>
                    </a:cubicBezTo>
                    <a:cubicBezTo>
                      <a:pt x="978" y="1304"/>
                      <a:pt x="796" y="614"/>
                      <a:pt x="354" y="68"/>
                    </a:cubicBezTo>
                    <a:cubicBezTo>
                      <a:pt x="319" y="20"/>
                      <a:pt x="277" y="0"/>
                      <a:pt x="2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50"/>
              <p:cNvSpPr/>
              <p:nvPr/>
            </p:nvSpPr>
            <p:spPr>
              <a:xfrm>
                <a:off x="1364651" y="1766569"/>
                <a:ext cx="22798" cy="42457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2177" extrusionOk="0">
                    <a:moveTo>
                      <a:pt x="262" y="0"/>
                    </a:moveTo>
                    <a:cubicBezTo>
                      <a:pt x="127" y="0"/>
                      <a:pt x="1" y="155"/>
                      <a:pt x="89" y="302"/>
                    </a:cubicBezTo>
                    <a:cubicBezTo>
                      <a:pt x="245" y="575"/>
                      <a:pt x="414" y="848"/>
                      <a:pt x="544" y="1134"/>
                    </a:cubicBezTo>
                    <a:cubicBezTo>
                      <a:pt x="675" y="1434"/>
                      <a:pt x="740" y="1746"/>
                      <a:pt x="831" y="2058"/>
                    </a:cubicBezTo>
                    <a:cubicBezTo>
                      <a:pt x="854" y="2139"/>
                      <a:pt x="919" y="2177"/>
                      <a:pt x="985" y="2177"/>
                    </a:cubicBezTo>
                    <a:cubicBezTo>
                      <a:pt x="1066" y="2177"/>
                      <a:pt x="1149" y="2120"/>
                      <a:pt x="1156" y="2019"/>
                    </a:cubicBezTo>
                    <a:cubicBezTo>
                      <a:pt x="1169" y="1330"/>
                      <a:pt x="857" y="549"/>
                      <a:pt x="388" y="55"/>
                    </a:cubicBezTo>
                    <a:cubicBezTo>
                      <a:pt x="350" y="16"/>
                      <a:pt x="305" y="0"/>
                      <a:pt x="2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50"/>
              <p:cNvSpPr/>
              <p:nvPr/>
            </p:nvSpPr>
            <p:spPr>
              <a:xfrm>
                <a:off x="1375826" y="1754712"/>
                <a:ext cx="20263" cy="32218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652" extrusionOk="0">
                    <a:moveTo>
                      <a:pt x="297" y="1"/>
                    </a:moveTo>
                    <a:cubicBezTo>
                      <a:pt x="145" y="1"/>
                      <a:pt x="0" y="210"/>
                      <a:pt x="141" y="351"/>
                    </a:cubicBezTo>
                    <a:cubicBezTo>
                      <a:pt x="492" y="676"/>
                      <a:pt x="713" y="1092"/>
                      <a:pt x="791" y="1560"/>
                    </a:cubicBezTo>
                    <a:cubicBezTo>
                      <a:pt x="803" y="1624"/>
                      <a:pt x="852" y="1651"/>
                      <a:pt x="904" y="1651"/>
                    </a:cubicBezTo>
                    <a:cubicBezTo>
                      <a:pt x="969" y="1651"/>
                      <a:pt x="1038" y="1607"/>
                      <a:pt x="1038" y="1534"/>
                    </a:cubicBezTo>
                    <a:cubicBezTo>
                      <a:pt x="1012" y="975"/>
                      <a:pt x="804" y="481"/>
                      <a:pt x="427" y="64"/>
                    </a:cubicBezTo>
                    <a:cubicBezTo>
                      <a:pt x="388" y="19"/>
                      <a:pt x="342" y="1"/>
                      <a:pt x="2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50"/>
              <p:cNvSpPr/>
              <p:nvPr/>
            </p:nvSpPr>
            <p:spPr>
              <a:xfrm>
                <a:off x="1273730" y="2114338"/>
                <a:ext cx="13983" cy="34168"/>
              </a:xfrm>
              <a:custGeom>
                <a:avLst/>
                <a:gdLst/>
                <a:ahLst/>
                <a:cxnLst/>
                <a:rect l="l" t="t" r="r" b="b"/>
                <a:pathLst>
                  <a:path w="717" h="1752" extrusionOk="0">
                    <a:moveTo>
                      <a:pt x="192" y="1"/>
                    </a:moveTo>
                    <a:cubicBezTo>
                      <a:pt x="96" y="1"/>
                      <a:pt x="1" y="82"/>
                      <a:pt x="16" y="213"/>
                    </a:cubicBezTo>
                    <a:cubicBezTo>
                      <a:pt x="94" y="695"/>
                      <a:pt x="289" y="1176"/>
                      <a:pt x="419" y="1657"/>
                    </a:cubicBezTo>
                    <a:cubicBezTo>
                      <a:pt x="440" y="1723"/>
                      <a:pt x="492" y="1751"/>
                      <a:pt x="545" y="1751"/>
                    </a:cubicBezTo>
                    <a:cubicBezTo>
                      <a:pt x="629" y="1751"/>
                      <a:pt x="716" y="1682"/>
                      <a:pt x="693" y="1579"/>
                    </a:cubicBezTo>
                    <a:cubicBezTo>
                      <a:pt x="589" y="1098"/>
                      <a:pt x="511" y="577"/>
                      <a:pt x="354" y="122"/>
                    </a:cubicBezTo>
                    <a:cubicBezTo>
                      <a:pt x="323" y="38"/>
                      <a:pt x="257" y="1"/>
                      <a:pt x="1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50"/>
              <p:cNvSpPr/>
              <p:nvPr/>
            </p:nvSpPr>
            <p:spPr>
              <a:xfrm>
                <a:off x="1325353" y="2223006"/>
                <a:ext cx="57220" cy="10687"/>
              </a:xfrm>
              <a:custGeom>
                <a:avLst/>
                <a:gdLst/>
                <a:ahLst/>
                <a:cxnLst/>
                <a:rect l="l" t="t" r="r" b="b"/>
                <a:pathLst>
                  <a:path w="2934" h="548" extrusionOk="0">
                    <a:moveTo>
                      <a:pt x="206" y="0"/>
                    </a:moveTo>
                    <a:cubicBezTo>
                      <a:pt x="34" y="0"/>
                      <a:pt x="1" y="274"/>
                      <a:pt x="166" y="300"/>
                    </a:cubicBezTo>
                    <a:cubicBezTo>
                      <a:pt x="1012" y="443"/>
                      <a:pt x="1896" y="495"/>
                      <a:pt x="2755" y="547"/>
                    </a:cubicBezTo>
                    <a:cubicBezTo>
                      <a:pt x="2758" y="547"/>
                      <a:pt x="2762" y="547"/>
                      <a:pt x="2765" y="547"/>
                    </a:cubicBezTo>
                    <a:cubicBezTo>
                      <a:pt x="2900" y="547"/>
                      <a:pt x="2933" y="312"/>
                      <a:pt x="2794" y="287"/>
                    </a:cubicBezTo>
                    <a:cubicBezTo>
                      <a:pt x="1948" y="157"/>
                      <a:pt x="1064" y="40"/>
                      <a:pt x="218" y="1"/>
                    </a:cubicBezTo>
                    <a:cubicBezTo>
                      <a:pt x="214" y="0"/>
                      <a:pt x="210" y="0"/>
                      <a:pt x="2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50"/>
              <p:cNvSpPr/>
              <p:nvPr/>
            </p:nvSpPr>
            <p:spPr>
              <a:xfrm>
                <a:off x="1315934" y="2237340"/>
                <a:ext cx="47430" cy="10278"/>
              </a:xfrm>
              <a:custGeom>
                <a:avLst/>
                <a:gdLst/>
                <a:ahLst/>
                <a:cxnLst/>
                <a:rect l="l" t="t" r="r" b="b"/>
                <a:pathLst>
                  <a:path w="2432" h="527" extrusionOk="0">
                    <a:moveTo>
                      <a:pt x="203" y="1"/>
                    </a:moveTo>
                    <a:cubicBezTo>
                      <a:pt x="52" y="1"/>
                      <a:pt x="1" y="246"/>
                      <a:pt x="168" y="293"/>
                    </a:cubicBezTo>
                    <a:cubicBezTo>
                      <a:pt x="709" y="460"/>
                      <a:pt x="1283" y="526"/>
                      <a:pt x="1851" y="526"/>
                    </a:cubicBezTo>
                    <a:cubicBezTo>
                      <a:pt x="1993" y="526"/>
                      <a:pt x="2135" y="522"/>
                      <a:pt x="2275" y="514"/>
                    </a:cubicBezTo>
                    <a:cubicBezTo>
                      <a:pt x="2431" y="501"/>
                      <a:pt x="2431" y="267"/>
                      <a:pt x="2275" y="267"/>
                    </a:cubicBezTo>
                    <a:cubicBezTo>
                      <a:pt x="2209" y="270"/>
                      <a:pt x="2144" y="271"/>
                      <a:pt x="2079" y="271"/>
                    </a:cubicBezTo>
                    <a:cubicBezTo>
                      <a:pt x="1450" y="271"/>
                      <a:pt x="859" y="160"/>
                      <a:pt x="246" y="7"/>
                    </a:cubicBezTo>
                    <a:cubicBezTo>
                      <a:pt x="231" y="3"/>
                      <a:pt x="216" y="1"/>
                      <a:pt x="2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Google Shape;1765;p50"/>
              <p:cNvSpPr/>
              <p:nvPr/>
            </p:nvSpPr>
            <p:spPr>
              <a:xfrm>
                <a:off x="1866860" y="2704601"/>
                <a:ext cx="15290" cy="69760"/>
              </a:xfrm>
              <a:custGeom>
                <a:avLst/>
                <a:gdLst/>
                <a:ahLst/>
                <a:cxnLst/>
                <a:rect l="l" t="t" r="r" b="b"/>
                <a:pathLst>
                  <a:path w="784" h="3577" extrusionOk="0">
                    <a:moveTo>
                      <a:pt x="176" y="0"/>
                    </a:moveTo>
                    <a:cubicBezTo>
                      <a:pt x="87" y="0"/>
                      <a:pt x="1" y="75"/>
                      <a:pt x="16" y="191"/>
                    </a:cubicBezTo>
                    <a:cubicBezTo>
                      <a:pt x="186" y="1297"/>
                      <a:pt x="407" y="2312"/>
                      <a:pt x="368" y="3430"/>
                    </a:cubicBezTo>
                    <a:cubicBezTo>
                      <a:pt x="368" y="3528"/>
                      <a:pt x="442" y="3577"/>
                      <a:pt x="519" y="3577"/>
                    </a:cubicBezTo>
                    <a:cubicBezTo>
                      <a:pt x="595" y="3577"/>
                      <a:pt x="673" y="3528"/>
                      <a:pt x="680" y="3430"/>
                    </a:cubicBezTo>
                    <a:cubicBezTo>
                      <a:pt x="784" y="2364"/>
                      <a:pt x="745" y="1115"/>
                      <a:pt x="329" y="113"/>
                    </a:cubicBezTo>
                    <a:cubicBezTo>
                      <a:pt x="297" y="35"/>
                      <a:pt x="236" y="0"/>
                      <a:pt x="1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50"/>
              <p:cNvSpPr/>
              <p:nvPr/>
            </p:nvSpPr>
            <p:spPr>
              <a:xfrm>
                <a:off x="1855373" y="2711115"/>
                <a:ext cx="9283" cy="36840"/>
              </a:xfrm>
              <a:custGeom>
                <a:avLst/>
                <a:gdLst/>
                <a:ahLst/>
                <a:cxnLst/>
                <a:rect l="l" t="t" r="r" b="b"/>
                <a:pathLst>
                  <a:path w="476" h="1889" extrusionOk="0">
                    <a:moveTo>
                      <a:pt x="273" y="0"/>
                    </a:moveTo>
                    <a:cubicBezTo>
                      <a:pt x="193" y="0"/>
                      <a:pt x="116" y="45"/>
                      <a:pt x="98" y="144"/>
                    </a:cubicBezTo>
                    <a:cubicBezTo>
                      <a:pt x="20" y="664"/>
                      <a:pt x="33" y="1223"/>
                      <a:pt x="7" y="1757"/>
                    </a:cubicBezTo>
                    <a:cubicBezTo>
                      <a:pt x="1" y="1846"/>
                      <a:pt x="60" y="1888"/>
                      <a:pt x="125" y="1888"/>
                    </a:cubicBezTo>
                    <a:cubicBezTo>
                      <a:pt x="193" y="1888"/>
                      <a:pt x="267" y="1843"/>
                      <a:pt x="280" y="1757"/>
                    </a:cubicBezTo>
                    <a:cubicBezTo>
                      <a:pt x="345" y="1236"/>
                      <a:pt x="449" y="703"/>
                      <a:pt x="475" y="183"/>
                    </a:cubicBezTo>
                    <a:cubicBezTo>
                      <a:pt x="475" y="68"/>
                      <a:pt x="372" y="0"/>
                      <a:pt x="2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50"/>
              <p:cNvSpPr/>
              <p:nvPr/>
            </p:nvSpPr>
            <p:spPr>
              <a:xfrm>
                <a:off x="2033060" y="2786667"/>
                <a:ext cx="39220" cy="32940"/>
              </a:xfrm>
              <a:custGeom>
                <a:avLst/>
                <a:gdLst/>
                <a:ahLst/>
                <a:cxnLst/>
                <a:rect l="l" t="t" r="r" b="b"/>
                <a:pathLst>
                  <a:path w="2011" h="1689" extrusionOk="0">
                    <a:moveTo>
                      <a:pt x="1856" y="0"/>
                    </a:moveTo>
                    <a:cubicBezTo>
                      <a:pt x="1832" y="0"/>
                      <a:pt x="1807" y="9"/>
                      <a:pt x="1784" y="29"/>
                    </a:cubicBezTo>
                    <a:cubicBezTo>
                      <a:pt x="1251" y="510"/>
                      <a:pt x="678" y="940"/>
                      <a:pt x="132" y="1408"/>
                    </a:cubicBezTo>
                    <a:cubicBezTo>
                      <a:pt x="0" y="1507"/>
                      <a:pt x="118" y="1689"/>
                      <a:pt x="252" y="1689"/>
                    </a:cubicBezTo>
                    <a:cubicBezTo>
                      <a:pt x="277" y="1689"/>
                      <a:pt x="303" y="1682"/>
                      <a:pt x="327" y="1668"/>
                    </a:cubicBezTo>
                    <a:cubicBezTo>
                      <a:pt x="925" y="1278"/>
                      <a:pt x="1485" y="731"/>
                      <a:pt x="1940" y="198"/>
                    </a:cubicBezTo>
                    <a:cubicBezTo>
                      <a:pt x="2011" y="107"/>
                      <a:pt x="1940" y="0"/>
                      <a:pt x="18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50"/>
              <p:cNvSpPr/>
              <p:nvPr/>
            </p:nvSpPr>
            <p:spPr>
              <a:xfrm>
                <a:off x="2027677" y="2784990"/>
                <a:ext cx="25665" cy="23364"/>
              </a:xfrm>
              <a:custGeom>
                <a:avLst/>
                <a:gdLst/>
                <a:ahLst/>
                <a:cxnLst/>
                <a:rect l="l" t="t" r="r" b="b"/>
                <a:pathLst>
                  <a:path w="1316" h="1198" extrusionOk="0">
                    <a:moveTo>
                      <a:pt x="1115" y="1"/>
                    </a:moveTo>
                    <a:cubicBezTo>
                      <a:pt x="1067" y="1"/>
                      <a:pt x="1017" y="23"/>
                      <a:pt x="980" y="76"/>
                    </a:cubicBezTo>
                    <a:cubicBezTo>
                      <a:pt x="772" y="401"/>
                      <a:pt x="525" y="648"/>
                      <a:pt x="187" y="843"/>
                    </a:cubicBezTo>
                    <a:cubicBezTo>
                      <a:pt x="0" y="942"/>
                      <a:pt x="110" y="1198"/>
                      <a:pt x="273" y="1198"/>
                    </a:cubicBezTo>
                    <a:cubicBezTo>
                      <a:pt x="304" y="1198"/>
                      <a:pt x="336" y="1189"/>
                      <a:pt x="369" y="1169"/>
                    </a:cubicBezTo>
                    <a:cubicBezTo>
                      <a:pt x="746" y="934"/>
                      <a:pt x="1058" y="622"/>
                      <a:pt x="1253" y="232"/>
                    </a:cubicBezTo>
                    <a:cubicBezTo>
                      <a:pt x="1316" y="107"/>
                      <a:pt x="1219" y="1"/>
                      <a:pt x="11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17" name="Google Shape;1817;p50"/>
          <p:cNvGrpSpPr/>
          <p:nvPr/>
        </p:nvGrpSpPr>
        <p:grpSpPr>
          <a:xfrm>
            <a:off x="6740589" y="1245652"/>
            <a:ext cx="1664882" cy="1629735"/>
            <a:chOff x="6740589" y="1245652"/>
            <a:chExt cx="1664882" cy="1629735"/>
          </a:xfrm>
        </p:grpSpPr>
        <p:sp>
          <p:nvSpPr>
            <p:cNvPr id="1818" name="Google Shape;1818;p50"/>
            <p:cNvSpPr/>
            <p:nvPr/>
          </p:nvSpPr>
          <p:spPr>
            <a:xfrm rot="3600021">
              <a:off x="6994048" y="1433582"/>
              <a:ext cx="1157964" cy="1253875"/>
            </a:xfrm>
            <a:custGeom>
              <a:avLst/>
              <a:gdLst/>
              <a:ahLst/>
              <a:cxnLst/>
              <a:rect l="l" t="t" r="r" b="b"/>
              <a:pathLst>
                <a:path w="17279" h="18708" extrusionOk="0">
                  <a:moveTo>
                    <a:pt x="5860" y="1"/>
                  </a:moveTo>
                  <a:cubicBezTo>
                    <a:pt x="5630" y="1"/>
                    <a:pt x="5376" y="29"/>
                    <a:pt x="5093" y="92"/>
                  </a:cubicBezTo>
                  <a:cubicBezTo>
                    <a:pt x="0" y="1225"/>
                    <a:pt x="3054" y="8584"/>
                    <a:pt x="4522" y="9943"/>
                  </a:cubicBezTo>
                  <a:cubicBezTo>
                    <a:pt x="5989" y="11293"/>
                    <a:pt x="2355" y="15105"/>
                    <a:pt x="6334" y="18090"/>
                  </a:cubicBezTo>
                  <a:cubicBezTo>
                    <a:pt x="6902" y="18516"/>
                    <a:pt x="7544" y="18707"/>
                    <a:pt x="8177" y="18707"/>
                  </a:cubicBezTo>
                  <a:cubicBezTo>
                    <a:pt x="9563" y="18707"/>
                    <a:pt x="10903" y="17786"/>
                    <a:pt x="11309" y="16385"/>
                  </a:cubicBezTo>
                  <a:cubicBezTo>
                    <a:pt x="12333" y="12879"/>
                    <a:pt x="14028" y="10278"/>
                    <a:pt x="15653" y="8465"/>
                  </a:cubicBezTo>
                  <a:cubicBezTo>
                    <a:pt x="17278" y="6653"/>
                    <a:pt x="17081" y="5077"/>
                    <a:pt x="15160" y="3599"/>
                  </a:cubicBezTo>
                  <a:cubicBezTo>
                    <a:pt x="14342" y="2974"/>
                    <a:pt x="13626" y="2840"/>
                    <a:pt x="12915" y="2840"/>
                  </a:cubicBezTo>
                  <a:cubicBezTo>
                    <a:pt x="12385" y="2840"/>
                    <a:pt x="11857" y="2915"/>
                    <a:pt x="11293" y="2915"/>
                  </a:cubicBezTo>
                  <a:cubicBezTo>
                    <a:pt x="10840" y="2915"/>
                    <a:pt x="10363" y="2867"/>
                    <a:pt x="9841" y="2693"/>
                  </a:cubicBezTo>
                  <a:cubicBezTo>
                    <a:pt x="8016" y="2085"/>
                    <a:pt x="7817" y="1"/>
                    <a:pt x="58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19" name="Google Shape;1819;p50"/>
            <p:cNvGrpSpPr/>
            <p:nvPr/>
          </p:nvGrpSpPr>
          <p:grpSpPr>
            <a:xfrm>
              <a:off x="6835094" y="1478635"/>
              <a:ext cx="1136601" cy="931621"/>
              <a:chOff x="3978668" y="238139"/>
              <a:chExt cx="1430586" cy="1172588"/>
            </a:xfrm>
          </p:grpSpPr>
          <p:sp>
            <p:nvSpPr>
              <p:cNvPr id="1820" name="Google Shape;1820;p50"/>
              <p:cNvSpPr/>
              <p:nvPr/>
            </p:nvSpPr>
            <p:spPr>
              <a:xfrm>
                <a:off x="4018356" y="664873"/>
                <a:ext cx="43978" cy="48230"/>
              </a:xfrm>
              <a:custGeom>
                <a:avLst/>
                <a:gdLst/>
                <a:ahLst/>
                <a:cxnLst/>
                <a:rect l="l" t="t" r="r" b="b"/>
                <a:pathLst>
                  <a:path w="2255" h="2473" extrusionOk="0">
                    <a:moveTo>
                      <a:pt x="2060" y="1"/>
                    </a:moveTo>
                    <a:cubicBezTo>
                      <a:pt x="2043" y="1"/>
                      <a:pt x="2027" y="4"/>
                      <a:pt x="2011" y="11"/>
                    </a:cubicBezTo>
                    <a:cubicBezTo>
                      <a:pt x="1191" y="453"/>
                      <a:pt x="476" y="1247"/>
                      <a:pt x="98" y="2092"/>
                    </a:cubicBezTo>
                    <a:cubicBezTo>
                      <a:pt x="0" y="2288"/>
                      <a:pt x="171" y="2472"/>
                      <a:pt x="334" y="2472"/>
                    </a:cubicBezTo>
                    <a:cubicBezTo>
                      <a:pt x="409" y="2472"/>
                      <a:pt x="483" y="2434"/>
                      <a:pt x="528" y="2339"/>
                    </a:cubicBezTo>
                    <a:cubicBezTo>
                      <a:pt x="931" y="1494"/>
                      <a:pt x="1451" y="830"/>
                      <a:pt x="2154" y="206"/>
                    </a:cubicBezTo>
                    <a:cubicBezTo>
                      <a:pt x="2255" y="127"/>
                      <a:pt x="2162" y="1"/>
                      <a:pt x="20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Google Shape;1821;p50"/>
              <p:cNvSpPr/>
              <p:nvPr/>
            </p:nvSpPr>
            <p:spPr>
              <a:xfrm>
                <a:off x="4027269" y="690480"/>
                <a:ext cx="25997" cy="34071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1747" extrusionOk="0">
                    <a:moveTo>
                      <a:pt x="1140" y="1"/>
                    </a:moveTo>
                    <a:cubicBezTo>
                      <a:pt x="1108" y="1"/>
                      <a:pt x="1075" y="15"/>
                      <a:pt x="1046" y="51"/>
                    </a:cubicBezTo>
                    <a:cubicBezTo>
                      <a:pt x="721" y="454"/>
                      <a:pt x="409" y="883"/>
                      <a:pt x="136" y="1326"/>
                    </a:cubicBezTo>
                    <a:cubicBezTo>
                      <a:pt x="0" y="1542"/>
                      <a:pt x="203" y="1747"/>
                      <a:pt x="397" y="1747"/>
                    </a:cubicBezTo>
                    <a:cubicBezTo>
                      <a:pt x="482" y="1747"/>
                      <a:pt x="565" y="1707"/>
                      <a:pt x="617" y="1612"/>
                    </a:cubicBezTo>
                    <a:cubicBezTo>
                      <a:pt x="864" y="1169"/>
                      <a:pt x="1098" y="701"/>
                      <a:pt x="1293" y="246"/>
                    </a:cubicBezTo>
                    <a:cubicBezTo>
                      <a:pt x="1333" y="138"/>
                      <a:pt x="1239" y="1"/>
                      <a:pt x="11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Google Shape;1822;p50"/>
              <p:cNvSpPr/>
              <p:nvPr/>
            </p:nvSpPr>
            <p:spPr>
              <a:xfrm>
                <a:off x="3978668" y="238139"/>
                <a:ext cx="1430586" cy="1172588"/>
              </a:xfrm>
              <a:custGeom>
                <a:avLst/>
                <a:gdLst/>
                <a:ahLst/>
                <a:cxnLst/>
                <a:rect l="l" t="t" r="r" b="b"/>
                <a:pathLst>
                  <a:path w="73354" h="60125" extrusionOk="0">
                    <a:moveTo>
                      <a:pt x="23788" y="2309"/>
                    </a:moveTo>
                    <a:cubicBezTo>
                      <a:pt x="23867" y="2309"/>
                      <a:pt x="23947" y="2311"/>
                      <a:pt x="24026" y="2314"/>
                    </a:cubicBezTo>
                    <a:cubicBezTo>
                      <a:pt x="23740" y="2653"/>
                      <a:pt x="23454" y="2991"/>
                      <a:pt x="23116" y="3277"/>
                    </a:cubicBezTo>
                    <a:cubicBezTo>
                      <a:pt x="22751" y="3602"/>
                      <a:pt x="21958" y="4266"/>
                      <a:pt x="21438" y="4266"/>
                    </a:cubicBezTo>
                    <a:cubicBezTo>
                      <a:pt x="21364" y="4293"/>
                      <a:pt x="21297" y="4307"/>
                      <a:pt x="21238" y="4307"/>
                    </a:cubicBezTo>
                    <a:cubicBezTo>
                      <a:pt x="20960" y="4307"/>
                      <a:pt x="20835" y="4009"/>
                      <a:pt x="20878" y="3420"/>
                    </a:cubicBezTo>
                    <a:cubicBezTo>
                      <a:pt x="21047" y="3251"/>
                      <a:pt x="21242" y="3108"/>
                      <a:pt x="21451" y="2978"/>
                    </a:cubicBezTo>
                    <a:cubicBezTo>
                      <a:pt x="21724" y="2796"/>
                      <a:pt x="22023" y="2653"/>
                      <a:pt x="22335" y="2549"/>
                    </a:cubicBezTo>
                    <a:cubicBezTo>
                      <a:pt x="22806" y="2381"/>
                      <a:pt x="23296" y="2309"/>
                      <a:pt x="23788" y="2309"/>
                    </a:cubicBezTo>
                    <a:close/>
                    <a:moveTo>
                      <a:pt x="62518" y="26575"/>
                    </a:moveTo>
                    <a:cubicBezTo>
                      <a:pt x="62869" y="26835"/>
                      <a:pt x="63259" y="27069"/>
                      <a:pt x="63662" y="27264"/>
                    </a:cubicBezTo>
                    <a:cubicBezTo>
                      <a:pt x="63662" y="27290"/>
                      <a:pt x="63662" y="27316"/>
                      <a:pt x="63662" y="27342"/>
                    </a:cubicBezTo>
                    <a:cubicBezTo>
                      <a:pt x="63601" y="27358"/>
                      <a:pt x="63539" y="27365"/>
                      <a:pt x="63478" y="27365"/>
                    </a:cubicBezTo>
                    <a:cubicBezTo>
                      <a:pt x="63383" y="27365"/>
                      <a:pt x="63289" y="27348"/>
                      <a:pt x="63194" y="27316"/>
                    </a:cubicBezTo>
                    <a:cubicBezTo>
                      <a:pt x="62973" y="27225"/>
                      <a:pt x="62856" y="27069"/>
                      <a:pt x="62700" y="26913"/>
                    </a:cubicBezTo>
                    <a:cubicBezTo>
                      <a:pt x="62659" y="26864"/>
                      <a:pt x="62602" y="26845"/>
                      <a:pt x="62546" y="26845"/>
                    </a:cubicBezTo>
                    <a:cubicBezTo>
                      <a:pt x="62513" y="26845"/>
                      <a:pt x="62481" y="26852"/>
                      <a:pt x="62453" y="26861"/>
                    </a:cubicBezTo>
                    <a:cubicBezTo>
                      <a:pt x="62479" y="26757"/>
                      <a:pt x="62505" y="26679"/>
                      <a:pt x="62518" y="26575"/>
                    </a:cubicBezTo>
                    <a:close/>
                    <a:moveTo>
                      <a:pt x="37412" y="992"/>
                    </a:moveTo>
                    <a:cubicBezTo>
                      <a:pt x="41996" y="992"/>
                      <a:pt x="46537" y="1719"/>
                      <a:pt x="50797" y="3667"/>
                    </a:cubicBezTo>
                    <a:cubicBezTo>
                      <a:pt x="57431" y="6698"/>
                      <a:pt x="62257" y="12201"/>
                      <a:pt x="64027" y="19225"/>
                    </a:cubicBezTo>
                    <a:cubicBezTo>
                      <a:pt x="63814" y="19180"/>
                      <a:pt x="63591" y="19150"/>
                      <a:pt x="63373" y="19150"/>
                    </a:cubicBezTo>
                    <a:cubicBezTo>
                      <a:pt x="62965" y="19150"/>
                      <a:pt x="62572" y="19254"/>
                      <a:pt x="62283" y="19550"/>
                    </a:cubicBezTo>
                    <a:cubicBezTo>
                      <a:pt x="62062" y="19785"/>
                      <a:pt x="62062" y="20448"/>
                      <a:pt x="61893" y="20591"/>
                    </a:cubicBezTo>
                    <a:cubicBezTo>
                      <a:pt x="61821" y="20654"/>
                      <a:pt x="61719" y="20678"/>
                      <a:pt x="61600" y="20678"/>
                    </a:cubicBezTo>
                    <a:cubicBezTo>
                      <a:pt x="61230" y="20678"/>
                      <a:pt x="60699" y="20442"/>
                      <a:pt x="60423" y="20422"/>
                    </a:cubicBezTo>
                    <a:cubicBezTo>
                      <a:pt x="60360" y="20418"/>
                      <a:pt x="60297" y="20416"/>
                      <a:pt x="60233" y="20416"/>
                    </a:cubicBezTo>
                    <a:cubicBezTo>
                      <a:pt x="58820" y="20416"/>
                      <a:pt x="57227" y="21367"/>
                      <a:pt x="56729" y="22711"/>
                    </a:cubicBezTo>
                    <a:cubicBezTo>
                      <a:pt x="55658" y="21802"/>
                      <a:pt x="54399" y="21018"/>
                      <a:pt x="53018" y="21018"/>
                    </a:cubicBezTo>
                    <a:cubicBezTo>
                      <a:pt x="52621" y="21018"/>
                      <a:pt x="52214" y="21083"/>
                      <a:pt x="51799" y="21228"/>
                    </a:cubicBezTo>
                    <a:cubicBezTo>
                      <a:pt x="50381" y="21736"/>
                      <a:pt x="49574" y="23024"/>
                      <a:pt x="49692" y="24415"/>
                    </a:cubicBezTo>
                    <a:cubicBezTo>
                      <a:pt x="49099" y="24213"/>
                      <a:pt x="48466" y="24052"/>
                      <a:pt x="47847" y="24052"/>
                    </a:cubicBezTo>
                    <a:cubicBezTo>
                      <a:pt x="47311" y="24052"/>
                      <a:pt x="46787" y="24173"/>
                      <a:pt x="46309" y="24494"/>
                    </a:cubicBezTo>
                    <a:cubicBezTo>
                      <a:pt x="45490" y="25053"/>
                      <a:pt x="45165" y="25872"/>
                      <a:pt x="45334" y="26731"/>
                    </a:cubicBezTo>
                    <a:cubicBezTo>
                      <a:pt x="40474" y="27272"/>
                      <a:pt x="35759" y="27849"/>
                      <a:pt x="30947" y="27849"/>
                    </a:cubicBezTo>
                    <a:cubicBezTo>
                      <a:pt x="29279" y="27849"/>
                      <a:pt x="27600" y="27780"/>
                      <a:pt x="25899" y="27616"/>
                    </a:cubicBezTo>
                    <a:cubicBezTo>
                      <a:pt x="19968" y="27043"/>
                      <a:pt x="14569" y="25755"/>
                      <a:pt x="10667" y="21007"/>
                    </a:cubicBezTo>
                    <a:cubicBezTo>
                      <a:pt x="10693" y="20942"/>
                      <a:pt x="10706" y="20877"/>
                      <a:pt x="10706" y="20812"/>
                    </a:cubicBezTo>
                    <a:cubicBezTo>
                      <a:pt x="10524" y="17378"/>
                      <a:pt x="11330" y="14061"/>
                      <a:pt x="13086" y="11108"/>
                    </a:cubicBezTo>
                    <a:cubicBezTo>
                      <a:pt x="14894" y="8038"/>
                      <a:pt x="17418" y="6516"/>
                      <a:pt x="20111" y="4461"/>
                    </a:cubicBezTo>
                    <a:cubicBezTo>
                      <a:pt x="20124" y="4474"/>
                      <a:pt x="20124" y="4487"/>
                      <a:pt x="20137" y="4513"/>
                    </a:cubicBezTo>
                    <a:cubicBezTo>
                      <a:pt x="20433" y="4892"/>
                      <a:pt x="20798" y="5047"/>
                      <a:pt x="21193" y="5047"/>
                    </a:cubicBezTo>
                    <a:cubicBezTo>
                      <a:pt x="22479" y="5047"/>
                      <a:pt x="24077" y="3402"/>
                      <a:pt x="24625" y="2497"/>
                    </a:cubicBezTo>
                    <a:cubicBezTo>
                      <a:pt x="28794" y="1629"/>
                      <a:pt x="33122" y="992"/>
                      <a:pt x="37412" y="992"/>
                    </a:cubicBezTo>
                    <a:close/>
                    <a:moveTo>
                      <a:pt x="28397" y="28877"/>
                    </a:moveTo>
                    <a:cubicBezTo>
                      <a:pt x="28826" y="28903"/>
                      <a:pt x="29256" y="28929"/>
                      <a:pt x="29685" y="28955"/>
                    </a:cubicBezTo>
                    <a:cubicBezTo>
                      <a:pt x="29503" y="29268"/>
                      <a:pt x="29269" y="29606"/>
                      <a:pt x="28904" y="29710"/>
                    </a:cubicBezTo>
                    <a:cubicBezTo>
                      <a:pt x="28845" y="29726"/>
                      <a:pt x="28780" y="29734"/>
                      <a:pt x="28714" y="29734"/>
                    </a:cubicBezTo>
                    <a:cubicBezTo>
                      <a:pt x="28562" y="29734"/>
                      <a:pt x="28406" y="29689"/>
                      <a:pt x="28306" y="29580"/>
                    </a:cubicBezTo>
                    <a:cubicBezTo>
                      <a:pt x="28124" y="29372"/>
                      <a:pt x="28254" y="29098"/>
                      <a:pt x="28397" y="28877"/>
                    </a:cubicBezTo>
                    <a:close/>
                    <a:moveTo>
                      <a:pt x="53347" y="29723"/>
                    </a:moveTo>
                    <a:cubicBezTo>
                      <a:pt x="53464" y="29840"/>
                      <a:pt x="53581" y="29957"/>
                      <a:pt x="53711" y="30061"/>
                    </a:cubicBezTo>
                    <a:cubicBezTo>
                      <a:pt x="53711" y="30178"/>
                      <a:pt x="53698" y="30295"/>
                      <a:pt x="53672" y="30399"/>
                    </a:cubicBezTo>
                    <a:cubicBezTo>
                      <a:pt x="53633" y="30529"/>
                      <a:pt x="53581" y="30672"/>
                      <a:pt x="53516" y="30790"/>
                    </a:cubicBezTo>
                    <a:cubicBezTo>
                      <a:pt x="53455" y="30891"/>
                      <a:pt x="53418" y="31000"/>
                      <a:pt x="53330" y="31000"/>
                    </a:cubicBezTo>
                    <a:cubicBezTo>
                      <a:pt x="53306" y="31000"/>
                      <a:pt x="53277" y="30992"/>
                      <a:pt x="53243" y="30972"/>
                    </a:cubicBezTo>
                    <a:cubicBezTo>
                      <a:pt x="53035" y="30868"/>
                      <a:pt x="53139" y="30399"/>
                      <a:pt x="53178" y="30204"/>
                    </a:cubicBezTo>
                    <a:cubicBezTo>
                      <a:pt x="53217" y="30035"/>
                      <a:pt x="53282" y="29879"/>
                      <a:pt x="53347" y="29723"/>
                    </a:cubicBezTo>
                    <a:close/>
                    <a:moveTo>
                      <a:pt x="7976" y="16359"/>
                    </a:moveTo>
                    <a:cubicBezTo>
                      <a:pt x="8746" y="16359"/>
                      <a:pt x="9470" y="16835"/>
                      <a:pt x="9613" y="17755"/>
                    </a:cubicBezTo>
                    <a:cubicBezTo>
                      <a:pt x="9639" y="17859"/>
                      <a:pt x="9691" y="17924"/>
                      <a:pt x="9769" y="17963"/>
                    </a:cubicBezTo>
                    <a:cubicBezTo>
                      <a:pt x="9665" y="18900"/>
                      <a:pt x="9639" y="19850"/>
                      <a:pt x="9691" y="20812"/>
                    </a:cubicBezTo>
                    <a:cubicBezTo>
                      <a:pt x="9691" y="20981"/>
                      <a:pt x="9782" y="21111"/>
                      <a:pt x="9886" y="21189"/>
                    </a:cubicBezTo>
                    <a:cubicBezTo>
                      <a:pt x="9873" y="21267"/>
                      <a:pt x="9873" y="21359"/>
                      <a:pt x="9925" y="21437"/>
                    </a:cubicBezTo>
                    <a:cubicBezTo>
                      <a:pt x="12189" y="25963"/>
                      <a:pt x="17977" y="27550"/>
                      <a:pt x="22647" y="28253"/>
                    </a:cubicBezTo>
                    <a:cubicBezTo>
                      <a:pt x="22608" y="28825"/>
                      <a:pt x="22543" y="29411"/>
                      <a:pt x="22270" y="29879"/>
                    </a:cubicBezTo>
                    <a:cubicBezTo>
                      <a:pt x="22088" y="29918"/>
                      <a:pt x="21945" y="30087"/>
                      <a:pt x="21945" y="30269"/>
                    </a:cubicBezTo>
                    <a:cubicBezTo>
                      <a:pt x="21763" y="30412"/>
                      <a:pt x="21555" y="30529"/>
                      <a:pt x="21282" y="30607"/>
                    </a:cubicBezTo>
                    <a:cubicBezTo>
                      <a:pt x="21114" y="30654"/>
                      <a:pt x="20950" y="30676"/>
                      <a:pt x="20790" y="30676"/>
                    </a:cubicBezTo>
                    <a:cubicBezTo>
                      <a:pt x="19879" y="30676"/>
                      <a:pt x="19104" y="29973"/>
                      <a:pt x="18706" y="29177"/>
                    </a:cubicBezTo>
                    <a:cubicBezTo>
                      <a:pt x="18660" y="29085"/>
                      <a:pt x="18570" y="29044"/>
                      <a:pt x="18478" y="29044"/>
                    </a:cubicBezTo>
                    <a:cubicBezTo>
                      <a:pt x="18360" y="29044"/>
                      <a:pt x="18241" y="29112"/>
                      <a:pt x="18212" y="29229"/>
                    </a:cubicBezTo>
                    <a:cubicBezTo>
                      <a:pt x="18160" y="29255"/>
                      <a:pt x="18108" y="29294"/>
                      <a:pt x="18068" y="29372"/>
                    </a:cubicBezTo>
                    <a:cubicBezTo>
                      <a:pt x="17553" y="30515"/>
                      <a:pt x="16662" y="31391"/>
                      <a:pt x="15360" y="31391"/>
                    </a:cubicBezTo>
                    <a:cubicBezTo>
                      <a:pt x="15313" y="31391"/>
                      <a:pt x="15267" y="31390"/>
                      <a:pt x="15220" y="31388"/>
                    </a:cubicBezTo>
                    <a:cubicBezTo>
                      <a:pt x="13893" y="31310"/>
                      <a:pt x="12904" y="30230"/>
                      <a:pt x="12592" y="28994"/>
                    </a:cubicBezTo>
                    <a:cubicBezTo>
                      <a:pt x="12562" y="28869"/>
                      <a:pt x="12450" y="28809"/>
                      <a:pt x="12338" y="28809"/>
                    </a:cubicBezTo>
                    <a:cubicBezTo>
                      <a:pt x="12207" y="28809"/>
                      <a:pt x="12078" y="28892"/>
                      <a:pt x="12085" y="29046"/>
                    </a:cubicBezTo>
                    <a:cubicBezTo>
                      <a:pt x="12059" y="29072"/>
                      <a:pt x="12033" y="29098"/>
                      <a:pt x="12020" y="29137"/>
                    </a:cubicBezTo>
                    <a:cubicBezTo>
                      <a:pt x="11564" y="30129"/>
                      <a:pt x="10621" y="31010"/>
                      <a:pt x="9539" y="31010"/>
                    </a:cubicBezTo>
                    <a:cubicBezTo>
                      <a:pt x="9230" y="31010"/>
                      <a:pt x="8909" y="30938"/>
                      <a:pt x="8585" y="30777"/>
                    </a:cubicBezTo>
                    <a:cubicBezTo>
                      <a:pt x="7194" y="30074"/>
                      <a:pt x="7051" y="28175"/>
                      <a:pt x="7909" y="27030"/>
                    </a:cubicBezTo>
                    <a:cubicBezTo>
                      <a:pt x="8083" y="26794"/>
                      <a:pt x="7841" y="26534"/>
                      <a:pt x="7604" y="26534"/>
                    </a:cubicBezTo>
                    <a:cubicBezTo>
                      <a:pt x="7593" y="26534"/>
                      <a:pt x="7582" y="26535"/>
                      <a:pt x="7571" y="26536"/>
                    </a:cubicBezTo>
                    <a:cubicBezTo>
                      <a:pt x="7525" y="26519"/>
                      <a:pt x="7478" y="26509"/>
                      <a:pt x="7427" y="26509"/>
                    </a:cubicBezTo>
                    <a:cubicBezTo>
                      <a:pt x="7362" y="26509"/>
                      <a:pt x="7293" y="26525"/>
                      <a:pt x="7220" y="26562"/>
                    </a:cubicBezTo>
                    <a:cubicBezTo>
                      <a:pt x="6246" y="27111"/>
                      <a:pt x="5225" y="27684"/>
                      <a:pt x="4076" y="27684"/>
                    </a:cubicBezTo>
                    <a:cubicBezTo>
                      <a:pt x="4027" y="27684"/>
                      <a:pt x="3978" y="27683"/>
                      <a:pt x="3929" y="27681"/>
                    </a:cubicBezTo>
                    <a:cubicBezTo>
                      <a:pt x="2589" y="27629"/>
                      <a:pt x="1314" y="26718"/>
                      <a:pt x="1275" y="25287"/>
                    </a:cubicBezTo>
                    <a:cubicBezTo>
                      <a:pt x="1236" y="23115"/>
                      <a:pt x="3356" y="21072"/>
                      <a:pt x="5450" y="20942"/>
                    </a:cubicBezTo>
                    <a:cubicBezTo>
                      <a:pt x="5477" y="20994"/>
                      <a:pt x="5490" y="21033"/>
                      <a:pt x="5516" y="21072"/>
                    </a:cubicBezTo>
                    <a:cubicBezTo>
                      <a:pt x="5580" y="21202"/>
                      <a:pt x="5687" y="21256"/>
                      <a:pt x="5797" y="21256"/>
                    </a:cubicBezTo>
                    <a:cubicBezTo>
                      <a:pt x="5997" y="21256"/>
                      <a:pt x="6204" y="21078"/>
                      <a:pt x="6179" y="20851"/>
                    </a:cubicBezTo>
                    <a:cubicBezTo>
                      <a:pt x="6322" y="20682"/>
                      <a:pt x="6296" y="20357"/>
                      <a:pt x="6036" y="20292"/>
                    </a:cubicBezTo>
                    <a:cubicBezTo>
                      <a:pt x="5763" y="19121"/>
                      <a:pt x="5646" y="17885"/>
                      <a:pt x="6582" y="16949"/>
                    </a:cubicBezTo>
                    <a:cubicBezTo>
                      <a:pt x="6973" y="16553"/>
                      <a:pt x="7484" y="16359"/>
                      <a:pt x="7976" y="16359"/>
                    </a:cubicBezTo>
                    <a:close/>
                    <a:moveTo>
                      <a:pt x="23545" y="28383"/>
                    </a:moveTo>
                    <a:lnTo>
                      <a:pt x="23545" y="28383"/>
                    </a:lnTo>
                    <a:cubicBezTo>
                      <a:pt x="24950" y="28565"/>
                      <a:pt x="26394" y="28721"/>
                      <a:pt x="27851" y="28838"/>
                    </a:cubicBezTo>
                    <a:cubicBezTo>
                      <a:pt x="27721" y="29111"/>
                      <a:pt x="27656" y="29398"/>
                      <a:pt x="27799" y="29697"/>
                    </a:cubicBezTo>
                    <a:cubicBezTo>
                      <a:pt x="27942" y="29983"/>
                      <a:pt x="28254" y="30139"/>
                      <a:pt x="28553" y="30165"/>
                    </a:cubicBezTo>
                    <a:cubicBezTo>
                      <a:pt x="28602" y="30171"/>
                      <a:pt x="28649" y="30174"/>
                      <a:pt x="28695" y="30174"/>
                    </a:cubicBezTo>
                    <a:cubicBezTo>
                      <a:pt x="29378" y="30174"/>
                      <a:pt x="29793" y="29565"/>
                      <a:pt x="30049" y="28968"/>
                    </a:cubicBezTo>
                    <a:cubicBezTo>
                      <a:pt x="30244" y="28981"/>
                      <a:pt x="30439" y="28994"/>
                      <a:pt x="30634" y="28994"/>
                    </a:cubicBezTo>
                    <a:cubicBezTo>
                      <a:pt x="30634" y="29020"/>
                      <a:pt x="30621" y="29033"/>
                      <a:pt x="30621" y="29046"/>
                    </a:cubicBezTo>
                    <a:cubicBezTo>
                      <a:pt x="30703" y="30458"/>
                      <a:pt x="31918" y="31430"/>
                      <a:pt x="33127" y="31430"/>
                    </a:cubicBezTo>
                    <a:cubicBezTo>
                      <a:pt x="33656" y="31430"/>
                      <a:pt x="34184" y="31244"/>
                      <a:pt x="34615" y="30829"/>
                    </a:cubicBezTo>
                    <a:cubicBezTo>
                      <a:pt x="34667" y="31154"/>
                      <a:pt x="34823" y="31414"/>
                      <a:pt x="35018" y="31635"/>
                    </a:cubicBezTo>
                    <a:cubicBezTo>
                      <a:pt x="34077" y="31715"/>
                      <a:pt x="33149" y="31758"/>
                      <a:pt x="32229" y="31758"/>
                    </a:cubicBezTo>
                    <a:cubicBezTo>
                      <a:pt x="29132" y="31758"/>
                      <a:pt x="26141" y="31279"/>
                      <a:pt x="23142" y="30165"/>
                    </a:cubicBezTo>
                    <a:cubicBezTo>
                      <a:pt x="23493" y="29606"/>
                      <a:pt x="23675" y="28968"/>
                      <a:pt x="23545" y="28383"/>
                    </a:cubicBezTo>
                    <a:close/>
                    <a:moveTo>
                      <a:pt x="67486" y="16366"/>
                    </a:moveTo>
                    <a:cubicBezTo>
                      <a:pt x="67933" y="16366"/>
                      <a:pt x="68372" y="16432"/>
                      <a:pt x="68788" y="16598"/>
                    </a:cubicBezTo>
                    <a:cubicBezTo>
                      <a:pt x="69724" y="16975"/>
                      <a:pt x="69945" y="17911"/>
                      <a:pt x="69217" y="18627"/>
                    </a:cubicBezTo>
                    <a:cubicBezTo>
                      <a:pt x="68866" y="18965"/>
                      <a:pt x="68410" y="19160"/>
                      <a:pt x="67981" y="19355"/>
                    </a:cubicBezTo>
                    <a:cubicBezTo>
                      <a:pt x="67961" y="19352"/>
                      <a:pt x="67941" y="19350"/>
                      <a:pt x="67922" y="19350"/>
                    </a:cubicBezTo>
                    <a:cubicBezTo>
                      <a:pt x="67796" y="19350"/>
                      <a:pt x="67701" y="19423"/>
                      <a:pt x="67656" y="19524"/>
                    </a:cubicBezTo>
                    <a:cubicBezTo>
                      <a:pt x="67604" y="19550"/>
                      <a:pt x="67552" y="19576"/>
                      <a:pt x="67500" y="19602"/>
                    </a:cubicBezTo>
                    <a:cubicBezTo>
                      <a:pt x="67142" y="19812"/>
                      <a:pt x="67370" y="20257"/>
                      <a:pt x="67716" y="20257"/>
                    </a:cubicBezTo>
                    <a:cubicBezTo>
                      <a:pt x="67735" y="20257"/>
                      <a:pt x="67754" y="20255"/>
                      <a:pt x="67773" y="20253"/>
                    </a:cubicBezTo>
                    <a:cubicBezTo>
                      <a:pt x="67903" y="20227"/>
                      <a:pt x="68020" y="20201"/>
                      <a:pt x="68150" y="20162"/>
                    </a:cubicBezTo>
                    <a:cubicBezTo>
                      <a:pt x="69022" y="20734"/>
                      <a:pt x="69945" y="21333"/>
                      <a:pt x="70505" y="22204"/>
                    </a:cubicBezTo>
                    <a:cubicBezTo>
                      <a:pt x="71493" y="23739"/>
                      <a:pt x="70960" y="25430"/>
                      <a:pt x="69438" y="26380"/>
                    </a:cubicBezTo>
                    <a:cubicBezTo>
                      <a:pt x="68625" y="26885"/>
                      <a:pt x="67720" y="27110"/>
                      <a:pt x="66810" y="27110"/>
                    </a:cubicBezTo>
                    <a:cubicBezTo>
                      <a:pt x="65258" y="27110"/>
                      <a:pt x="63692" y="26454"/>
                      <a:pt x="62544" y="25404"/>
                    </a:cubicBezTo>
                    <a:cubicBezTo>
                      <a:pt x="62529" y="25190"/>
                      <a:pt x="62364" y="25081"/>
                      <a:pt x="62199" y="25081"/>
                    </a:cubicBezTo>
                    <a:cubicBezTo>
                      <a:pt x="62074" y="25081"/>
                      <a:pt x="61950" y="25145"/>
                      <a:pt x="61893" y="25274"/>
                    </a:cubicBezTo>
                    <a:cubicBezTo>
                      <a:pt x="61659" y="25417"/>
                      <a:pt x="61529" y="25742"/>
                      <a:pt x="61789" y="25989"/>
                    </a:cubicBezTo>
                    <a:cubicBezTo>
                      <a:pt x="61789" y="25989"/>
                      <a:pt x="61802" y="25989"/>
                      <a:pt x="61802" y="26003"/>
                    </a:cubicBezTo>
                    <a:cubicBezTo>
                      <a:pt x="61446" y="28669"/>
                      <a:pt x="59385" y="30208"/>
                      <a:pt x="57208" y="30208"/>
                    </a:cubicBezTo>
                    <a:cubicBezTo>
                      <a:pt x="55731" y="30208"/>
                      <a:pt x="54201" y="29500"/>
                      <a:pt x="53113" y="27954"/>
                    </a:cubicBezTo>
                    <a:cubicBezTo>
                      <a:pt x="53012" y="27812"/>
                      <a:pt x="52875" y="27752"/>
                      <a:pt x="52743" y="27752"/>
                    </a:cubicBezTo>
                    <a:cubicBezTo>
                      <a:pt x="52451" y="27752"/>
                      <a:pt x="52179" y="28046"/>
                      <a:pt x="52358" y="28396"/>
                    </a:cubicBezTo>
                    <a:cubicBezTo>
                      <a:pt x="52371" y="28396"/>
                      <a:pt x="52371" y="28409"/>
                      <a:pt x="52384" y="28422"/>
                    </a:cubicBezTo>
                    <a:cubicBezTo>
                      <a:pt x="51914" y="30677"/>
                      <a:pt x="49420" y="32016"/>
                      <a:pt x="47075" y="32016"/>
                    </a:cubicBezTo>
                    <a:cubicBezTo>
                      <a:pt x="45267" y="32016"/>
                      <a:pt x="43548" y="31220"/>
                      <a:pt x="42914" y="29437"/>
                    </a:cubicBezTo>
                    <a:cubicBezTo>
                      <a:pt x="42850" y="29244"/>
                      <a:pt x="42695" y="29161"/>
                      <a:pt x="42536" y="29161"/>
                    </a:cubicBezTo>
                    <a:cubicBezTo>
                      <a:pt x="42470" y="29161"/>
                      <a:pt x="42403" y="29176"/>
                      <a:pt x="42342" y="29203"/>
                    </a:cubicBezTo>
                    <a:cubicBezTo>
                      <a:pt x="42292" y="29147"/>
                      <a:pt x="42225" y="29115"/>
                      <a:pt x="42155" y="29115"/>
                    </a:cubicBezTo>
                    <a:cubicBezTo>
                      <a:pt x="42079" y="29115"/>
                      <a:pt x="42000" y="29153"/>
                      <a:pt x="41939" y="29242"/>
                    </a:cubicBezTo>
                    <a:cubicBezTo>
                      <a:pt x="41223" y="30334"/>
                      <a:pt x="40248" y="31167"/>
                      <a:pt x="38973" y="31544"/>
                    </a:cubicBezTo>
                    <a:cubicBezTo>
                      <a:pt x="38557" y="31668"/>
                      <a:pt x="38066" y="31750"/>
                      <a:pt x="37578" y="31750"/>
                    </a:cubicBezTo>
                    <a:cubicBezTo>
                      <a:pt x="36585" y="31750"/>
                      <a:pt x="35601" y="31411"/>
                      <a:pt x="35278" y="30399"/>
                    </a:cubicBezTo>
                    <a:cubicBezTo>
                      <a:pt x="35226" y="30256"/>
                      <a:pt x="35109" y="30178"/>
                      <a:pt x="34992" y="30152"/>
                    </a:cubicBezTo>
                    <a:cubicBezTo>
                      <a:pt x="34942" y="30069"/>
                      <a:pt x="34840" y="30007"/>
                      <a:pt x="34734" y="30007"/>
                    </a:cubicBezTo>
                    <a:cubicBezTo>
                      <a:pt x="34675" y="30007"/>
                      <a:pt x="34615" y="30027"/>
                      <a:pt x="34563" y="30074"/>
                    </a:cubicBezTo>
                    <a:cubicBezTo>
                      <a:pt x="34131" y="30477"/>
                      <a:pt x="33599" y="30677"/>
                      <a:pt x="33096" y="30677"/>
                    </a:cubicBezTo>
                    <a:cubicBezTo>
                      <a:pt x="32267" y="30677"/>
                      <a:pt x="31517" y="30132"/>
                      <a:pt x="31428" y="29046"/>
                    </a:cubicBezTo>
                    <a:cubicBezTo>
                      <a:pt x="31428" y="29033"/>
                      <a:pt x="31415" y="29033"/>
                      <a:pt x="31415" y="29020"/>
                    </a:cubicBezTo>
                    <a:lnTo>
                      <a:pt x="31415" y="29020"/>
                    </a:lnTo>
                    <a:cubicBezTo>
                      <a:pt x="31915" y="29033"/>
                      <a:pt x="32416" y="29039"/>
                      <a:pt x="32917" y="29039"/>
                    </a:cubicBezTo>
                    <a:cubicBezTo>
                      <a:pt x="37238" y="29039"/>
                      <a:pt x="41571" y="28573"/>
                      <a:pt x="45581" y="27407"/>
                    </a:cubicBezTo>
                    <a:cubicBezTo>
                      <a:pt x="45656" y="27497"/>
                      <a:pt x="45761" y="27537"/>
                      <a:pt x="45869" y="27537"/>
                    </a:cubicBezTo>
                    <a:cubicBezTo>
                      <a:pt x="46136" y="27537"/>
                      <a:pt x="46421" y="27297"/>
                      <a:pt x="46309" y="26991"/>
                    </a:cubicBezTo>
                    <a:cubicBezTo>
                      <a:pt x="46947" y="25706"/>
                      <a:pt x="47687" y="25066"/>
                      <a:pt x="48523" y="25066"/>
                    </a:cubicBezTo>
                    <a:cubicBezTo>
                      <a:pt x="48762" y="25066"/>
                      <a:pt x="49008" y="25118"/>
                      <a:pt x="49262" y="25222"/>
                    </a:cubicBezTo>
                    <a:cubicBezTo>
                      <a:pt x="49574" y="25313"/>
                      <a:pt x="49887" y="25430"/>
                      <a:pt x="50199" y="25573"/>
                    </a:cubicBezTo>
                    <a:cubicBezTo>
                      <a:pt x="50239" y="25588"/>
                      <a:pt x="50279" y="25595"/>
                      <a:pt x="50319" y="25595"/>
                    </a:cubicBezTo>
                    <a:cubicBezTo>
                      <a:pt x="50593" y="25595"/>
                      <a:pt x="50847" y="25275"/>
                      <a:pt x="50745" y="25014"/>
                    </a:cubicBezTo>
                    <a:cubicBezTo>
                      <a:pt x="50021" y="23035"/>
                      <a:pt x="51692" y="21963"/>
                      <a:pt x="53391" y="21963"/>
                    </a:cubicBezTo>
                    <a:cubicBezTo>
                      <a:pt x="53524" y="21963"/>
                      <a:pt x="53657" y="21970"/>
                      <a:pt x="53789" y="21983"/>
                    </a:cubicBezTo>
                    <a:cubicBezTo>
                      <a:pt x="54817" y="22087"/>
                      <a:pt x="55805" y="22985"/>
                      <a:pt x="56573" y="23622"/>
                    </a:cubicBezTo>
                    <a:cubicBezTo>
                      <a:pt x="56573" y="23661"/>
                      <a:pt x="56560" y="23700"/>
                      <a:pt x="56560" y="23726"/>
                    </a:cubicBezTo>
                    <a:cubicBezTo>
                      <a:pt x="56574" y="23936"/>
                      <a:pt x="56742" y="24053"/>
                      <a:pt x="56906" y="24053"/>
                    </a:cubicBezTo>
                    <a:cubicBezTo>
                      <a:pt x="57036" y="24053"/>
                      <a:pt x="57164" y="23979"/>
                      <a:pt x="57210" y="23817"/>
                    </a:cubicBezTo>
                    <a:cubicBezTo>
                      <a:pt x="57575" y="22698"/>
                      <a:pt x="58056" y="21775"/>
                      <a:pt x="59240" y="21346"/>
                    </a:cubicBezTo>
                    <a:cubicBezTo>
                      <a:pt x="59506" y="21250"/>
                      <a:pt x="59735" y="21214"/>
                      <a:pt x="59945" y="21214"/>
                    </a:cubicBezTo>
                    <a:cubicBezTo>
                      <a:pt x="60536" y="21214"/>
                      <a:pt x="60974" y="21495"/>
                      <a:pt x="61646" y="21515"/>
                    </a:cubicBezTo>
                    <a:cubicBezTo>
                      <a:pt x="61675" y="21516"/>
                      <a:pt x="61703" y="21516"/>
                      <a:pt x="61731" y="21516"/>
                    </a:cubicBezTo>
                    <a:cubicBezTo>
                      <a:pt x="62059" y="21516"/>
                      <a:pt x="62274" y="21439"/>
                      <a:pt x="62479" y="21150"/>
                    </a:cubicBezTo>
                    <a:cubicBezTo>
                      <a:pt x="62622" y="20955"/>
                      <a:pt x="62544" y="20656"/>
                      <a:pt x="62648" y="20474"/>
                    </a:cubicBezTo>
                    <a:cubicBezTo>
                      <a:pt x="62914" y="20031"/>
                      <a:pt x="63282" y="19896"/>
                      <a:pt x="63688" y="19896"/>
                    </a:cubicBezTo>
                    <a:cubicBezTo>
                      <a:pt x="63877" y="19896"/>
                      <a:pt x="64075" y="19925"/>
                      <a:pt x="64274" y="19967"/>
                    </a:cubicBezTo>
                    <a:cubicBezTo>
                      <a:pt x="64336" y="20032"/>
                      <a:pt x="64418" y="20062"/>
                      <a:pt x="64504" y="20062"/>
                    </a:cubicBezTo>
                    <a:cubicBezTo>
                      <a:pt x="64723" y="20062"/>
                      <a:pt x="64962" y="19866"/>
                      <a:pt x="64924" y="19576"/>
                    </a:cubicBezTo>
                    <a:cubicBezTo>
                      <a:pt x="64794" y="18718"/>
                      <a:pt x="64599" y="17872"/>
                      <a:pt x="64352" y="17053"/>
                    </a:cubicBezTo>
                    <a:cubicBezTo>
                      <a:pt x="65313" y="16741"/>
                      <a:pt x="66423" y="16366"/>
                      <a:pt x="67486" y="16366"/>
                    </a:cubicBezTo>
                    <a:close/>
                    <a:moveTo>
                      <a:pt x="62362" y="27290"/>
                    </a:moveTo>
                    <a:cubicBezTo>
                      <a:pt x="62518" y="27550"/>
                      <a:pt x="62778" y="27733"/>
                      <a:pt x="63051" y="27824"/>
                    </a:cubicBezTo>
                    <a:cubicBezTo>
                      <a:pt x="63185" y="27868"/>
                      <a:pt x="63371" y="27903"/>
                      <a:pt x="63554" y="27903"/>
                    </a:cubicBezTo>
                    <a:cubicBezTo>
                      <a:pt x="63745" y="27903"/>
                      <a:pt x="63933" y="27865"/>
                      <a:pt x="64053" y="27759"/>
                    </a:cubicBezTo>
                    <a:cubicBezTo>
                      <a:pt x="64131" y="27694"/>
                      <a:pt x="64170" y="27603"/>
                      <a:pt x="64183" y="27485"/>
                    </a:cubicBezTo>
                    <a:cubicBezTo>
                      <a:pt x="64404" y="27577"/>
                      <a:pt x="64625" y="27655"/>
                      <a:pt x="64859" y="27733"/>
                    </a:cubicBezTo>
                    <a:cubicBezTo>
                      <a:pt x="63402" y="30490"/>
                      <a:pt x="59370" y="32038"/>
                      <a:pt x="56521" y="32754"/>
                    </a:cubicBezTo>
                    <a:cubicBezTo>
                      <a:pt x="54910" y="33162"/>
                      <a:pt x="53032" y="33483"/>
                      <a:pt x="51184" y="33483"/>
                    </a:cubicBezTo>
                    <a:cubicBezTo>
                      <a:pt x="49853" y="33483"/>
                      <a:pt x="48537" y="33316"/>
                      <a:pt x="47350" y="32897"/>
                    </a:cubicBezTo>
                    <a:cubicBezTo>
                      <a:pt x="49848" y="32806"/>
                      <a:pt x="52371" y="31479"/>
                      <a:pt x="52905" y="29229"/>
                    </a:cubicBezTo>
                    <a:cubicBezTo>
                      <a:pt x="52931" y="29268"/>
                      <a:pt x="52957" y="29294"/>
                      <a:pt x="52996" y="29333"/>
                    </a:cubicBezTo>
                    <a:cubicBezTo>
                      <a:pt x="52748" y="29723"/>
                      <a:pt x="52644" y="30217"/>
                      <a:pt x="52657" y="30659"/>
                    </a:cubicBezTo>
                    <a:cubicBezTo>
                      <a:pt x="52657" y="31011"/>
                      <a:pt x="52709" y="31583"/>
                      <a:pt x="53178" y="31583"/>
                    </a:cubicBezTo>
                    <a:cubicBezTo>
                      <a:pt x="53183" y="31583"/>
                      <a:pt x="53188" y="31583"/>
                      <a:pt x="53193" y="31583"/>
                    </a:cubicBezTo>
                    <a:cubicBezTo>
                      <a:pt x="53601" y="31583"/>
                      <a:pt x="53895" y="31072"/>
                      <a:pt x="54010" y="30738"/>
                    </a:cubicBezTo>
                    <a:cubicBezTo>
                      <a:pt x="54049" y="30607"/>
                      <a:pt x="54062" y="30464"/>
                      <a:pt x="54075" y="30334"/>
                    </a:cubicBezTo>
                    <a:cubicBezTo>
                      <a:pt x="54950" y="30927"/>
                      <a:pt x="55962" y="31202"/>
                      <a:pt x="56976" y="31202"/>
                    </a:cubicBezTo>
                    <a:cubicBezTo>
                      <a:pt x="59324" y="31202"/>
                      <a:pt x="61680" y="29725"/>
                      <a:pt x="62362" y="27290"/>
                    </a:cubicBezTo>
                    <a:close/>
                    <a:moveTo>
                      <a:pt x="18550" y="30256"/>
                    </a:moveTo>
                    <a:cubicBezTo>
                      <a:pt x="19032" y="31032"/>
                      <a:pt x="19929" y="31529"/>
                      <a:pt x="20851" y="31529"/>
                    </a:cubicBezTo>
                    <a:cubicBezTo>
                      <a:pt x="21073" y="31529"/>
                      <a:pt x="21296" y="31500"/>
                      <a:pt x="21516" y="31440"/>
                    </a:cubicBezTo>
                    <a:cubicBezTo>
                      <a:pt x="21919" y="31336"/>
                      <a:pt x="22309" y="31089"/>
                      <a:pt x="22647" y="30764"/>
                    </a:cubicBezTo>
                    <a:cubicBezTo>
                      <a:pt x="25426" y="31907"/>
                      <a:pt x="28388" y="32550"/>
                      <a:pt x="31363" y="32550"/>
                    </a:cubicBezTo>
                    <a:cubicBezTo>
                      <a:pt x="32789" y="32550"/>
                      <a:pt x="34217" y="32402"/>
                      <a:pt x="35630" y="32090"/>
                    </a:cubicBezTo>
                    <a:cubicBezTo>
                      <a:pt x="36231" y="32402"/>
                      <a:pt x="36982" y="32531"/>
                      <a:pt x="37637" y="32531"/>
                    </a:cubicBezTo>
                    <a:cubicBezTo>
                      <a:pt x="37804" y="32531"/>
                      <a:pt x="37964" y="32522"/>
                      <a:pt x="38114" y="32507"/>
                    </a:cubicBezTo>
                    <a:cubicBezTo>
                      <a:pt x="38361" y="32481"/>
                      <a:pt x="38595" y="32442"/>
                      <a:pt x="38843" y="32377"/>
                    </a:cubicBezTo>
                    <a:lnTo>
                      <a:pt x="38843" y="32377"/>
                    </a:lnTo>
                    <a:cubicBezTo>
                      <a:pt x="36532" y="34003"/>
                      <a:pt x="33297" y="34432"/>
                      <a:pt x="30412" y="34432"/>
                    </a:cubicBezTo>
                    <a:cubicBezTo>
                      <a:pt x="29789" y="34432"/>
                      <a:pt x="29183" y="34412"/>
                      <a:pt x="28605" y="34380"/>
                    </a:cubicBezTo>
                    <a:cubicBezTo>
                      <a:pt x="24794" y="34159"/>
                      <a:pt x="21269" y="33001"/>
                      <a:pt x="17938" y="31193"/>
                    </a:cubicBezTo>
                    <a:cubicBezTo>
                      <a:pt x="18186" y="30933"/>
                      <a:pt x="18394" y="30620"/>
                      <a:pt x="18550" y="30256"/>
                    </a:cubicBezTo>
                    <a:close/>
                    <a:moveTo>
                      <a:pt x="65262" y="27837"/>
                    </a:moveTo>
                    <a:cubicBezTo>
                      <a:pt x="65431" y="27876"/>
                      <a:pt x="65601" y="27915"/>
                      <a:pt x="65770" y="27941"/>
                    </a:cubicBezTo>
                    <a:cubicBezTo>
                      <a:pt x="65444" y="33742"/>
                      <a:pt x="57874" y="35173"/>
                      <a:pt x="53178" y="35525"/>
                    </a:cubicBezTo>
                    <a:cubicBezTo>
                      <a:pt x="52441" y="35581"/>
                      <a:pt x="51698" y="35613"/>
                      <a:pt x="50958" y="35613"/>
                    </a:cubicBezTo>
                    <a:cubicBezTo>
                      <a:pt x="47070" y="35613"/>
                      <a:pt x="43237" y="34716"/>
                      <a:pt x="40560" y="31635"/>
                    </a:cubicBezTo>
                    <a:cubicBezTo>
                      <a:pt x="41236" y="31180"/>
                      <a:pt x="41809" y="30594"/>
                      <a:pt x="42199" y="29866"/>
                    </a:cubicBezTo>
                    <a:cubicBezTo>
                      <a:pt x="42680" y="31427"/>
                      <a:pt x="43955" y="32351"/>
                      <a:pt x="45451" y="32715"/>
                    </a:cubicBezTo>
                    <a:cubicBezTo>
                      <a:pt x="45477" y="32780"/>
                      <a:pt x="45516" y="32832"/>
                      <a:pt x="45581" y="32871"/>
                    </a:cubicBezTo>
                    <a:cubicBezTo>
                      <a:pt x="47188" y="33860"/>
                      <a:pt x="49130" y="34226"/>
                      <a:pt x="51109" y="34226"/>
                    </a:cubicBezTo>
                    <a:cubicBezTo>
                      <a:pt x="53167" y="34226"/>
                      <a:pt x="55264" y="33830"/>
                      <a:pt x="57067" y="33326"/>
                    </a:cubicBezTo>
                    <a:cubicBezTo>
                      <a:pt x="59747" y="32572"/>
                      <a:pt x="64482" y="30868"/>
                      <a:pt x="65262" y="27837"/>
                    </a:cubicBezTo>
                    <a:close/>
                    <a:moveTo>
                      <a:pt x="12384" y="30191"/>
                    </a:moveTo>
                    <a:cubicBezTo>
                      <a:pt x="12963" y="31457"/>
                      <a:pt x="14283" y="32145"/>
                      <a:pt x="15581" y="32145"/>
                    </a:cubicBezTo>
                    <a:cubicBezTo>
                      <a:pt x="16150" y="32145"/>
                      <a:pt x="16714" y="32013"/>
                      <a:pt x="17210" y="31739"/>
                    </a:cubicBezTo>
                    <a:cubicBezTo>
                      <a:pt x="17223" y="31752"/>
                      <a:pt x="17236" y="31765"/>
                      <a:pt x="17249" y="31765"/>
                    </a:cubicBezTo>
                    <a:cubicBezTo>
                      <a:pt x="20988" y="34042"/>
                      <a:pt x="25358" y="35251"/>
                      <a:pt x="29745" y="35251"/>
                    </a:cubicBezTo>
                    <a:cubicBezTo>
                      <a:pt x="29768" y="35251"/>
                      <a:pt x="29791" y="35251"/>
                      <a:pt x="29815" y="35251"/>
                    </a:cubicBezTo>
                    <a:cubicBezTo>
                      <a:pt x="32989" y="35251"/>
                      <a:pt x="37906" y="34952"/>
                      <a:pt x="39909" y="32090"/>
                    </a:cubicBezTo>
                    <a:cubicBezTo>
                      <a:pt x="39922" y="32103"/>
                      <a:pt x="39922" y="32103"/>
                      <a:pt x="39922" y="32116"/>
                    </a:cubicBezTo>
                    <a:cubicBezTo>
                      <a:pt x="42630" y="35407"/>
                      <a:pt x="46704" y="36421"/>
                      <a:pt x="50798" y="36421"/>
                    </a:cubicBezTo>
                    <a:cubicBezTo>
                      <a:pt x="52368" y="36421"/>
                      <a:pt x="53941" y="36272"/>
                      <a:pt x="55441" y="36045"/>
                    </a:cubicBezTo>
                    <a:cubicBezTo>
                      <a:pt x="58719" y="35538"/>
                      <a:pt x="63962" y="34146"/>
                      <a:pt x="65692" y="30907"/>
                    </a:cubicBezTo>
                    <a:cubicBezTo>
                      <a:pt x="67422" y="33521"/>
                      <a:pt x="68137" y="36344"/>
                      <a:pt x="67318" y="39388"/>
                    </a:cubicBezTo>
                    <a:cubicBezTo>
                      <a:pt x="67097" y="39167"/>
                      <a:pt x="66849" y="38972"/>
                      <a:pt x="66602" y="38816"/>
                    </a:cubicBezTo>
                    <a:cubicBezTo>
                      <a:pt x="66563" y="38712"/>
                      <a:pt x="66537" y="38621"/>
                      <a:pt x="66511" y="38516"/>
                    </a:cubicBezTo>
                    <a:cubicBezTo>
                      <a:pt x="66466" y="38399"/>
                      <a:pt x="66368" y="38347"/>
                      <a:pt x="66271" y="38347"/>
                    </a:cubicBezTo>
                    <a:cubicBezTo>
                      <a:pt x="66173" y="38347"/>
                      <a:pt x="66075" y="38399"/>
                      <a:pt x="66030" y="38490"/>
                    </a:cubicBezTo>
                    <a:cubicBezTo>
                      <a:pt x="64586" y="37762"/>
                      <a:pt x="62817" y="37671"/>
                      <a:pt x="61165" y="37645"/>
                    </a:cubicBezTo>
                    <a:cubicBezTo>
                      <a:pt x="60926" y="37640"/>
                      <a:pt x="60688" y="37637"/>
                      <a:pt x="60450" y="37637"/>
                    </a:cubicBezTo>
                    <a:cubicBezTo>
                      <a:pt x="57747" y="37637"/>
                      <a:pt x="55041" y="37974"/>
                      <a:pt x="52423" y="38608"/>
                    </a:cubicBezTo>
                    <a:cubicBezTo>
                      <a:pt x="49574" y="39297"/>
                      <a:pt x="46804" y="40351"/>
                      <a:pt x="44215" y="41742"/>
                    </a:cubicBezTo>
                    <a:cubicBezTo>
                      <a:pt x="42823" y="42497"/>
                      <a:pt x="41483" y="43356"/>
                      <a:pt x="40209" y="44292"/>
                    </a:cubicBezTo>
                    <a:cubicBezTo>
                      <a:pt x="39327" y="44939"/>
                      <a:pt x="38797" y="45668"/>
                      <a:pt x="38043" y="45668"/>
                    </a:cubicBezTo>
                    <a:cubicBezTo>
                      <a:pt x="37751" y="45668"/>
                      <a:pt x="37426" y="45559"/>
                      <a:pt x="37034" y="45294"/>
                    </a:cubicBezTo>
                    <a:cubicBezTo>
                      <a:pt x="34550" y="43616"/>
                      <a:pt x="32378" y="41664"/>
                      <a:pt x="29724" y="40208"/>
                    </a:cubicBezTo>
                    <a:cubicBezTo>
                      <a:pt x="26940" y="38673"/>
                      <a:pt x="23974" y="37424"/>
                      <a:pt x="20904" y="36591"/>
                    </a:cubicBezTo>
                    <a:cubicBezTo>
                      <a:pt x="18719" y="36002"/>
                      <a:pt x="15746" y="35371"/>
                      <a:pt x="12883" y="35371"/>
                    </a:cubicBezTo>
                    <a:cubicBezTo>
                      <a:pt x="9933" y="35371"/>
                      <a:pt x="7102" y="36040"/>
                      <a:pt x="5372" y="38113"/>
                    </a:cubicBezTo>
                    <a:cubicBezTo>
                      <a:pt x="4644" y="35460"/>
                      <a:pt x="5281" y="32754"/>
                      <a:pt x="7389" y="30907"/>
                    </a:cubicBezTo>
                    <a:cubicBezTo>
                      <a:pt x="7623" y="31167"/>
                      <a:pt x="7909" y="31401"/>
                      <a:pt x="8247" y="31570"/>
                    </a:cubicBezTo>
                    <a:cubicBezTo>
                      <a:pt x="8631" y="31755"/>
                      <a:pt x="9053" y="31841"/>
                      <a:pt x="9481" y="31841"/>
                    </a:cubicBezTo>
                    <a:cubicBezTo>
                      <a:pt x="10648" y="31841"/>
                      <a:pt x="11851" y="31201"/>
                      <a:pt x="12384" y="30191"/>
                    </a:cubicBezTo>
                    <a:close/>
                    <a:moveTo>
                      <a:pt x="12957" y="36332"/>
                    </a:moveTo>
                    <a:cubicBezTo>
                      <a:pt x="13495" y="36332"/>
                      <a:pt x="14019" y="36349"/>
                      <a:pt x="14517" y="36370"/>
                    </a:cubicBezTo>
                    <a:cubicBezTo>
                      <a:pt x="17457" y="36500"/>
                      <a:pt x="20371" y="37164"/>
                      <a:pt x="23142" y="38126"/>
                    </a:cubicBezTo>
                    <a:cubicBezTo>
                      <a:pt x="28540" y="40012"/>
                      <a:pt x="33470" y="43043"/>
                      <a:pt x="37672" y="46920"/>
                    </a:cubicBezTo>
                    <a:cubicBezTo>
                      <a:pt x="37755" y="46996"/>
                      <a:pt x="37850" y="47032"/>
                      <a:pt x="37945" y="47032"/>
                    </a:cubicBezTo>
                    <a:cubicBezTo>
                      <a:pt x="38045" y="47032"/>
                      <a:pt x="38145" y="46993"/>
                      <a:pt x="38231" y="46920"/>
                    </a:cubicBezTo>
                    <a:cubicBezTo>
                      <a:pt x="42082" y="43564"/>
                      <a:pt x="46557" y="41053"/>
                      <a:pt x="51487" y="39661"/>
                    </a:cubicBezTo>
                    <a:cubicBezTo>
                      <a:pt x="53997" y="38946"/>
                      <a:pt x="56573" y="38529"/>
                      <a:pt x="59188" y="38412"/>
                    </a:cubicBezTo>
                    <a:cubicBezTo>
                      <a:pt x="59853" y="38384"/>
                      <a:pt x="60590" y="38348"/>
                      <a:pt x="61346" y="38348"/>
                    </a:cubicBezTo>
                    <a:cubicBezTo>
                      <a:pt x="63042" y="38348"/>
                      <a:pt x="64837" y="38532"/>
                      <a:pt x="66160" y="39414"/>
                    </a:cubicBezTo>
                    <a:cubicBezTo>
                      <a:pt x="67110" y="46308"/>
                      <a:pt x="58251" y="49652"/>
                      <a:pt x="52800" y="50952"/>
                    </a:cubicBezTo>
                    <a:cubicBezTo>
                      <a:pt x="48710" y="51926"/>
                      <a:pt x="44460" y="52266"/>
                      <a:pt x="40229" y="52266"/>
                    </a:cubicBezTo>
                    <a:cubicBezTo>
                      <a:pt x="38808" y="52266"/>
                      <a:pt x="37390" y="52228"/>
                      <a:pt x="35981" y="52162"/>
                    </a:cubicBezTo>
                    <a:cubicBezTo>
                      <a:pt x="30075" y="51876"/>
                      <a:pt x="24195" y="50939"/>
                      <a:pt x="18524" y="49261"/>
                    </a:cubicBezTo>
                    <a:cubicBezTo>
                      <a:pt x="15701" y="48416"/>
                      <a:pt x="12332" y="47609"/>
                      <a:pt x="10172" y="45489"/>
                    </a:cubicBezTo>
                    <a:cubicBezTo>
                      <a:pt x="8039" y="43382"/>
                      <a:pt x="7220" y="40338"/>
                      <a:pt x="7831" y="37424"/>
                    </a:cubicBezTo>
                    <a:cubicBezTo>
                      <a:pt x="7844" y="37346"/>
                      <a:pt x="7831" y="37281"/>
                      <a:pt x="7818" y="37229"/>
                    </a:cubicBezTo>
                    <a:cubicBezTo>
                      <a:pt x="9358" y="36504"/>
                      <a:pt x="11223" y="36332"/>
                      <a:pt x="12957" y="36332"/>
                    </a:cubicBezTo>
                    <a:close/>
                    <a:moveTo>
                      <a:pt x="8364" y="44396"/>
                    </a:moveTo>
                    <a:lnTo>
                      <a:pt x="8364" y="44396"/>
                    </a:lnTo>
                    <a:cubicBezTo>
                      <a:pt x="9639" y="46282"/>
                      <a:pt x="11642" y="47739"/>
                      <a:pt x="14062" y="48663"/>
                    </a:cubicBezTo>
                    <a:cubicBezTo>
                      <a:pt x="21047" y="51330"/>
                      <a:pt x="28540" y="52643"/>
                      <a:pt x="35981" y="52969"/>
                    </a:cubicBezTo>
                    <a:cubicBezTo>
                      <a:pt x="37348" y="53028"/>
                      <a:pt x="38730" y="53064"/>
                      <a:pt x="40120" y="53064"/>
                    </a:cubicBezTo>
                    <a:cubicBezTo>
                      <a:pt x="46015" y="53064"/>
                      <a:pt x="52033" y="52426"/>
                      <a:pt x="57496" y="50289"/>
                    </a:cubicBezTo>
                    <a:cubicBezTo>
                      <a:pt x="60098" y="49274"/>
                      <a:pt x="63285" y="47570"/>
                      <a:pt x="65197" y="45216"/>
                    </a:cubicBezTo>
                    <a:lnTo>
                      <a:pt x="65197" y="45216"/>
                    </a:lnTo>
                    <a:cubicBezTo>
                      <a:pt x="64352" y="52058"/>
                      <a:pt x="57861" y="55375"/>
                      <a:pt x="51903" y="57248"/>
                    </a:cubicBezTo>
                    <a:cubicBezTo>
                      <a:pt x="47589" y="58607"/>
                      <a:pt x="43067" y="59248"/>
                      <a:pt x="38548" y="59248"/>
                    </a:cubicBezTo>
                    <a:cubicBezTo>
                      <a:pt x="37657" y="59248"/>
                      <a:pt x="36766" y="59223"/>
                      <a:pt x="35877" y="59174"/>
                    </a:cubicBezTo>
                    <a:cubicBezTo>
                      <a:pt x="30296" y="58861"/>
                      <a:pt x="24755" y="57626"/>
                      <a:pt x="19525" y="55648"/>
                    </a:cubicBezTo>
                    <a:cubicBezTo>
                      <a:pt x="15415" y="54100"/>
                      <a:pt x="6205" y="50276"/>
                      <a:pt x="8364" y="44396"/>
                    </a:cubicBezTo>
                    <a:close/>
                    <a:moveTo>
                      <a:pt x="36962" y="1"/>
                    </a:moveTo>
                    <a:cubicBezTo>
                      <a:pt x="32701" y="1"/>
                      <a:pt x="28416" y="637"/>
                      <a:pt x="24351" y="1664"/>
                    </a:cubicBezTo>
                    <a:cubicBezTo>
                      <a:pt x="24286" y="1599"/>
                      <a:pt x="24208" y="1560"/>
                      <a:pt x="24104" y="1560"/>
                    </a:cubicBezTo>
                    <a:cubicBezTo>
                      <a:pt x="24004" y="1554"/>
                      <a:pt x="23903" y="1552"/>
                      <a:pt x="23803" y="1552"/>
                    </a:cubicBezTo>
                    <a:cubicBezTo>
                      <a:pt x="22740" y="1552"/>
                      <a:pt x="21721" y="1868"/>
                      <a:pt x="20865" y="2510"/>
                    </a:cubicBezTo>
                    <a:cubicBezTo>
                      <a:pt x="20410" y="2848"/>
                      <a:pt x="19929" y="3316"/>
                      <a:pt x="19916" y="3849"/>
                    </a:cubicBezTo>
                    <a:cubicBezTo>
                      <a:pt x="16807" y="4695"/>
                      <a:pt x="14088" y="7726"/>
                      <a:pt x="12436" y="10328"/>
                    </a:cubicBezTo>
                    <a:cubicBezTo>
                      <a:pt x="11187" y="12292"/>
                      <a:pt x="10355" y="14464"/>
                      <a:pt x="9951" y="16715"/>
                    </a:cubicBezTo>
                    <a:cubicBezTo>
                      <a:pt x="9528" y="15994"/>
                      <a:pt x="8731" y="15555"/>
                      <a:pt x="7893" y="15555"/>
                    </a:cubicBezTo>
                    <a:cubicBezTo>
                      <a:pt x="7519" y="15555"/>
                      <a:pt x="7138" y="15642"/>
                      <a:pt x="6777" y="15830"/>
                    </a:cubicBezTo>
                    <a:cubicBezTo>
                      <a:pt x="5177" y="16663"/>
                      <a:pt x="4748" y="18588"/>
                      <a:pt x="5190" y="20227"/>
                    </a:cubicBezTo>
                    <a:cubicBezTo>
                      <a:pt x="2550" y="20331"/>
                      <a:pt x="0" y="23141"/>
                      <a:pt x="416" y="25807"/>
                    </a:cubicBezTo>
                    <a:cubicBezTo>
                      <a:pt x="715" y="27771"/>
                      <a:pt x="2183" y="28505"/>
                      <a:pt x="3808" y="28505"/>
                    </a:cubicBezTo>
                    <a:cubicBezTo>
                      <a:pt x="4799" y="28505"/>
                      <a:pt x="5848" y="28231"/>
                      <a:pt x="6725" y="27798"/>
                    </a:cubicBezTo>
                    <a:lnTo>
                      <a:pt x="6725" y="27798"/>
                    </a:lnTo>
                    <a:cubicBezTo>
                      <a:pt x="6491" y="28617"/>
                      <a:pt x="6582" y="29528"/>
                      <a:pt x="6972" y="30282"/>
                    </a:cubicBezTo>
                    <a:cubicBezTo>
                      <a:pt x="6972" y="30282"/>
                      <a:pt x="6959" y="30282"/>
                      <a:pt x="6959" y="30295"/>
                    </a:cubicBezTo>
                    <a:cubicBezTo>
                      <a:pt x="4579" y="32299"/>
                      <a:pt x="3655" y="35655"/>
                      <a:pt x="4917" y="38529"/>
                    </a:cubicBezTo>
                    <a:cubicBezTo>
                      <a:pt x="4963" y="38632"/>
                      <a:pt x="5049" y="38675"/>
                      <a:pt x="5140" y="38675"/>
                    </a:cubicBezTo>
                    <a:cubicBezTo>
                      <a:pt x="5152" y="38675"/>
                      <a:pt x="5165" y="38674"/>
                      <a:pt x="5177" y="38673"/>
                    </a:cubicBezTo>
                    <a:cubicBezTo>
                      <a:pt x="5236" y="38823"/>
                      <a:pt x="5374" y="38935"/>
                      <a:pt x="5514" y="38935"/>
                    </a:cubicBezTo>
                    <a:cubicBezTo>
                      <a:pt x="5592" y="38935"/>
                      <a:pt x="5671" y="38900"/>
                      <a:pt x="5737" y="38816"/>
                    </a:cubicBezTo>
                    <a:cubicBezTo>
                      <a:pt x="6101" y="38347"/>
                      <a:pt x="6530" y="37983"/>
                      <a:pt x="6998" y="37671"/>
                    </a:cubicBezTo>
                    <a:lnTo>
                      <a:pt x="6998" y="37671"/>
                    </a:lnTo>
                    <a:cubicBezTo>
                      <a:pt x="6621" y="39856"/>
                      <a:pt x="6959" y="41795"/>
                      <a:pt x="7818" y="43460"/>
                    </a:cubicBezTo>
                    <a:cubicBezTo>
                      <a:pt x="5216" y="48572"/>
                      <a:pt x="11122" y="52917"/>
                      <a:pt x="15103" y="54803"/>
                    </a:cubicBezTo>
                    <a:cubicBezTo>
                      <a:pt x="21086" y="57652"/>
                      <a:pt x="27630" y="59408"/>
                      <a:pt x="34238" y="59954"/>
                    </a:cubicBezTo>
                    <a:cubicBezTo>
                      <a:pt x="35610" y="60067"/>
                      <a:pt x="36989" y="60124"/>
                      <a:pt x="38368" y="60124"/>
                    </a:cubicBezTo>
                    <a:cubicBezTo>
                      <a:pt x="43842" y="60124"/>
                      <a:pt x="49325" y="59215"/>
                      <a:pt x="54427" y="57209"/>
                    </a:cubicBezTo>
                    <a:cubicBezTo>
                      <a:pt x="59747" y="55128"/>
                      <a:pt x="65874" y="51382"/>
                      <a:pt x="65718" y="44917"/>
                    </a:cubicBezTo>
                    <a:cubicBezTo>
                      <a:pt x="65718" y="44812"/>
                      <a:pt x="65666" y="44747"/>
                      <a:pt x="65588" y="44708"/>
                    </a:cubicBezTo>
                    <a:cubicBezTo>
                      <a:pt x="66563" y="43343"/>
                      <a:pt x="67097" y="41769"/>
                      <a:pt x="66862" y="39999"/>
                    </a:cubicBezTo>
                    <a:lnTo>
                      <a:pt x="66862" y="39999"/>
                    </a:lnTo>
                    <a:cubicBezTo>
                      <a:pt x="66966" y="40103"/>
                      <a:pt x="67058" y="40221"/>
                      <a:pt x="67149" y="40338"/>
                    </a:cubicBezTo>
                    <a:cubicBezTo>
                      <a:pt x="67242" y="40455"/>
                      <a:pt x="67370" y="40514"/>
                      <a:pt x="67493" y="40514"/>
                    </a:cubicBezTo>
                    <a:cubicBezTo>
                      <a:pt x="67643" y="40514"/>
                      <a:pt x="67787" y="40425"/>
                      <a:pt x="67851" y="40247"/>
                    </a:cubicBezTo>
                    <a:cubicBezTo>
                      <a:pt x="69035" y="36851"/>
                      <a:pt x="68501" y="32949"/>
                      <a:pt x="65965" y="30334"/>
                    </a:cubicBezTo>
                    <a:cubicBezTo>
                      <a:pt x="66225" y="29632"/>
                      <a:pt x="66342" y="28864"/>
                      <a:pt x="66251" y="28006"/>
                    </a:cubicBezTo>
                    <a:lnTo>
                      <a:pt x="66251" y="28006"/>
                    </a:lnTo>
                    <a:cubicBezTo>
                      <a:pt x="66463" y="28026"/>
                      <a:pt x="66675" y="28036"/>
                      <a:pt x="66886" y="28036"/>
                    </a:cubicBezTo>
                    <a:cubicBezTo>
                      <a:pt x="68336" y="28036"/>
                      <a:pt x="69755" y="27557"/>
                      <a:pt x="70856" y="26445"/>
                    </a:cubicBezTo>
                    <a:cubicBezTo>
                      <a:pt x="73354" y="23921"/>
                      <a:pt x="71350" y="21281"/>
                      <a:pt x="68931" y="19837"/>
                    </a:cubicBezTo>
                    <a:cubicBezTo>
                      <a:pt x="70140" y="19160"/>
                      <a:pt x="71116" y="17794"/>
                      <a:pt x="70114" y="16532"/>
                    </a:cubicBezTo>
                    <a:cubicBezTo>
                      <a:pt x="69538" y="15818"/>
                      <a:pt x="68678" y="15561"/>
                      <a:pt x="67755" y="15561"/>
                    </a:cubicBezTo>
                    <a:cubicBezTo>
                      <a:pt x="66491" y="15561"/>
                      <a:pt x="65109" y="16043"/>
                      <a:pt x="64170" y="16493"/>
                    </a:cubicBezTo>
                    <a:cubicBezTo>
                      <a:pt x="62127" y="10432"/>
                      <a:pt x="56937" y="5580"/>
                      <a:pt x="51239" y="2926"/>
                    </a:cubicBezTo>
                    <a:cubicBezTo>
                      <a:pt x="46765" y="849"/>
                      <a:pt x="41880" y="1"/>
                      <a:pt x="369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Google Shape;1823;p50"/>
              <p:cNvSpPr/>
              <p:nvPr/>
            </p:nvSpPr>
            <p:spPr>
              <a:xfrm>
                <a:off x="4489848" y="284731"/>
                <a:ext cx="91857" cy="55524"/>
              </a:xfrm>
              <a:custGeom>
                <a:avLst/>
                <a:gdLst/>
                <a:ahLst/>
                <a:cxnLst/>
                <a:rect l="l" t="t" r="r" b="b"/>
                <a:pathLst>
                  <a:path w="4710" h="2847" extrusionOk="0">
                    <a:moveTo>
                      <a:pt x="950" y="602"/>
                    </a:moveTo>
                    <a:cubicBezTo>
                      <a:pt x="1275" y="680"/>
                      <a:pt x="1601" y="758"/>
                      <a:pt x="1913" y="862"/>
                    </a:cubicBezTo>
                    <a:cubicBezTo>
                      <a:pt x="2238" y="979"/>
                      <a:pt x="3526" y="1369"/>
                      <a:pt x="3604" y="1838"/>
                    </a:cubicBezTo>
                    <a:cubicBezTo>
                      <a:pt x="3639" y="2061"/>
                      <a:pt x="3351" y="2128"/>
                      <a:pt x="3006" y="2128"/>
                    </a:cubicBezTo>
                    <a:cubicBezTo>
                      <a:pt x="2587" y="2128"/>
                      <a:pt x="2085" y="2029"/>
                      <a:pt x="1978" y="1994"/>
                    </a:cubicBezTo>
                    <a:cubicBezTo>
                      <a:pt x="1340" y="1786"/>
                      <a:pt x="898" y="1278"/>
                      <a:pt x="950" y="602"/>
                    </a:cubicBezTo>
                    <a:close/>
                    <a:moveTo>
                      <a:pt x="495" y="0"/>
                    </a:moveTo>
                    <a:cubicBezTo>
                      <a:pt x="434" y="0"/>
                      <a:pt x="373" y="1"/>
                      <a:pt x="313" y="4"/>
                    </a:cubicBezTo>
                    <a:cubicBezTo>
                      <a:pt x="66" y="17"/>
                      <a:pt x="1" y="381"/>
                      <a:pt x="261" y="433"/>
                    </a:cubicBezTo>
                    <a:cubicBezTo>
                      <a:pt x="287" y="446"/>
                      <a:pt x="313" y="446"/>
                      <a:pt x="339" y="459"/>
                    </a:cubicBezTo>
                    <a:cubicBezTo>
                      <a:pt x="326" y="485"/>
                      <a:pt x="326" y="498"/>
                      <a:pt x="313" y="524"/>
                    </a:cubicBezTo>
                    <a:cubicBezTo>
                      <a:pt x="196" y="1408"/>
                      <a:pt x="755" y="2215"/>
                      <a:pt x="1549" y="2566"/>
                    </a:cubicBezTo>
                    <a:cubicBezTo>
                      <a:pt x="1895" y="2722"/>
                      <a:pt x="2438" y="2847"/>
                      <a:pt x="2955" y="2847"/>
                    </a:cubicBezTo>
                    <a:cubicBezTo>
                      <a:pt x="3389" y="2847"/>
                      <a:pt x="3805" y="2759"/>
                      <a:pt x="4072" y="2527"/>
                    </a:cubicBezTo>
                    <a:cubicBezTo>
                      <a:pt x="4710" y="1968"/>
                      <a:pt x="4046" y="1161"/>
                      <a:pt x="3526" y="849"/>
                    </a:cubicBezTo>
                    <a:cubicBezTo>
                      <a:pt x="2654" y="309"/>
                      <a:pt x="1527" y="0"/>
                      <a:pt x="4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Google Shape;1824;p50"/>
              <p:cNvSpPr/>
              <p:nvPr/>
            </p:nvSpPr>
            <p:spPr>
              <a:xfrm>
                <a:off x="4429469" y="328514"/>
                <a:ext cx="74090" cy="87878"/>
              </a:xfrm>
              <a:custGeom>
                <a:avLst/>
                <a:gdLst/>
                <a:ahLst/>
                <a:cxnLst/>
                <a:rect l="l" t="t" r="r" b="b"/>
                <a:pathLst>
                  <a:path w="3799" h="4506" extrusionOk="0">
                    <a:moveTo>
                      <a:pt x="2017" y="763"/>
                    </a:moveTo>
                    <a:cubicBezTo>
                      <a:pt x="2238" y="1245"/>
                      <a:pt x="2459" y="1752"/>
                      <a:pt x="2394" y="2285"/>
                    </a:cubicBezTo>
                    <a:cubicBezTo>
                      <a:pt x="2339" y="2704"/>
                      <a:pt x="2042" y="3225"/>
                      <a:pt x="1596" y="3225"/>
                    </a:cubicBezTo>
                    <a:cubicBezTo>
                      <a:pt x="1516" y="3225"/>
                      <a:pt x="1430" y="3208"/>
                      <a:pt x="1341" y="3170"/>
                    </a:cubicBezTo>
                    <a:cubicBezTo>
                      <a:pt x="755" y="2936"/>
                      <a:pt x="703" y="2181"/>
                      <a:pt x="963" y="1687"/>
                    </a:cubicBezTo>
                    <a:cubicBezTo>
                      <a:pt x="1210" y="1258"/>
                      <a:pt x="1614" y="1011"/>
                      <a:pt x="2017" y="763"/>
                    </a:cubicBezTo>
                    <a:close/>
                    <a:moveTo>
                      <a:pt x="2121" y="0"/>
                    </a:moveTo>
                    <a:cubicBezTo>
                      <a:pt x="2046" y="0"/>
                      <a:pt x="1975" y="32"/>
                      <a:pt x="1926" y="87"/>
                    </a:cubicBezTo>
                    <a:cubicBezTo>
                      <a:pt x="1900" y="100"/>
                      <a:pt x="1874" y="100"/>
                      <a:pt x="1861" y="100"/>
                    </a:cubicBezTo>
                    <a:cubicBezTo>
                      <a:pt x="1028" y="399"/>
                      <a:pt x="235" y="1128"/>
                      <a:pt x="105" y="2038"/>
                    </a:cubicBezTo>
                    <a:cubicBezTo>
                      <a:pt x="1" y="2767"/>
                      <a:pt x="404" y="3586"/>
                      <a:pt x="1093" y="3872"/>
                    </a:cubicBezTo>
                    <a:cubicBezTo>
                      <a:pt x="1268" y="3938"/>
                      <a:pt x="1442" y="3967"/>
                      <a:pt x="1609" y="3967"/>
                    </a:cubicBezTo>
                    <a:cubicBezTo>
                      <a:pt x="1641" y="3967"/>
                      <a:pt x="1673" y="3966"/>
                      <a:pt x="1705" y="3963"/>
                    </a:cubicBezTo>
                    <a:lnTo>
                      <a:pt x="1705" y="3963"/>
                    </a:lnTo>
                    <a:cubicBezTo>
                      <a:pt x="1510" y="4094"/>
                      <a:pt x="1471" y="4419"/>
                      <a:pt x="1757" y="4484"/>
                    </a:cubicBezTo>
                    <a:cubicBezTo>
                      <a:pt x="1837" y="4498"/>
                      <a:pt x="1918" y="4505"/>
                      <a:pt x="2000" y="4505"/>
                    </a:cubicBezTo>
                    <a:cubicBezTo>
                      <a:pt x="2799" y="4505"/>
                      <a:pt x="3655" y="3843"/>
                      <a:pt x="3773" y="3053"/>
                    </a:cubicBezTo>
                    <a:cubicBezTo>
                      <a:pt x="3799" y="2898"/>
                      <a:pt x="3659" y="2760"/>
                      <a:pt x="3528" y="2760"/>
                    </a:cubicBezTo>
                    <a:cubicBezTo>
                      <a:pt x="3461" y="2760"/>
                      <a:pt x="3396" y="2796"/>
                      <a:pt x="3357" y="2884"/>
                    </a:cubicBezTo>
                    <a:cubicBezTo>
                      <a:pt x="3071" y="3508"/>
                      <a:pt x="2654" y="3807"/>
                      <a:pt x="2004" y="3898"/>
                    </a:cubicBezTo>
                    <a:cubicBezTo>
                      <a:pt x="2433" y="3742"/>
                      <a:pt x="2784" y="3404"/>
                      <a:pt x="2980" y="2962"/>
                    </a:cubicBezTo>
                    <a:cubicBezTo>
                      <a:pt x="3409" y="1999"/>
                      <a:pt x="2902" y="946"/>
                      <a:pt x="2368" y="139"/>
                    </a:cubicBezTo>
                    <a:cubicBezTo>
                      <a:pt x="2299" y="42"/>
                      <a:pt x="2207" y="0"/>
                      <a:pt x="2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Google Shape;1825;p50"/>
              <p:cNvSpPr/>
              <p:nvPr/>
            </p:nvSpPr>
            <p:spPr>
              <a:xfrm>
                <a:off x="4941877" y="325978"/>
                <a:ext cx="70092" cy="69643"/>
              </a:xfrm>
              <a:custGeom>
                <a:avLst/>
                <a:gdLst/>
                <a:ahLst/>
                <a:cxnLst/>
                <a:rect l="l" t="t" r="r" b="b"/>
                <a:pathLst>
                  <a:path w="3594" h="3571" extrusionOk="0">
                    <a:moveTo>
                      <a:pt x="927" y="685"/>
                    </a:moveTo>
                    <a:lnTo>
                      <a:pt x="927" y="685"/>
                    </a:lnTo>
                    <a:cubicBezTo>
                      <a:pt x="1447" y="919"/>
                      <a:pt x="1929" y="1219"/>
                      <a:pt x="2319" y="1635"/>
                    </a:cubicBezTo>
                    <a:cubicBezTo>
                      <a:pt x="2683" y="2038"/>
                      <a:pt x="2956" y="2702"/>
                      <a:pt x="2241" y="2845"/>
                    </a:cubicBezTo>
                    <a:cubicBezTo>
                      <a:pt x="2163" y="2861"/>
                      <a:pt x="2088" y="2869"/>
                      <a:pt x="2015" y="2869"/>
                    </a:cubicBezTo>
                    <a:cubicBezTo>
                      <a:pt x="1577" y="2869"/>
                      <a:pt x="1237" y="2579"/>
                      <a:pt x="1070" y="2155"/>
                    </a:cubicBezTo>
                    <a:cubicBezTo>
                      <a:pt x="875" y="1661"/>
                      <a:pt x="940" y="1180"/>
                      <a:pt x="927" y="685"/>
                    </a:cubicBezTo>
                    <a:close/>
                    <a:moveTo>
                      <a:pt x="631" y="1"/>
                    </a:moveTo>
                    <a:cubicBezTo>
                      <a:pt x="492" y="1"/>
                      <a:pt x="403" y="94"/>
                      <a:pt x="381" y="217"/>
                    </a:cubicBezTo>
                    <a:cubicBezTo>
                      <a:pt x="368" y="230"/>
                      <a:pt x="368" y="243"/>
                      <a:pt x="355" y="256"/>
                    </a:cubicBezTo>
                    <a:cubicBezTo>
                      <a:pt x="1" y="1512"/>
                      <a:pt x="599" y="3570"/>
                      <a:pt x="2026" y="3570"/>
                    </a:cubicBezTo>
                    <a:cubicBezTo>
                      <a:pt x="2225" y="3570"/>
                      <a:pt x="2440" y="3530"/>
                      <a:pt x="2670" y="3443"/>
                    </a:cubicBezTo>
                    <a:cubicBezTo>
                      <a:pt x="3464" y="3144"/>
                      <a:pt x="3594" y="2259"/>
                      <a:pt x="3164" y="1583"/>
                    </a:cubicBezTo>
                    <a:cubicBezTo>
                      <a:pt x="2631" y="763"/>
                      <a:pt x="1642" y="217"/>
                      <a:pt x="706" y="9"/>
                    </a:cubicBezTo>
                    <a:cubicBezTo>
                      <a:pt x="680" y="3"/>
                      <a:pt x="655" y="1"/>
                      <a:pt x="6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Google Shape;1826;p50"/>
              <p:cNvSpPr/>
              <p:nvPr/>
            </p:nvSpPr>
            <p:spPr>
              <a:xfrm>
                <a:off x="4845535" y="302946"/>
                <a:ext cx="78186" cy="73485"/>
              </a:xfrm>
              <a:custGeom>
                <a:avLst/>
                <a:gdLst/>
                <a:ahLst/>
                <a:cxnLst/>
                <a:rect l="l" t="t" r="r" b="b"/>
                <a:pathLst>
                  <a:path w="4009" h="3768" extrusionOk="0">
                    <a:moveTo>
                      <a:pt x="3122" y="735"/>
                    </a:moveTo>
                    <a:lnTo>
                      <a:pt x="3122" y="735"/>
                    </a:lnTo>
                    <a:cubicBezTo>
                      <a:pt x="3210" y="1739"/>
                      <a:pt x="2668" y="3107"/>
                      <a:pt x="1530" y="3107"/>
                    </a:cubicBezTo>
                    <a:cubicBezTo>
                      <a:pt x="1489" y="3107"/>
                      <a:pt x="1447" y="3106"/>
                      <a:pt x="1405" y="3102"/>
                    </a:cubicBezTo>
                    <a:cubicBezTo>
                      <a:pt x="286" y="2998"/>
                      <a:pt x="1119" y="1970"/>
                      <a:pt x="1587" y="1580"/>
                    </a:cubicBezTo>
                    <a:cubicBezTo>
                      <a:pt x="2055" y="1190"/>
                      <a:pt x="2563" y="943"/>
                      <a:pt x="3122" y="735"/>
                    </a:cubicBezTo>
                    <a:close/>
                    <a:moveTo>
                      <a:pt x="3359" y="0"/>
                    </a:moveTo>
                    <a:cubicBezTo>
                      <a:pt x="3337" y="0"/>
                      <a:pt x="3315" y="2"/>
                      <a:pt x="3291" y="6"/>
                    </a:cubicBezTo>
                    <a:cubicBezTo>
                      <a:pt x="2238" y="214"/>
                      <a:pt x="1145" y="917"/>
                      <a:pt x="495" y="1775"/>
                    </a:cubicBezTo>
                    <a:cubicBezTo>
                      <a:pt x="0" y="2452"/>
                      <a:pt x="52" y="3362"/>
                      <a:pt x="924" y="3661"/>
                    </a:cubicBezTo>
                    <a:cubicBezTo>
                      <a:pt x="1136" y="3734"/>
                      <a:pt x="1341" y="3768"/>
                      <a:pt x="1538" y="3768"/>
                    </a:cubicBezTo>
                    <a:cubicBezTo>
                      <a:pt x="3028" y="3768"/>
                      <a:pt x="4009" y="1840"/>
                      <a:pt x="3629" y="461"/>
                    </a:cubicBezTo>
                    <a:cubicBezTo>
                      <a:pt x="3750" y="281"/>
                      <a:pt x="3625" y="0"/>
                      <a:pt x="33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Google Shape;1827;p50"/>
              <p:cNvSpPr/>
              <p:nvPr/>
            </p:nvSpPr>
            <p:spPr>
              <a:xfrm>
                <a:off x="4893726" y="397338"/>
                <a:ext cx="57357" cy="6901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3539" extrusionOk="0">
                    <a:moveTo>
                      <a:pt x="1757" y="812"/>
                    </a:moveTo>
                    <a:cubicBezTo>
                      <a:pt x="1913" y="1098"/>
                      <a:pt x="2056" y="1397"/>
                      <a:pt x="2082" y="1735"/>
                    </a:cubicBezTo>
                    <a:cubicBezTo>
                      <a:pt x="2118" y="2123"/>
                      <a:pt x="1895" y="2827"/>
                      <a:pt x="1402" y="2827"/>
                    </a:cubicBezTo>
                    <a:cubicBezTo>
                      <a:pt x="1366" y="2827"/>
                      <a:pt x="1328" y="2823"/>
                      <a:pt x="1289" y="2815"/>
                    </a:cubicBezTo>
                    <a:cubicBezTo>
                      <a:pt x="729" y="2685"/>
                      <a:pt x="703" y="1943"/>
                      <a:pt x="924" y="1566"/>
                    </a:cubicBezTo>
                    <a:cubicBezTo>
                      <a:pt x="1119" y="1215"/>
                      <a:pt x="1458" y="1033"/>
                      <a:pt x="1757" y="812"/>
                    </a:cubicBezTo>
                    <a:close/>
                    <a:moveTo>
                      <a:pt x="1705" y="0"/>
                    </a:moveTo>
                    <a:cubicBezTo>
                      <a:pt x="1593" y="0"/>
                      <a:pt x="1493" y="98"/>
                      <a:pt x="1484" y="213"/>
                    </a:cubicBezTo>
                    <a:cubicBezTo>
                      <a:pt x="768" y="408"/>
                      <a:pt x="131" y="1176"/>
                      <a:pt x="53" y="1917"/>
                    </a:cubicBezTo>
                    <a:cubicBezTo>
                      <a:pt x="1" y="2620"/>
                      <a:pt x="443" y="3387"/>
                      <a:pt x="1171" y="3517"/>
                    </a:cubicBezTo>
                    <a:cubicBezTo>
                      <a:pt x="1245" y="3531"/>
                      <a:pt x="1317" y="3538"/>
                      <a:pt x="1389" y="3538"/>
                    </a:cubicBezTo>
                    <a:cubicBezTo>
                      <a:pt x="2048" y="3538"/>
                      <a:pt x="2593" y="2966"/>
                      <a:pt x="2745" y="2321"/>
                    </a:cubicBezTo>
                    <a:cubicBezTo>
                      <a:pt x="2941" y="1488"/>
                      <a:pt x="2420" y="643"/>
                      <a:pt x="1861" y="70"/>
                    </a:cubicBezTo>
                    <a:cubicBezTo>
                      <a:pt x="1812" y="21"/>
                      <a:pt x="1757" y="0"/>
                      <a:pt x="17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Google Shape;1828;p50"/>
              <p:cNvSpPr/>
              <p:nvPr/>
            </p:nvSpPr>
            <p:spPr>
              <a:xfrm>
                <a:off x="4646375" y="520691"/>
                <a:ext cx="57103" cy="61062"/>
              </a:xfrm>
              <a:custGeom>
                <a:avLst/>
                <a:gdLst/>
                <a:ahLst/>
                <a:cxnLst/>
                <a:rect l="l" t="t" r="r" b="b"/>
                <a:pathLst>
                  <a:path w="2928" h="3131" extrusionOk="0">
                    <a:moveTo>
                      <a:pt x="833" y="575"/>
                    </a:moveTo>
                    <a:cubicBezTo>
                      <a:pt x="1263" y="692"/>
                      <a:pt x="1666" y="978"/>
                      <a:pt x="1900" y="1342"/>
                    </a:cubicBezTo>
                    <a:cubicBezTo>
                      <a:pt x="2108" y="1667"/>
                      <a:pt x="2264" y="2383"/>
                      <a:pt x="1705" y="2435"/>
                    </a:cubicBezTo>
                    <a:cubicBezTo>
                      <a:pt x="1669" y="2438"/>
                      <a:pt x="1634" y="2440"/>
                      <a:pt x="1601" y="2440"/>
                    </a:cubicBezTo>
                    <a:cubicBezTo>
                      <a:pt x="708" y="2440"/>
                      <a:pt x="771" y="1289"/>
                      <a:pt x="833" y="575"/>
                    </a:cubicBezTo>
                    <a:close/>
                    <a:moveTo>
                      <a:pt x="573" y="1"/>
                    </a:moveTo>
                    <a:cubicBezTo>
                      <a:pt x="446" y="1"/>
                      <a:pt x="316" y="69"/>
                      <a:pt x="274" y="210"/>
                    </a:cubicBezTo>
                    <a:cubicBezTo>
                      <a:pt x="66" y="952"/>
                      <a:pt x="1" y="1940"/>
                      <a:pt x="521" y="2565"/>
                    </a:cubicBezTo>
                    <a:cubicBezTo>
                      <a:pt x="796" y="2907"/>
                      <a:pt x="1245" y="3131"/>
                      <a:pt x="1690" y="3131"/>
                    </a:cubicBezTo>
                    <a:cubicBezTo>
                      <a:pt x="1854" y="3131"/>
                      <a:pt x="2018" y="3100"/>
                      <a:pt x="2173" y="3033"/>
                    </a:cubicBezTo>
                    <a:cubicBezTo>
                      <a:pt x="2902" y="2695"/>
                      <a:pt x="2928" y="1797"/>
                      <a:pt x="2589" y="1160"/>
                    </a:cubicBezTo>
                    <a:cubicBezTo>
                      <a:pt x="2225" y="497"/>
                      <a:pt x="1562" y="145"/>
                      <a:pt x="833" y="145"/>
                    </a:cubicBezTo>
                    <a:cubicBezTo>
                      <a:pt x="786" y="50"/>
                      <a:pt x="681" y="1"/>
                      <a:pt x="5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829;p50"/>
              <p:cNvSpPr/>
              <p:nvPr/>
            </p:nvSpPr>
            <p:spPr>
              <a:xfrm>
                <a:off x="4562671" y="483305"/>
                <a:ext cx="67752" cy="60438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099" extrusionOk="0">
                    <a:moveTo>
                      <a:pt x="2849" y="879"/>
                    </a:moveTo>
                    <a:cubicBezTo>
                      <a:pt x="2737" y="1633"/>
                      <a:pt x="2415" y="2446"/>
                      <a:pt x="1623" y="2446"/>
                    </a:cubicBezTo>
                    <a:cubicBezTo>
                      <a:pt x="1582" y="2446"/>
                      <a:pt x="1540" y="2444"/>
                      <a:pt x="1496" y="2440"/>
                    </a:cubicBezTo>
                    <a:cubicBezTo>
                      <a:pt x="898" y="2374"/>
                      <a:pt x="650" y="1867"/>
                      <a:pt x="1041" y="1373"/>
                    </a:cubicBezTo>
                    <a:cubicBezTo>
                      <a:pt x="1403" y="920"/>
                      <a:pt x="2030" y="891"/>
                      <a:pt x="2581" y="891"/>
                    </a:cubicBezTo>
                    <a:cubicBezTo>
                      <a:pt x="2664" y="891"/>
                      <a:pt x="2745" y="892"/>
                      <a:pt x="2823" y="892"/>
                    </a:cubicBezTo>
                    <a:cubicBezTo>
                      <a:pt x="2836" y="892"/>
                      <a:pt x="2836" y="879"/>
                      <a:pt x="2849" y="879"/>
                    </a:cubicBezTo>
                    <a:close/>
                    <a:moveTo>
                      <a:pt x="3156" y="0"/>
                    </a:moveTo>
                    <a:cubicBezTo>
                      <a:pt x="3031" y="0"/>
                      <a:pt x="2907" y="85"/>
                      <a:pt x="2901" y="254"/>
                    </a:cubicBezTo>
                    <a:cubicBezTo>
                      <a:pt x="2875" y="254"/>
                      <a:pt x="2862" y="241"/>
                      <a:pt x="2823" y="241"/>
                    </a:cubicBezTo>
                    <a:cubicBezTo>
                      <a:pt x="2777" y="241"/>
                      <a:pt x="2732" y="240"/>
                      <a:pt x="2686" y="240"/>
                    </a:cubicBezTo>
                    <a:cubicBezTo>
                      <a:pt x="1782" y="240"/>
                      <a:pt x="771" y="378"/>
                      <a:pt x="325" y="1269"/>
                    </a:cubicBezTo>
                    <a:cubicBezTo>
                      <a:pt x="0" y="1906"/>
                      <a:pt x="247" y="2648"/>
                      <a:pt x="885" y="2947"/>
                    </a:cubicBezTo>
                    <a:cubicBezTo>
                      <a:pt x="1103" y="3049"/>
                      <a:pt x="1342" y="3098"/>
                      <a:pt x="1580" y="3098"/>
                    </a:cubicBezTo>
                    <a:cubicBezTo>
                      <a:pt x="2008" y="3098"/>
                      <a:pt x="2436" y="2940"/>
                      <a:pt x="2745" y="2648"/>
                    </a:cubicBezTo>
                    <a:cubicBezTo>
                      <a:pt x="3382" y="2023"/>
                      <a:pt x="3473" y="1087"/>
                      <a:pt x="3421" y="254"/>
                    </a:cubicBezTo>
                    <a:cubicBezTo>
                      <a:pt x="3408" y="85"/>
                      <a:pt x="3281" y="0"/>
                      <a:pt x="31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50"/>
              <p:cNvSpPr/>
              <p:nvPr/>
            </p:nvSpPr>
            <p:spPr>
              <a:xfrm>
                <a:off x="4577122" y="564260"/>
                <a:ext cx="57103" cy="68785"/>
              </a:xfrm>
              <a:custGeom>
                <a:avLst/>
                <a:gdLst/>
                <a:ahLst/>
                <a:cxnLst/>
                <a:rect l="l" t="t" r="r" b="b"/>
                <a:pathLst>
                  <a:path w="2928" h="3527" extrusionOk="0">
                    <a:moveTo>
                      <a:pt x="1900" y="773"/>
                    </a:moveTo>
                    <a:cubicBezTo>
                      <a:pt x="2043" y="1189"/>
                      <a:pt x="2160" y="1619"/>
                      <a:pt x="2082" y="2035"/>
                    </a:cubicBezTo>
                    <a:cubicBezTo>
                      <a:pt x="2010" y="2383"/>
                      <a:pt x="1673" y="2835"/>
                      <a:pt x="1298" y="2835"/>
                    </a:cubicBezTo>
                    <a:cubicBezTo>
                      <a:pt x="1196" y="2835"/>
                      <a:pt x="1092" y="2802"/>
                      <a:pt x="989" y="2724"/>
                    </a:cubicBezTo>
                    <a:cubicBezTo>
                      <a:pt x="560" y="2399"/>
                      <a:pt x="755" y="1736"/>
                      <a:pt x="1041" y="1398"/>
                    </a:cubicBezTo>
                    <a:cubicBezTo>
                      <a:pt x="1275" y="1124"/>
                      <a:pt x="1587" y="942"/>
                      <a:pt x="1900" y="773"/>
                    </a:cubicBezTo>
                    <a:close/>
                    <a:moveTo>
                      <a:pt x="1992" y="0"/>
                    </a:moveTo>
                    <a:cubicBezTo>
                      <a:pt x="1887" y="0"/>
                      <a:pt x="1781" y="67"/>
                      <a:pt x="1744" y="162"/>
                    </a:cubicBezTo>
                    <a:cubicBezTo>
                      <a:pt x="1054" y="500"/>
                      <a:pt x="339" y="994"/>
                      <a:pt x="157" y="1775"/>
                    </a:cubicBezTo>
                    <a:cubicBezTo>
                      <a:pt x="0" y="2399"/>
                      <a:pt x="222" y="3141"/>
                      <a:pt x="833" y="3427"/>
                    </a:cubicBezTo>
                    <a:cubicBezTo>
                      <a:pt x="982" y="3495"/>
                      <a:pt x="1135" y="3526"/>
                      <a:pt x="1286" y="3526"/>
                    </a:cubicBezTo>
                    <a:cubicBezTo>
                      <a:pt x="1824" y="3526"/>
                      <a:pt x="2343" y="3136"/>
                      <a:pt x="2576" y="2659"/>
                    </a:cubicBezTo>
                    <a:cubicBezTo>
                      <a:pt x="2927" y="1970"/>
                      <a:pt x="2719" y="1176"/>
                      <a:pt x="2394" y="487"/>
                    </a:cubicBezTo>
                    <a:cubicBezTo>
                      <a:pt x="2544" y="312"/>
                      <a:pt x="2370" y="30"/>
                      <a:pt x="2138" y="30"/>
                    </a:cubicBezTo>
                    <a:cubicBezTo>
                      <a:pt x="2128" y="30"/>
                      <a:pt x="2118" y="31"/>
                      <a:pt x="2108" y="32"/>
                    </a:cubicBezTo>
                    <a:cubicBezTo>
                      <a:pt x="2072" y="10"/>
                      <a:pt x="2032" y="0"/>
                      <a:pt x="19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Google Shape;1831;p50"/>
              <p:cNvSpPr/>
              <p:nvPr/>
            </p:nvSpPr>
            <p:spPr>
              <a:xfrm>
                <a:off x="4230836" y="491438"/>
                <a:ext cx="62935" cy="74909"/>
              </a:xfrm>
              <a:custGeom>
                <a:avLst/>
                <a:gdLst/>
                <a:ahLst/>
                <a:cxnLst/>
                <a:rect l="l" t="t" r="r" b="b"/>
                <a:pathLst>
                  <a:path w="3227" h="3841" extrusionOk="0">
                    <a:moveTo>
                      <a:pt x="2199" y="748"/>
                    </a:moveTo>
                    <a:cubicBezTo>
                      <a:pt x="2329" y="1203"/>
                      <a:pt x="2433" y="1684"/>
                      <a:pt x="2355" y="2153"/>
                    </a:cubicBezTo>
                    <a:cubicBezTo>
                      <a:pt x="2266" y="2594"/>
                      <a:pt x="1946" y="3182"/>
                      <a:pt x="1429" y="3182"/>
                    </a:cubicBezTo>
                    <a:cubicBezTo>
                      <a:pt x="1412" y="3182"/>
                      <a:pt x="1396" y="3181"/>
                      <a:pt x="1379" y="3180"/>
                    </a:cubicBezTo>
                    <a:cubicBezTo>
                      <a:pt x="0" y="3089"/>
                      <a:pt x="1522" y="1424"/>
                      <a:pt x="2199" y="748"/>
                    </a:cubicBezTo>
                    <a:close/>
                    <a:moveTo>
                      <a:pt x="2187" y="1"/>
                    </a:moveTo>
                    <a:cubicBezTo>
                      <a:pt x="2116" y="1"/>
                      <a:pt x="2043" y="26"/>
                      <a:pt x="1977" y="84"/>
                    </a:cubicBezTo>
                    <a:cubicBezTo>
                      <a:pt x="1548" y="488"/>
                      <a:pt x="1145" y="917"/>
                      <a:pt x="781" y="1385"/>
                    </a:cubicBezTo>
                    <a:cubicBezTo>
                      <a:pt x="547" y="1697"/>
                      <a:pt x="234" y="2049"/>
                      <a:pt x="156" y="2452"/>
                    </a:cubicBezTo>
                    <a:cubicBezTo>
                      <a:pt x="39" y="3089"/>
                      <a:pt x="547" y="3662"/>
                      <a:pt x="1145" y="3805"/>
                    </a:cubicBezTo>
                    <a:cubicBezTo>
                      <a:pt x="1247" y="3829"/>
                      <a:pt x="1348" y="3840"/>
                      <a:pt x="1446" y="3840"/>
                    </a:cubicBezTo>
                    <a:cubicBezTo>
                      <a:pt x="2036" y="3840"/>
                      <a:pt x="2542" y="3429"/>
                      <a:pt x="2810" y="2894"/>
                    </a:cubicBezTo>
                    <a:cubicBezTo>
                      <a:pt x="3226" y="2023"/>
                      <a:pt x="2927" y="1060"/>
                      <a:pt x="2576" y="214"/>
                    </a:cubicBezTo>
                    <a:cubicBezTo>
                      <a:pt x="2537" y="110"/>
                      <a:pt x="2433" y="45"/>
                      <a:pt x="2342" y="45"/>
                    </a:cubicBezTo>
                    <a:cubicBezTo>
                      <a:pt x="2296" y="17"/>
                      <a:pt x="2242" y="1"/>
                      <a:pt x="21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Google Shape;1832;p50"/>
              <p:cNvSpPr/>
              <p:nvPr/>
            </p:nvSpPr>
            <p:spPr>
              <a:xfrm>
                <a:off x="5070769" y="527654"/>
                <a:ext cx="59424" cy="72549"/>
              </a:xfrm>
              <a:custGeom>
                <a:avLst/>
                <a:gdLst/>
                <a:ahLst/>
                <a:cxnLst/>
                <a:rect l="l" t="t" r="r" b="b"/>
                <a:pathLst>
                  <a:path w="3047" h="3720" extrusionOk="0">
                    <a:moveTo>
                      <a:pt x="861" y="803"/>
                    </a:moveTo>
                    <a:lnTo>
                      <a:pt x="861" y="803"/>
                    </a:lnTo>
                    <a:cubicBezTo>
                      <a:pt x="1642" y="1297"/>
                      <a:pt x="2175" y="2078"/>
                      <a:pt x="2305" y="3001"/>
                    </a:cubicBezTo>
                    <a:cubicBezTo>
                      <a:pt x="2211" y="3033"/>
                      <a:pt x="2123" y="3047"/>
                      <a:pt x="2040" y="3047"/>
                    </a:cubicBezTo>
                    <a:cubicBezTo>
                      <a:pt x="1198" y="3047"/>
                      <a:pt x="934" y="1534"/>
                      <a:pt x="887" y="894"/>
                    </a:cubicBezTo>
                    <a:cubicBezTo>
                      <a:pt x="887" y="855"/>
                      <a:pt x="874" y="829"/>
                      <a:pt x="861" y="803"/>
                    </a:cubicBezTo>
                    <a:close/>
                    <a:moveTo>
                      <a:pt x="334" y="0"/>
                    </a:moveTo>
                    <a:cubicBezTo>
                      <a:pt x="77" y="0"/>
                      <a:pt x="0" y="383"/>
                      <a:pt x="276" y="491"/>
                    </a:cubicBezTo>
                    <a:cubicBezTo>
                      <a:pt x="328" y="517"/>
                      <a:pt x="380" y="543"/>
                      <a:pt x="445" y="569"/>
                    </a:cubicBezTo>
                    <a:cubicBezTo>
                      <a:pt x="302" y="595"/>
                      <a:pt x="185" y="699"/>
                      <a:pt x="198" y="894"/>
                    </a:cubicBezTo>
                    <a:cubicBezTo>
                      <a:pt x="237" y="1714"/>
                      <a:pt x="328" y="2637"/>
                      <a:pt x="965" y="3235"/>
                    </a:cubicBezTo>
                    <a:cubicBezTo>
                      <a:pt x="1293" y="3547"/>
                      <a:pt x="1709" y="3719"/>
                      <a:pt x="2131" y="3719"/>
                    </a:cubicBezTo>
                    <a:cubicBezTo>
                      <a:pt x="2379" y="3719"/>
                      <a:pt x="2629" y="3660"/>
                      <a:pt x="2864" y="3535"/>
                    </a:cubicBezTo>
                    <a:cubicBezTo>
                      <a:pt x="2968" y="3483"/>
                      <a:pt x="3046" y="3340"/>
                      <a:pt x="3046" y="3222"/>
                    </a:cubicBezTo>
                    <a:cubicBezTo>
                      <a:pt x="2955" y="1714"/>
                      <a:pt x="1915" y="348"/>
                      <a:pt x="406" y="9"/>
                    </a:cubicBezTo>
                    <a:cubicBezTo>
                      <a:pt x="381" y="3"/>
                      <a:pt x="357" y="0"/>
                      <a:pt x="3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833;p50"/>
              <p:cNvSpPr/>
              <p:nvPr/>
            </p:nvSpPr>
            <p:spPr>
              <a:xfrm>
                <a:off x="5263357" y="720475"/>
                <a:ext cx="77600" cy="33622"/>
              </a:xfrm>
              <a:custGeom>
                <a:avLst/>
                <a:gdLst/>
                <a:ahLst/>
                <a:cxnLst/>
                <a:rect l="l" t="t" r="r" b="b"/>
                <a:pathLst>
                  <a:path w="3979" h="1724" extrusionOk="0">
                    <a:moveTo>
                      <a:pt x="3620" y="1"/>
                    </a:moveTo>
                    <a:cubicBezTo>
                      <a:pt x="3527" y="1"/>
                      <a:pt x="3435" y="62"/>
                      <a:pt x="3422" y="191"/>
                    </a:cubicBezTo>
                    <a:cubicBezTo>
                      <a:pt x="3396" y="802"/>
                      <a:pt x="2368" y="997"/>
                      <a:pt x="1913" y="1075"/>
                    </a:cubicBezTo>
                    <a:cubicBezTo>
                      <a:pt x="1653" y="1121"/>
                      <a:pt x="1396" y="1131"/>
                      <a:pt x="1137" y="1131"/>
                    </a:cubicBezTo>
                    <a:cubicBezTo>
                      <a:pt x="943" y="1131"/>
                      <a:pt x="749" y="1125"/>
                      <a:pt x="551" y="1125"/>
                    </a:cubicBezTo>
                    <a:cubicBezTo>
                      <a:pt x="485" y="1125"/>
                      <a:pt x="419" y="1126"/>
                      <a:pt x="352" y="1127"/>
                    </a:cubicBezTo>
                    <a:cubicBezTo>
                      <a:pt x="66" y="1140"/>
                      <a:pt x="1" y="1570"/>
                      <a:pt x="287" y="1648"/>
                    </a:cubicBezTo>
                    <a:cubicBezTo>
                      <a:pt x="487" y="1696"/>
                      <a:pt x="775" y="1724"/>
                      <a:pt x="1103" y="1724"/>
                    </a:cubicBezTo>
                    <a:cubicBezTo>
                      <a:pt x="2286" y="1724"/>
                      <a:pt x="3978" y="1353"/>
                      <a:pt x="3825" y="191"/>
                    </a:cubicBezTo>
                    <a:cubicBezTo>
                      <a:pt x="3812" y="66"/>
                      <a:pt x="3715" y="1"/>
                      <a:pt x="36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Google Shape;1834;p50"/>
              <p:cNvSpPr/>
              <p:nvPr/>
            </p:nvSpPr>
            <p:spPr>
              <a:xfrm>
                <a:off x="5123212" y="564650"/>
                <a:ext cx="40214" cy="44271"/>
              </a:xfrm>
              <a:custGeom>
                <a:avLst/>
                <a:gdLst/>
                <a:ahLst/>
                <a:cxnLst/>
                <a:rect l="l" t="t" r="r" b="b"/>
                <a:pathLst>
                  <a:path w="2062" h="2270" extrusionOk="0">
                    <a:moveTo>
                      <a:pt x="1253" y="0"/>
                    </a:moveTo>
                    <a:cubicBezTo>
                      <a:pt x="1084" y="0"/>
                      <a:pt x="913" y="153"/>
                      <a:pt x="904" y="324"/>
                    </a:cubicBezTo>
                    <a:cubicBezTo>
                      <a:pt x="891" y="623"/>
                      <a:pt x="995" y="870"/>
                      <a:pt x="865" y="1169"/>
                    </a:cubicBezTo>
                    <a:cubicBezTo>
                      <a:pt x="748" y="1443"/>
                      <a:pt x="527" y="1638"/>
                      <a:pt x="253" y="1781"/>
                    </a:cubicBezTo>
                    <a:cubicBezTo>
                      <a:pt x="0" y="1913"/>
                      <a:pt x="160" y="2269"/>
                      <a:pt x="402" y="2269"/>
                    </a:cubicBezTo>
                    <a:cubicBezTo>
                      <a:pt x="422" y="2269"/>
                      <a:pt x="441" y="2267"/>
                      <a:pt x="461" y="2262"/>
                    </a:cubicBezTo>
                    <a:cubicBezTo>
                      <a:pt x="1307" y="2106"/>
                      <a:pt x="2062" y="857"/>
                      <a:pt x="1463" y="103"/>
                    </a:cubicBezTo>
                    <a:cubicBezTo>
                      <a:pt x="1403" y="31"/>
                      <a:pt x="1328" y="0"/>
                      <a:pt x="12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Google Shape;1835;p50"/>
              <p:cNvSpPr/>
              <p:nvPr/>
            </p:nvSpPr>
            <p:spPr>
              <a:xfrm>
                <a:off x="4818895" y="316812"/>
                <a:ext cx="35124" cy="44427"/>
              </a:xfrm>
              <a:custGeom>
                <a:avLst/>
                <a:gdLst/>
                <a:ahLst/>
                <a:cxnLst/>
                <a:rect l="l" t="t" r="r" b="b"/>
                <a:pathLst>
                  <a:path w="1801" h="2278" extrusionOk="0">
                    <a:moveTo>
                      <a:pt x="1467" y="0"/>
                    </a:moveTo>
                    <a:cubicBezTo>
                      <a:pt x="1435" y="0"/>
                      <a:pt x="1401" y="7"/>
                      <a:pt x="1366" y="24"/>
                    </a:cubicBezTo>
                    <a:cubicBezTo>
                      <a:pt x="664" y="349"/>
                      <a:pt x="0" y="1194"/>
                      <a:pt x="104" y="2014"/>
                    </a:cubicBezTo>
                    <a:cubicBezTo>
                      <a:pt x="130" y="2189"/>
                      <a:pt x="257" y="2277"/>
                      <a:pt x="382" y="2277"/>
                    </a:cubicBezTo>
                    <a:cubicBezTo>
                      <a:pt x="508" y="2277"/>
                      <a:pt x="631" y="2189"/>
                      <a:pt x="651" y="2014"/>
                    </a:cubicBezTo>
                    <a:cubicBezTo>
                      <a:pt x="729" y="1311"/>
                      <a:pt x="937" y="752"/>
                      <a:pt x="1587" y="388"/>
                    </a:cubicBezTo>
                    <a:cubicBezTo>
                      <a:pt x="1800" y="276"/>
                      <a:pt x="1666" y="0"/>
                      <a:pt x="14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Google Shape;1836;p50"/>
              <p:cNvSpPr/>
              <p:nvPr/>
            </p:nvSpPr>
            <p:spPr>
              <a:xfrm>
                <a:off x="4219095" y="567848"/>
                <a:ext cx="41794" cy="22369"/>
              </a:xfrm>
              <a:custGeom>
                <a:avLst/>
                <a:gdLst/>
                <a:ahLst/>
                <a:cxnLst/>
                <a:rect l="l" t="t" r="r" b="b"/>
                <a:pathLst>
                  <a:path w="2143" h="1147" extrusionOk="0">
                    <a:moveTo>
                      <a:pt x="411" y="0"/>
                    </a:moveTo>
                    <a:cubicBezTo>
                      <a:pt x="202" y="0"/>
                      <a:pt x="1" y="200"/>
                      <a:pt x="147" y="420"/>
                    </a:cubicBezTo>
                    <a:cubicBezTo>
                      <a:pt x="477" y="904"/>
                      <a:pt x="1040" y="1146"/>
                      <a:pt x="1600" y="1146"/>
                    </a:cubicBezTo>
                    <a:cubicBezTo>
                      <a:pt x="1701" y="1146"/>
                      <a:pt x="1803" y="1138"/>
                      <a:pt x="1903" y="1122"/>
                    </a:cubicBezTo>
                    <a:cubicBezTo>
                      <a:pt x="2143" y="1085"/>
                      <a:pt x="2101" y="692"/>
                      <a:pt x="1873" y="692"/>
                    </a:cubicBezTo>
                    <a:cubicBezTo>
                      <a:pt x="1866" y="692"/>
                      <a:pt x="1858" y="692"/>
                      <a:pt x="1851" y="693"/>
                    </a:cubicBezTo>
                    <a:cubicBezTo>
                      <a:pt x="1813" y="696"/>
                      <a:pt x="1776" y="698"/>
                      <a:pt x="1740" y="698"/>
                    </a:cubicBezTo>
                    <a:cubicBezTo>
                      <a:pt x="1296" y="698"/>
                      <a:pt x="931" y="481"/>
                      <a:pt x="654" y="121"/>
                    </a:cubicBezTo>
                    <a:cubicBezTo>
                      <a:pt x="589" y="36"/>
                      <a:pt x="499" y="0"/>
                      <a:pt x="4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50"/>
              <p:cNvSpPr/>
              <p:nvPr/>
            </p:nvSpPr>
            <p:spPr>
              <a:xfrm>
                <a:off x="4843351" y="825710"/>
                <a:ext cx="60731" cy="22174"/>
              </a:xfrm>
              <a:custGeom>
                <a:avLst/>
                <a:gdLst/>
                <a:ahLst/>
                <a:cxnLst/>
                <a:rect l="l" t="t" r="r" b="b"/>
                <a:pathLst>
                  <a:path w="3114" h="1137" extrusionOk="0">
                    <a:moveTo>
                      <a:pt x="328" y="0"/>
                    </a:moveTo>
                    <a:cubicBezTo>
                      <a:pt x="131" y="0"/>
                      <a:pt x="0" y="319"/>
                      <a:pt x="203" y="479"/>
                    </a:cubicBezTo>
                    <a:cubicBezTo>
                      <a:pt x="813" y="919"/>
                      <a:pt x="1539" y="1137"/>
                      <a:pt x="2273" y="1137"/>
                    </a:cubicBezTo>
                    <a:cubicBezTo>
                      <a:pt x="2494" y="1137"/>
                      <a:pt x="2715" y="1117"/>
                      <a:pt x="2935" y="1078"/>
                    </a:cubicBezTo>
                    <a:cubicBezTo>
                      <a:pt x="3113" y="1052"/>
                      <a:pt x="3080" y="765"/>
                      <a:pt x="2907" y="765"/>
                    </a:cubicBezTo>
                    <a:cubicBezTo>
                      <a:pt x="2904" y="765"/>
                      <a:pt x="2900" y="765"/>
                      <a:pt x="2896" y="766"/>
                    </a:cubicBezTo>
                    <a:cubicBezTo>
                      <a:pt x="2816" y="770"/>
                      <a:pt x="2738" y="772"/>
                      <a:pt x="2660" y="772"/>
                    </a:cubicBezTo>
                    <a:cubicBezTo>
                      <a:pt x="1849" y="772"/>
                      <a:pt x="1140" y="525"/>
                      <a:pt x="463" y="50"/>
                    </a:cubicBezTo>
                    <a:cubicBezTo>
                      <a:pt x="417" y="15"/>
                      <a:pt x="371" y="0"/>
                      <a:pt x="3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838;p50"/>
              <p:cNvSpPr/>
              <p:nvPr/>
            </p:nvSpPr>
            <p:spPr>
              <a:xfrm>
                <a:off x="4847758" y="807729"/>
                <a:ext cx="40234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2063" h="1287" extrusionOk="0">
                    <a:moveTo>
                      <a:pt x="328" y="0"/>
                    </a:moveTo>
                    <a:cubicBezTo>
                      <a:pt x="156" y="0"/>
                      <a:pt x="0" y="166"/>
                      <a:pt x="107" y="361"/>
                    </a:cubicBezTo>
                    <a:cubicBezTo>
                      <a:pt x="420" y="894"/>
                      <a:pt x="1187" y="1193"/>
                      <a:pt x="1772" y="1284"/>
                    </a:cubicBezTo>
                    <a:cubicBezTo>
                      <a:pt x="1781" y="1285"/>
                      <a:pt x="1790" y="1286"/>
                      <a:pt x="1799" y="1286"/>
                    </a:cubicBezTo>
                    <a:cubicBezTo>
                      <a:pt x="1988" y="1286"/>
                      <a:pt x="2063" y="1022"/>
                      <a:pt x="1863" y="972"/>
                    </a:cubicBezTo>
                    <a:cubicBezTo>
                      <a:pt x="1590" y="894"/>
                      <a:pt x="1330" y="777"/>
                      <a:pt x="1096" y="621"/>
                    </a:cubicBezTo>
                    <a:cubicBezTo>
                      <a:pt x="862" y="465"/>
                      <a:pt x="706" y="244"/>
                      <a:pt x="498" y="62"/>
                    </a:cubicBezTo>
                    <a:cubicBezTo>
                      <a:pt x="445" y="19"/>
                      <a:pt x="386" y="0"/>
                      <a:pt x="3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50"/>
              <p:cNvSpPr/>
              <p:nvPr/>
            </p:nvSpPr>
            <p:spPr>
              <a:xfrm>
                <a:off x="4808890" y="1021925"/>
                <a:ext cx="41774" cy="21823"/>
              </a:xfrm>
              <a:custGeom>
                <a:avLst/>
                <a:gdLst/>
                <a:ahLst/>
                <a:cxnLst/>
                <a:rect l="l" t="t" r="r" b="b"/>
                <a:pathLst>
                  <a:path w="2142" h="1119" extrusionOk="0">
                    <a:moveTo>
                      <a:pt x="1992" y="1"/>
                    </a:moveTo>
                    <a:cubicBezTo>
                      <a:pt x="1981" y="1"/>
                      <a:pt x="1969" y="2"/>
                      <a:pt x="1957" y="6"/>
                    </a:cubicBezTo>
                    <a:cubicBezTo>
                      <a:pt x="1307" y="188"/>
                      <a:pt x="669" y="461"/>
                      <a:pt x="110" y="864"/>
                    </a:cubicBezTo>
                    <a:cubicBezTo>
                      <a:pt x="1" y="941"/>
                      <a:pt x="75" y="1119"/>
                      <a:pt x="187" y="1119"/>
                    </a:cubicBezTo>
                    <a:cubicBezTo>
                      <a:pt x="208" y="1119"/>
                      <a:pt x="231" y="1113"/>
                      <a:pt x="253" y="1098"/>
                    </a:cubicBezTo>
                    <a:cubicBezTo>
                      <a:pt x="813" y="721"/>
                      <a:pt x="1372" y="422"/>
                      <a:pt x="2022" y="227"/>
                    </a:cubicBezTo>
                    <a:cubicBezTo>
                      <a:pt x="2141" y="179"/>
                      <a:pt x="2108" y="1"/>
                      <a:pt x="19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50"/>
              <p:cNvSpPr/>
              <p:nvPr/>
            </p:nvSpPr>
            <p:spPr>
              <a:xfrm>
                <a:off x="4795862" y="1021633"/>
                <a:ext cx="38478" cy="22564"/>
              </a:xfrm>
              <a:custGeom>
                <a:avLst/>
                <a:gdLst/>
                <a:ahLst/>
                <a:cxnLst/>
                <a:rect l="l" t="t" r="r" b="b"/>
                <a:pathLst>
                  <a:path w="1973" h="1157" extrusionOk="0">
                    <a:moveTo>
                      <a:pt x="1810" y="0"/>
                    </a:moveTo>
                    <a:cubicBezTo>
                      <a:pt x="1797" y="0"/>
                      <a:pt x="1782" y="2"/>
                      <a:pt x="1767" y="8"/>
                    </a:cubicBezTo>
                    <a:cubicBezTo>
                      <a:pt x="1194" y="190"/>
                      <a:pt x="583" y="463"/>
                      <a:pt x="128" y="866"/>
                    </a:cubicBezTo>
                    <a:cubicBezTo>
                      <a:pt x="0" y="972"/>
                      <a:pt x="107" y="1157"/>
                      <a:pt x="236" y="1157"/>
                    </a:cubicBezTo>
                    <a:cubicBezTo>
                      <a:pt x="264" y="1157"/>
                      <a:pt x="294" y="1148"/>
                      <a:pt x="323" y="1126"/>
                    </a:cubicBezTo>
                    <a:cubicBezTo>
                      <a:pt x="817" y="788"/>
                      <a:pt x="1272" y="463"/>
                      <a:pt x="1832" y="242"/>
                    </a:cubicBezTo>
                    <a:cubicBezTo>
                      <a:pt x="1972" y="195"/>
                      <a:pt x="1933" y="0"/>
                      <a:pt x="18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Google Shape;1841;p50"/>
              <p:cNvSpPr/>
              <p:nvPr/>
            </p:nvSpPr>
            <p:spPr>
              <a:xfrm>
                <a:off x="4406358" y="906626"/>
                <a:ext cx="43432" cy="19268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988" extrusionOk="0">
                    <a:moveTo>
                      <a:pt x="266" y="1"/>
                    </a:moveTo>
                    <a:cubicBezTo>
                      <a:pt x="118" y="1"/>
                      <a:pt x="1" y="202"/>
                      <a:pt x="132" y="311"/>
                    </a:cubicBezTo>
                    <a:cubicBezTo>
                      <a:pt x="652" y="779"/>
                      <a:pt x="1368" y="987"/>
                      <a:pt x="2044" y="987"/>
                    </a:cubicBezTo>
                    <a:cubicBezTo>
                      <a:pt x="2226" y="987"/>
                      <a:pt x="2213" y="727"/>
                      <a:pt x="2044" y="714"/>
                    </a:cubicBezTo>
                    <a:cubicBezTo>
                      <a:pt x="1407" y="623"/>
                      <a:pt x="886" y="363"/>
                      <a:pt x="353" y="25"/>
                    </a:cubicBezTo>
                    <a:cubicBezTo>
                      <a:pt x="324" y="8"/>
                      <a:pt x="294" y="1"/>
                      <a:pt x="2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842;p50"/>
              <p:cNvSpPr/>
              <p:nvPr/>
            </p:nvSpPr>
            <p:spPr>
              <a:xfrm>
                <a:off x="4388864" y="913686"/>
                <a:ext cx="35748" cy="18488"/>
              </a:xfrm>
              <a:custGeom>
                <a:avLst/>
                <a:gdLst/>
                <a:ahLst/>
                <a:cxnLst/>
                <a:rect l="l" t="t" r="r" b="b"/>
                <a:pathLst>
                  <a:path w="1833" h="948" extrusionOk="0">
                    <a:moveTo>
                      <a:pt x="289" y="1"/>
                    </a:moveTo>
                    <a:cubicBezTo>
                      <a:pt x="93" y="1"/>
                      <a:pt x="1" y="304"/>
                      <a:pt x="236" y="404"/>
                    </a:cubicBezTo>
                    <a:cubicBezTo>
                      <a:pt x="691" y="586"/>
                      <a:pt x="1133" y="768"/>
                      <a:pt x="1588" y="938"/>
                    </a:cubicBezTo>
                    <a:cubicBezTo>
                      <a:pt x="1605" y="945"/>
                      <a:pt x="1622" y="948"/>
                      <a:pt x="1637" y="948"/>
                    </a:cubicBezTo>
                    <a:cubicBezTo>
                      <a:pt x="1764" y="948"/>
                      <a:pt x="1833" y="734"/>
                      <a:pt x="1705" y="664"/>
                    </a:cubicBezTo>
                    <a:cubicBezTo>
                      <a:pt x="1263" y="456"/>
                      <a:pt x="834" y="235"/>
                      <a:pt x="392" y="27"/>
                    </a:cubicBezTo>
                    <a:cubicBezTo>
                      <a:pt x="355" y="9"/>
                      <a:pt x="321" y="1"/>
                      <a:pt x="2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843;p50"/>
              <p:cNvSpPr/>
              <p:nvPr/>
            </p:nvSpPr>
            <p:spPr>
              <a:xfrm>
                <a:off x="5199232" y="882326"/>
                <a:ext cx="49829" cy="29234"/>
              </a:xfrm>
              <a:custGeom>
                <a:avLst/>
                <a:gdLst/>
                <a:ahLst/>
                <a:cxnLst/>
                <a:rect l="l" t="t" r="r" b="b"/>
                <a:pathLst>
                  <a:path w="2555" h="1499" extrusionOk="0">
                    <a:moveTo>
                      <a:pt x="2310" y="1"/>
                    </a:moveTo>
                    <a:cubicBezTo>
                      <a:pt x="2276" y="1"/>
                      <a:pt x="2241" y="11"/>
                      <a:pt x="2209" y="35"/>
                    </a:cubicBezTo>
                    <a:cubicBezTo>
                      <a:pt x="1585" y="542"/>
                      <a:pt x="895" y="855"/>
                      <a:pt x="167" y="1180"/>
                    </a:cubicBezTo>
                    <a:cubicBezTo>
                      <a:pt x="0" y="1263"/>
                      <a:pt x="95" y="1498"/>
                      <a:pt x="251" y="1498"/>
                    </a:cubicBezTo>
                    <a:cubicBezTo>
                      <a:pt x="266" y="1498"/>
                      <a:pt x="281" y="1496"/>
                      <a:pt x="297" y="1492"/>
                    </a:cubicBezTo>
                    <a:cubicBezTo>
                      <a:pt x="1090" y="1284"/>
                      <a:pt x="1819" y="789"/>
                      <a:pt x="2430" y="256"/>
                    </a:cubicBezTo>
                    <a:cubicBezTo>
                      <a:pt x="2554" y="153"/>
                      <a:pt x="2440" y="1"/>
                      <a:pt x="23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1844;p50"/>
              <p:cNvSpPr/>
              <p:nvPr/>
            </p:nvSpPr>
            <p:spPr>
              <a:xfrm>
                <a:off x="5203659" y="901361"/>
                <a:ext cx="42067" cy="22447"/>
              </a:xfrm>
              <a:custGeom>
                <a:avLst/>
                <a:gdLst/>
                <a:ahLst/>
                <a:cxnLst/>
                <a:rect l="l" t="t" r="r" b="b"/>
                <a:pathLst>
                  <a:path w="2157" h="1151" extrusionOk="0">
                    <a:moveTo>
                      <a:pt x="1974" y="1"/>
                    </a:moveTo>
                    <a:cubicBezTo>
                      <a:pt x="1952" y="1"/>
                      <a:pt x="1929" y="7"/>
                      <a:pt x="1904" y="22"/>
                    </a:cubicBezTo>
                    <a:cubicBezTo>
                      <a:pt x="1371" y="360"/>
                      <a:pt x="824" y="620"/>
                      <a:pt x="213" y="789"/>
                    </a:cubicBezTo>
                    <a:cubicBezTo>
                      <a:pt x="1" y="836"/>
                      <a:pt x="66" y="1151"/>
                      <a:pt x="255" y="1151"/>
                    </a:cubicBezTo>
                    <a:cubicBezTo>
                      <a:pt x="275" y="1151"/>
                      <a:pt x="295" y="1148"/>
                      <a:pt x="317" y="1140"/>
                    </a:cubicBezTo>
                    <a:cubicBezTo>
                      <a:pt x="941" y="945"/>
                      <a:pt x="1527" y="659"/>
                      <a:pt x="2047" y="269"/>
                    </a:cubicBezTo>
                    <a:cubicBezTo>
                      <a:pt x="2157" y="181"/>
                      <a:pt x="2091" y="1"/>
                      <a:pt x="19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Google Shape;1845;p50"/>
              <p:cNvSpPr/>
              <p:nvPr/>
            </p:nvSpPr>
            <p:spPr>
              <a:xfrm>
                <a:off x="4177808" y="969034"/>
                <a:ext cx="46435" cy="28103"/>
              </a:xfrm>
              <a:custGeom>
                <a:avLst/>
                <a:gdLst/>
                <a:ahLst/>
                <a:cxnLst/>
                <a:rect l="l" t="t" r="r" b="b"/>
                <a:pathLst>
                  <a:path w="2381" h="1441" extrusionOk="0">
                    <a:moveTo>
                      <a:pt x="1408" y="0"/>
                    </a:moveTo>
                    <a:cubicBezTo>
                      <a:pt x="1195" y="0"/>
                      <a:pt x="979" y="53"/>
                      <a:pt x="781" y="155"/>
                    </a:cubicBezTo>
                    <a:cubicBezTo>
                      <a:pt x="378" y="363"/>
                      <a:pt x="1" y="818"/>
                      <a:pt x="118" y="1300"/>
                    </a:cubicBezTo>
                    <a:cubicBezTo>
                      <a:pt x="140" y="1389"/>
                      <a:pt x="227" y="1440"/>
                      <a:pt x="309" y="1440"/>
                    </a:cubicBezTo>
                    <a:cubicBezTo>
                      <a:pt x="370" y="1440"/>
                      <a:pt x="428" y="1412"/>
                      <a:pt x="456" y="1352"/>
                    </a:cubicBezTo>
                    <a:cubicBezTo>
                      <a:pt x="599" y="1065"/>
                      <a:pt x="716" y="831"/>
                      <a:pt x="1002" y="688"/>
                    </a:cubicBezTo>
                    <a:cubicBezTo>
                      <a:pt x="1145" y="617"/>
                      <a:pt x="1288" y="581"/>
                      <a:pt x="1430" y="581"/>
                    </a:cubicBezTo>
                    <a:cubicBezTo>
                      <a:pt x="1571" y="581"/>
                      <a:pt x="1711" y="617"/>
                      <a:pt x="1848" y="688"/>
                    </a:cubicBezTo>
                    <a:cubicBezTo>
                      <a:pt x="1890" y="711"/>
                      <a:pt x="1933" y="722"/>
                      <a:pt x="1975" y="722"/>
                    </a:cubicBezTo>
                    <a:cubicBezTo>
                      <a:pt x="2194" y="722"/>
                      <a:pt x="2380" y="446"/>
                      <a:pt x="2173" y="272"/>
                    </a:cubicBezTo>
                    <a:cubicBezTo>
                      <a:pt x="1953" y="88"/>
                      <a:pt x="1683" y="0"/>
                      <a:pt x="14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Google Shape;1846;p50"/>
              <p:cNvSpPr/>
              <p:nvPr/>
            </p:nvSpPr>
            <p:spPr>
              <a:xfrm>
                <a:off x="4177555" y="999146"/>
                <a:ext cx="31731" cy="28220"/>
              </a:xfrm>
              <a:custGeom>
                <a:avLst/>
                <a:gdLst/>
                <a:ahLst/>
                <a:cxnLst/>
                <a:rect l="l" t="t" r="r" b="b"/>
                <a:pathLst>
                  <a:path w="1627" h="1447" extrusionOk="0">
                    <a:moveTo>
                      <a:pt x="1303" y="1"/>
                    </a:moveTo>
                    <a:cubicBezTo>
                      <a:pt x="1185" y="1"/>
                      <a:pt x="1068" y="96"/>
                      <a:pt x="1106" y="250"/>
                    </a:cubicBezTo>
                    <a:cubicBezTo>
                      <a:pt x="1145" y="458"/>
                      <a:pt x="1041" y="640"/>
                      <a:pt x="885" y="757"/>
                    </a:cubicBezTo>
                    <a:cubicBezTo>
                      <a:pt x="716" y="887"/>
                      <a:pt x="560" y="848"/>
                      <a:pt x="365" y="861"/>
                    </a:cubicBezTo>
                    <a:cubicBezTo>
                      <a:pt x="157" y="887"/>
                      <a:pt x="0" y="1134"/>
                      <a:pt x="183" y="1304"/>
                    </a:cubicBezTo>
                    <a:cubicBezTo>
                      <a:pt x="298" y="1405"/>
                      <a:pt x="435" y="1447"/>
                      <a:pt x="576" y="1447"/>
                    </a:cubicBezTo>
                    <a:cubicBezTo>
                      <a:pt x="815" y="1447"/>
                      <a:pt x="1064" y="1324"/>
                      <a:pt x="1236" y="1161"/>
                    </a:cubicBezTo>
                    <a:cubicBezTo>
                      <a:pt x="1509" y="900"/>
                      <a:pt x="1627" y="497"/>
                      <a:pt x="1496" y="146"/>
                    </a:cubicBezTo>
                    <a:cubicBezTo>
                      <a:pt x="1465" y="45"/>
                      <a:pt x="1383" y="1"/>
                      <a:pt x="1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50"/>
              <p:cNvSpPr/>
              <p:nvPr/>
            </p:nvSpPr>
            <p:spPr>
              <a:xfrm>
                <a:off x="4209519" y="1036064"/>
                <a:ext cx="32140" cy="31204"/>
              </a:xfrm>
              <a:custGeom>
                <a:avLst/>
                <a:gdLst/>
                <a:ahLst/>
                <a:cxnLst/>
                <a:rect l="l" t="t" r="r" b="b"/>
                <a:pathLst>
                  <a:path w="1648" h="1600" extrusionOk="0">
                    <a:moveTo>
                      <a:pt x="1016" y="1"/>
                    </a:moveTo>
                    <a:cubicBezTo>
                      <a:pt x="752" y="1"/>
                      <a:pt x="495" y="105"/>
                      <a:pt x="313" y="321"/>
                    </a:cubicBezTo>
                    <a:cubicBezTo>
                      <a:pt x="40" y="659"/>
                      <a:pt x="1" y="1206"/>
                      <a:pt x="326" y="1518"/>
                    </a:cubicBezTo>
                    <a:cubicBezTo>
                      <a:pt x="383" y="1575"/>
                      <a:pt x="445" y="1599"/>
                      <a:pt x="503" y="1599"/>
                    </a:cubicBezTo>
                    <a:cubicBezTo>
                      <a:pt x="669" y="1599"/>
                      <a:pt x="806" y="1402"/>
                      <a:pt x="729" y="1219"/>
                    </a:cubicBezTo>
                    <a:cubicBezTo>
                      <a:pt x="638" y="1024"/>
                      <a:pt x="586" y="815"/>
                      <a:pt x="716" y="633"/>
                    </a:cubicBezTo>
                    <a:cubicBezTo>
                      <a:pt x="808" y="495"/>
                      <a:pt x="959" y="435"/>
                      <a:pt x="1113" y="435"/>
                    </a:cubicBezTo>
                    <a:cubicBezTo>
                      <a:pt x="1177" y="435"/>
                      <a:pt x="1241" y="445"/>
                      <a:pt x="1301" y="464"/>
                    </a:cubicBezTo>
                    <a:cubicBezTo>
                      <a:pt x="1319" y="470"/>
                      <a:pt x="1337" y="473"/>
                      <a:pt x="1354" y="473"/>
                    </a:cubicBezTo>
                    <a:cubicBezTo>
                      <a:pt x="1534" y="473"/>
                      <a:pt x="1648" y="183"/>
                      <a:pt x="1457" y="100"/>
                    </a:cubicBezTo>
                    <a:cubicBezTo>
                      <a:pt x="1316" y="34"/>
                      <a:pt x="1165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50"/>
              <p:cNvSpPr/>
              <p:nvPr/>
            </p:nvSpPr>
            <p:spPr>
              <a:xfrm>
                <a:off x="4373594" y="1169149"/>
                <a:ext cx="45090" cy="18703"/>
              </a:xfrm>
              <a:custGeom>
                <a:avLst/>
                <a:gdLst/>
                <a:ahLst/>
                <a:cxnLst/>
                <a:rect l="l" t="t" r="r" b="b"/>
                <a:pathLst>
                  <a:path w="2312" h="959" extrusionOk="0">
                    <a:moveTo>
                      <a:pt x="2200" y="1"/>
                    </a:moveTo>
                    <a:cubicBezTo>
                      <a:pt x="2178" y="1"/>
                      <a:pt x="2156" y="9"/>
                      <a:pt x="2137" y="27"/>
                    </a:cubicBezTo>
                    <a:cubicBezTo>
                      <a:pt x="1916" y="274"/>
                      <a:pt x="1604" y="431"/>
                      <a:pt x="1266" y="444"/>
                    </a:cubicBezTo>
                    <a:cubicBezTo>
                      <a:pt x="1253" y="444"/>
                      <a:pt x="1241" y="444"/>
                      <a:pt x="1229" y="444"/>
                    </a:cubicBezTo>
                    <a:cubicBezTo>
                      <a:pt x="911" y="444"/>
                      <a:pt x="696" y="282"/>
                      <a:pt x="433" y="131"/>
                    </a:cubicBezTo>
                    <a:cubicBezTo>
                      <a:pt x="391" y="106"/>
                      <a:pt x="348" y="95"/>
                      <a:pt x="307" y="95"/>
                    </a:cubicBezTo>
                    <a:cubicBezTo>
                      <a:pt x="135" y="95"/>
                      <a:pt x="0" y="291"/>
                      <a:pt x="95" y="470"/>
                    </a:cubicBezTo>
                    <a:cubicBezTo>
                      <a:pt x="283" y="810"/>
                      <a:pt x="636" y="959"/>
                      <a:pt x="1007" y="959"/>
                    </a:cubicBezTo>
                    <a:cubicBezTo>
                      <a:pt x="1557" y="959"/>
                      <a:pt x="2146" y="631"/>
                      <a:pt x="2293" y="118"/>
                    </a:cubicBezTo>
                    <a:cubicBezTo>
                      <a:pt x="2312" y="53"/>
                      <a:pt x="2257" y="1"/>
                      <a:pt x="22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50"/>
              <p:cNvSpPr/>
              <p:nvPr/>
            </p:nvSpPr>
            <p:spPr>
              <a:xfrm>
                <a:off x="4407626" y="1145103"/>
                <a:ext cx="37113" cy="22428"/>
              </a:xfrm>
              <a:custGeom>
                <a:avLst/>
                <a:gdLst/>
                <a:ahLst/>
                <a:cxnLst/>
                <a:rect l="l" t="t" r="r" b="b"/>
                <a:pathLst>
                  <a:path w="1903" h="1150" extrusionOk="0">
                    <a:moveTo>
                      <a:pt x="775" y="1"/>
                    </a:moveTo>
                    <a:cubicBezTo>
                      <a:pt x="499" y="1"/>
                      <a:pt x="218" y="91"/>
                      <a:pt x="80" y="324"/>
                    </a:cubicBezTo>
                    <a:cubicBezTo>
                      <a:pt x="0" y="461"/>
                      <a:pt x="110" y="648"/>
                      <a:pt x="262" y="648"/>
                    </a:cubicBezTo>
                    <a:cubicBezTo>
                      <a:pt x="283" y="648"/>
                      <a:pt x="305" y="644"/>
                      <a:pt x="327" y="636"/>
                    </a:cubicBezTo>
                    <a:cubicBezTo>
                      <a:pt x="502" y="587"/>
                      <a:pt x="633" y="517"/>
                      <a:pt x="792" y="517"/>
                    </a:cubicBezTo>
                    <a:cubicBezTo>
                      <a:pt x="845" y="517"/>
                      <a:pt x="902" y="525"/>
                      <a:pt x="965" y="545"/>
                    </a:cubicBezTo>
                    <a:cubicBezTo>
                      <a:pt x="1199" y="610"/>
                      <a:pt x="1368" y="766"/>
                      <a:pt x="1446" y="1000"/>
                    </a:cubicBezTo>
                    <a:cubicBezTo>
                      <a:pt x="1481" y="1100"/>
                      <a:pt x="1581" y="1150"/>
                      <a:pt x="1676" y="1150"/>
                    </a:cubicBezTo>
                    <a:cubicBezTo>
                      <a:pt x="1792" y="1150"/>
                      <a:pt x="1902" y="1077"/>
                      <a:pt x="1888" y="935"/>
                    </a:cubicBezTo>
                    <a:cubicBezTo>
                      <a:pt x="1849" y="519"/>
                      <a:pt x="1563" y="207"/>
                      <a:pt x="1173" y="64"/>
                    </a:cubicBezTo>
                    <a:cubicBezTo>
                      <a:pt x="1054" y="24"/>
                      <a:pt x="915" y="1"/>
                      <a:pt x="7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50"/>
              <p:cNvSpPr/>
              <p:nvPr/>
            </p:nvSpPr>
            <p:spPr>
              <a:xfrm>
                <a:off x="4402906" y="1099252"/>
                <a:ext cx="48405" cy="25685"/>
              </a:xfrm>
              <a:custGeom>
                <a:avLst/>
                <a:gdLst/>
                <a:ahLst/>
                <a:cxnLst/>
                <a:rect l="l" t="t" r="r" b="b"/>
                <a:pathLst>
                  <a:path w="2482" h="1317" extrusionOk="0">
                    <a:moveTo>
                      <a:pt x="2187" y="1"/>
                    </a:moveTo>
                    <a:cubicBezTo>
                      <a:pt x="2063" y="1"/>
                      <a:pt x="1929" y="94"/>
                      <a:pt x="1922" y="242"/>
                    </a:cubicBezTo>
                    <a:cubicBezTo>
                      <a:pt x="1897" y="621"/>
                      <a:pt x="1651" y="730"/>
                      <a:pt x="1353" y="730"/>
                    </a:cubicBezTo>
                    <a:cubicBezTo>
                      <a:pt x="1039" y="730"/>
                      <a:pt x="667" y="608"/>
                      <a:pt x="439" y="554"/>
                    </a:cubicBezTo>
                    <a:cubicBezTo>
                      <a:pt x="422" y="551"/>
                      <a:pt x="405" y="549"/>
                      <a:pt x="388" y="549"/>
                    </a:cubicBezTo>
                    <a:cubicBezTo>
                      <a:pt x="144" y="549"/>
                      <a:pt x="0" y="889"/>
                      <a:pt x="244" y="1023"/>
                    </a:cubicBezTo>
                    <a:cubicBezTo>
                      <a:pt x="546" y="1187"/>
                      <a:pt x="918" y="1317"/>
                      <a:pt x="1278" y="1317"/>
                    </a:cubicBezTo>
                    <a:cubicBezTo>
                      <a:pt x="1460" y="1317"/>
                      <a:pt x="1639" y="1283"/>
                      <a:pt x="1805" y="1205"/>
                    </a:cubicBezTo>
                    <a:cubicBezTo>
                      <a:pt x="2208" y="1023"/>
                      <a:pt x="2481" y="619"/>
                      <a:pt x="2390" y="177"/>
                    </a:cubicBezTo>
                    <a:cubicBezTo>
                      <a:pt x="2368" y="54"/>
                      <a:pt x="2280" y="1"/>
                      <a:pt x="21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50"/>
              <p:cNvSpPr/>
              <p:nvPr/>
            </p:nvSpPr>
            <p:spPr>
              <a:xfrm>
                <a:off x="4643236" y="1190485"/>
                <a:ext cx="43764" cy="25977"/>
              </a:xfrm>
              <a:custGeom>
                <a:avLst/>
                <a:gdLst/>
                <a:ahLst/>
                <a:cxnLst/>
                <a:rect l="l" t="t" r="r" b="b"/>
                <a:pathLst>
                  <a:path w="2244" h="1332" extrusionOk="0">
                    <a:moveTo>
                      <a:pt x="1118" y="0"/>
                    </a:moveTo>
                    <a:cubicBezTo>
                      <a:pt x="817" y="0"/>
                      <a:pt x="507" y="93"/>
                      <a:pt x="240" y="195"/>
                    </a:cubicBezTo>
                    <a:cubicBezTo>
                      <a:pt x="0" y="303"/>
                      <a:pt x="59" y="632"/>
                      <a:pt x="293" y="632"/>
                    </a:cubicBezTo>
                    <a:cubicBezTo>
                      <a:pt x="313" y="632"/>
                      <a:pt x="334" y="629"/>
                      <a:pt x="357" y="624"/>
                    </a:cubicBezTo>
                    <a:cubicBezTo>
                      <a:pt x="571" y="576"/>
                      <a:pt x="792" y="505"/>
                      <a:pt x="1009" y="505"/>
                    </a:cubicBezTo>
                    <a:cubicBezTo>
                      <a:pt x="1083" y="505"/>
                      <a:pt x="1156" y="514"/>
                      <a:pt x="1228" y="533"/>
                    </a:cubicBezTo>
                    <a:cubicBezTo>
                      <a:pt x="1450" y="585"/>
                      <a:pt x="1684" y="780"/>
                      <a:pt x="1619" y="1028"/>
                    </a:cubicBezTo>
                    <a:cubicBezTo>
                      <a:pt x="1564" y="1214"/>
                      <a:pt x="1700" y="1331"/>
                      <a:pt x="1844" y="1331"/>
                    </a:cubicBezTo>
                    <a:cubicBezTo>
                      <a:pt x="1940" y="1331"/>
                      <a:pt x="2040" y="1278"/>
                      <a:pt x="2087" y="1158"/>
                    </a:cubicBezTo>
                    <a:cubicBezTo>
                      <a:pt x="2243" y="767"/>
                      <a:pt x="2022" y="351"/>
                      <a:pt x="1684" y="143"/>
                    </a:cubicBezTo>
                    <a:cubicBezTo>
                      <a:pt x="1509" y="40"/>
                      <a:pt x="1315" y="0"/>
                      <a:pt x="11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852;p50"/>
              <p:cNvSpPr/>
              <p:nvPr/>
            </p:nvSpPr>
            <p:spPr>
              <a:xfrm>
                <a:off x="4798729" y="1169344"/>
                <a:ext cx="50785" cy="18527"/>
              </a:xfrm>
              <a:custGeom>
                <a:avLst/>
                <a:gdLst/>
                <a:ahLst/>
                <a:cxnLst/>
                <a:rect l="l" t="t" r="r" b="b"/>
                <a:pathLst>
                  <a:path w="2604" h="950" extrusionOk="0">
                    <a:moveTo>
                      <a:pt x="299" y="0"/>
                    </a:moveTo>
                    <a:cubicBezTo>
                      <a:pt x="144" y="0"/>
                      <a:pt x="0" y="154"/>
                      <a:pt x="98" y="330"/>
                    </a:cubicBezTo>
                    <a:cubicBezTo>
                      <a:pt x="359" y="740"/>
                      <a:pt x="859" y="950"/>
                      <a:pt x="1357" y="950"/>
                    </a:cubicBezTo>
                    <a:cubicBezTo>
                      <a:pt x="1775" y="950"/>
                      <a:pt x="2192" y="801"/>
                      <a:pt x="2465" y="499"/>
                    </a:cubicBezTo>
                    <a:cubicBezTo>
                      <a:pt x="2603" y="350"/>
                      <a:pt x="2481" y="106"/>
                      <a:pt x="2312" y="106"/>
                    </a:cubicBezTo>
                    <a:cubicBezTo>
                      <a:pt x="2274" y="106"/>
                      <a:pt x="2233" y="119"/>
                      <a:pt x="2192" y="147"/>
                    </a:cubicBezTo>
                    <a:cubicBezTo>
                      <a:pt x="1916" y="334"/>
                      <a:pt x="1642" y="426"/>
                      <a:pt x="1372" y="426"/>
                    </a:cubicBezTo>
                    <a:cubicBezTo>
                      <a:pt x="1058" y="426"/>
                      <a:pt x="750" y="301"/>
                      <a:pt x="449" y="56"/>
                    </a:cubicBezTo>
                    <a:cubicBezTo>
                      <a:pt x="403" y="17"/>
                      <a:pt x="351" y="0"/>
                      <a:pt x="2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1853;p50"/>
              <p:cNvSpPr/>
              <p:nvPr/>
            </p:nvSpPr>
            <p:spPr>
              <a:xfrm>
                <a:off x="5075723" y="1065221"/>
                <a:ext cx="41794" cy="21862"/>
              </a:xfrm>
              <a:custGeom>
                <a:avLst/>
                <a:gdLst/>
                <a:ahLst/>
                <a:cxnLst/>
                <a:rect l="l" t="t" r="r" b="b"/>
                <a:pathLst>
                  <a:path w="2143" h="1121" extrusionOk="0">
                    <a:moveTo>
                      <a:pt x="1087" y="1"/>
                    </a:moveTo>
                    <a:cubicBezTo>
                      <a:pt x="614" y="1"/>
                      <a:pt x="1" y="405"/>
                      <a:pt x="61" y="921"/>
                    </a:cubicBezTo>
                    <a:cubicBezTo>
                      <a:pt x="77" y="1047"/>
                      <a:pt x="170" y="1121"/>
                      <a:pt x="269" y="1121"/>
                    </a:cubicBezTo>
                    <a:cubicBezTo>
                      <a:pt x="333" y="1121"/>
                      <a:pt x="400" y="1091"/>
                      <a:pt x="451" y="1025"/>
                    </a:cubicBezTo>
                    <a:cubicBezTo>
                      <a:pt x="607" y="816"/>
                      <a:pt x="685" y="595"/>
                      <a:pt x="971" y="543"/>
                    </a:cubicBezTo>
                    <a:cubicBezTo>
                      <a:pt x="997" y="537"/>
                      <a:pt x="1025" y="534"/>
                      <a:pt x="1054" y="534"/>
                    </a:cubicBezTo>
                    <a:cubicBezTo>
                      <a:pt x="1218" y="534"/>
                      <a:pt x="1415" y="628"/>
                      <a:pt x="1349" y="816"/>
                    </a:cubicBezTo>
                    <a:cubicBezTo>
                      <a:pt x="1297" y="940"/>
                      <a:pt x="1417" y="1048"/>
                      <a:pt x="1534" y="1048"/>
                    </a:cubicBezTo>
                    <a:cubicBezTo>
                      <a:pt x="1565" y="1048"/>
                      <a:pt x="1595" y="1041"/>
                      <a:pt x="1622" y="1025"/>
                    </a:cubicBezTo>
                    <a:cubicBezTo>
                      <a:pt x="2142" y="725"/>
                      <a:pt x="1635" y="75"/>
                      <a:pt x="1205" y="10"/>
                    </a:cubicBezTo>
                    <a:cubicBezTo>
                      <a:pt x="1167" y="4"/>
                      <a:pt x="1128" y="1"/>
                      <a:pt x="10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1854;p50"/>
              <p:cNvSpPr/>
              <p:nvPr/>
            </p:nvSpPr>
            <p:spPr>
              <a:xfrm>
                <a:off x="5046040" y="1100111"/>
                <a:ext cx="40370" cy="20302"/>
              </a:xfrm>
              <a:custGeom>
                <a:avLst/>
                <a:gdLst/>
                <a:ahLst/>
                <a:cxnLst/>
                <a:rect l="l" t="t" r="r" b="b"/>
                <a:pathLst>
                  <a:path w="2070" h="1041" extrusionOk="0">
                    <a:moveTo>
                      <a:pt x="261" y="1"/>
                    </a:moveTo>
                    <a:cubicBezTo>
                      <a:pt x="131" y="1"/>
                      <a:pt x="0" y="121"/>
                      <a:pt x="35" y="276"/>
                    </a:cubicBezTo>
                    <a:cubicBezTo>
                      <a:pt x="147" y="777"/>
                      <a:pt x="608" y="1040"/>
                      <a:pt x="1066" y="1040"/>
                    </a:cubicBezTo>
                    <a:cubicBezTo>
                      <a:pt x="1453" y="1040"/>
                      <a:pt x="1839" y="852"/>
                      <a:pt x="2012" y="458"/>
                    </a:cubicBezTo>
                    <a:cubicBezTo>
                      <a:pt x="2070" y="323"/>
                      <a:pt x="1949" y="153"/>
                      <a:pt x="1824" y="153"/>
                    </a:cubicBezTo>
                    <a:cubicBezTo>
                      <a:pt x="1781" y="153"/>
                      <a:pt x="1737" y="174"/>
                      <a:pt x="1700" y="224"/>
                    </a:cubicBezTo>
                    <a:cubicBezTo>
                      <a:pt x="1515" y="456"/>
                      <a:pt x="1298" y="569"/>
                      <a:pt x="1088" y="569"/>
                    </a:cubicBezTo>
                    <a:cubicBezTo>
                      <a:pt x="839" y="569"/>
                      <a:pt x="600" y="411"/>
                      <a:pt x="438" y="107"/>
                    </a:cubicBezTo>
                    <a:cubicBezTo>
                      <a:pt x="394" y="32"/>
                      <a:pt x="328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50"/>
              <p:cNvSpPr/>
              <p:nvPr/>
            </p:nvSpPr>
            <p:spPr>
              <a:xfrm>
                <a:off x="5165922" y="1057966"/>
                <a:ext cx="24651" cy="31126"/>
              </a:xfrm>
              <a:custGeom>
                <a:avLst/>
                <a:gdLst/>
                <a:ahLst/>
                <a:cxnLst/>
                <a:rect l="l" t="t" r="r" b="b"/>
                <a:pathLst>
                  <a:path w="1264" h="1596" extrusionOk="0">
                    <a:moveTo>
                      <a:pt x="397" y="1"/>
                    </a:moveTo>
                    <a:cubicBezTo>
                      <a:pt x="173" y="1"/>
                      <a:pt x="0" y="337"/>
                      <a:pt x="197" y="499"/>
                    </a:cubicBezTo>
                    <a:cubicBezTo>
                      <a:pt x="470" y="694"/>
                      <a:pt x="574" y="954"/>
                      <a:pt x="379" y="1253"/>
                    </a:cubicBezTo>
                    <a:cubicBezTo>
                      <a:pt x="271" y="1439"/>
                      <a:pt x="428" y="1596"/>
                      <a:pt x="596" y="1596"/>
                    </a:cubicBezTo>
                    <a:cubicBezTo>
                      <a:pt x="651" y="1596"/>
                      <a:pt x="708" y="1578"/>
                      <a:pt x="756" y="1540"/>
                    </a:cubicBezTo>
                    <a:cubicBezTo>
                      <a:pt x="1263" y="1123"/>
                      <a:pt x="1055" y="239"/>
                      <a:pt x="483" y="18"/>
                    </a:cubicBezTo>
                    <a:cubicBezTo>
                      <a:pt x="454" y="6"/>
                      <a:pt x="425" y="1"/>
                      <a:pt x="3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50"/>
              <p:cNvSpPr/>
              <p:nvPr/>
            </p:nvSpPr>
            <p:spPr>
              <a:xfrm>
                <a:off x="4979069" y="1311869"/>
                <a:ext cx="71945" cy="30502"/>
              </a:xfrm>
              <a:custGeom>
                <a:avLst/>
                <a:gdLst/>
                <a:ahLst/>
                <a:cxnLst/>
                <a:rect l="l" t="t" r="r" b="b"/>
                <a:pathLst>
                  <a:path w="3689" h="1564" extrusionOk="0">
                    <a:moveTo>
                      <a:pt x="3445" y="1"/>
                    </a:moveTo>
                    <a:cubicBezTo>
                      <a:pt x="3431" y="1"/>
                      <a:pt x="3418" y="3"/>
                      <a:pt x="3404" y="7"/>
                    </a:cubicBezTo>
                    <a:cubicBezTo>
                      <a:pt x="2324" y="345"/>
                      <a:pt x="1218" y="735"/>
                      <a:pt x="191" y="1191"/>
                    </a:cubicBezTo>
                    <a:cubicBezTo>
                      <a:pt x="1" y="1274"/>
                      <a:pt x="114" y="1563"/>
                      <a:pt x="294" y="1563"/>
                    </a:cubicBezTo>
                    <a:cubicBezTo>
                      <a:pt x="311" y="1563"/>
                      <a:pt x="329" y="1561"/>
                      <a:pt x="347" y="1555"/>
                    </a:cubicBezTo>
                    <a:cubicBezTo>
                      <a:pt x="1413" y="1230"/>
                      <a:pt x="2506" y="774"/>
                      <a:pt x="3534" y="319"/>
                    </a:cubicBezTo>
                    <a:cubicBezTo>
                      <a:pt x="3689" y="248"/>
                      <a:pt x="3592" y="1"/>
                      <a:pt x="34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50"/>
              <p:cNvSpPr/>
              <p:nvPr/>
            </p:nvSpPr>
            <p:spPr>
              <a:xfrm>
                <a:off x="4979069" y="1311206"/>
                <a:ext cx="44193" cy="16928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868" extrusionOk="0">
                    <a:moveTo>
                      <a:pt x="2111" y="0"/>
                    </a:moveTo>
                    <a:cubicBezTo>
                      <a:pt x="2104" y="0"/>
                      <a:pt x="2097" y="1"/>
                      <a:pt x="2090" y="2"/>
                    </a:cubicBezTo>
                    <a:cubicBezTo>
                      <a:pt x="1439" y="93"/>
                      <a:pt x="802" y="262"/>
                      <a:pt x="204" y="522"/>
                    </a:cubicBezTo>
                    <a:cubicBezTo>
                      <a:pt x="0" y="601"/>
                      <a:pt x="121" y="867"/>
                      <a:pt x="301" y="867"/>
                    </a:cubicBezTo>
                    <a:cubicBezTo>
                      <a:pt x="328" y="867"/>
                      <a:pt x="357" y="861"/>
                      <a:pt x="386" y="847"/>
                    </a:cubicBezTo>
                    <a:cubicBezTo>
                      <a:pt x="958" y="613"/>
                      <a:pt x="1530" y="418"/>
                      <a:pt x="2129" y="275"/>
                    </a:cubicBezTo>
                    <a:cubicBezTo>
                      <a:pt x="2265" y="238"/>
                      <a:pt x="2248" y="0"/>
                      <a:pt x="2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50"/>
              <p:cNvSpPr/>
              <p:nvPr/>
            </p:nvSpPr>
            <p:spPr>
              <a:xfrm>
                <a:off x="4291996" y="1208974"/>
                <a:ext cx="52247" cy="21726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1114" extrusionOk="0">
                    <a:moveTo>
                      <a:pt x="294" y="0"/>
                    </a:moveTo>
                    <a:cubicBezTo>
                      <a:pt x="133" y="0"/>
                      <a:pt x="1" y="222"/>
                      <a:pt x="142" y="353"/>
                    </a:cubicBezTo>
                    <a:cubicBezTo>
                      <a:pt x="716" y="843"/>
                      <a:pt x="1510" y="1114"/>
                      <a:pt x="2271" y="1114"/>
                    </a:cubicBezTo>
                    <a:cubicBezTo>
                      <a:pt x="2338" y="1114"/>
                      <a:pt x="2405" y="1111"/>
                      <a:pt x="2471" y="1107"/>
                    </a:cubicBezTo>
                    <a:cubicBezTo>
                      <a:pt x="2679" y="1094"/>
                      <a:pt x="2679" y="795"/>
                      <a:pt x="2471" y="782"/>
                    </a:cubicBezTo>
                    <a:cubicBezTo>
                      <a:pt x="1664" y="730"/>
                      <a:pt x="1053" y="470"/>
                      <a:pt x="389" y="28"/>
                    </a:cubicBezTo>
                    <a:cubicBezTo>
                      <a:pt x="358" y="9"/>
                      <a:pt x="325" y="0"/>
                      <a:pt x="2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50"/>
              <p:cNvSpPr/>
              <p:nvPr/>
            </p:nvSpPr>
            <p:spPr>
              <a:xfrm>
                <a:off x="4268124" y="1215117"/>
                <a:ext cx="50511" cy="20536"/>
              </a:xfrm>
              <a:custGeom>
                <a:avLst/>
                <a:gdLst/>
                <a:ahLst/>
                <a:cxnLst/>
                <a:rect l="l" t="t" r="r" b="b"/>
                <a:pathLst>
                  <a:path w="2590" h="1053" extrusionOk="0">
                    <a:moveTo>
                      <a:pt x="303" y="1"/>
                    </a:moveTo>
                    <a:cubicBezTo>
                      <a:pt x="104" y="1"/>
                      <a:pt x="0" y="289"/>
                      <a:pt x="196" y="441"/>
                    </a:cubicBezTo>
                    <a:cubicBezTo>
                      <a:pt x="794" y="896"/>
                      <a:pt x="1626" y="1052"/>
                      <a:pt x="2355" y="1052"/>
                    </a:cubicBezTo>
                    <a:cubicBezTo>
                      <a:pt x="2589" y="1039"/>
                      <a:pt x="2589" y="714"/>
                      <a:pt x="2355" y="701"/>
                    </a:cubicBezTo>
                    <a:cubicBezTo>
                      <a:pt x="1626" y="649"/>
                      <a:pt x="1067" y="389"/>
                      <a:pt x="430" y="38"/>
                    </a:cubicBezTo>
                    <a:cubicBezTo>
                      <a:pt x="385" y="12"/>
                      <a:pt x="342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61" name="Google Shape;1861;p50"/>
          <p:cNvGrpSpPr/>
          <p:nvPr/>
        </p:nvGrpSpPr>
        <p:grpSpPr>
          <a:xfrm>
            <a:off x="5931135" y="3681449"/>
            <a:ext cx="1109056" cy="927052"/>
            <a:chOff x="5931135" y="3349624"/>
            <a:chExt cx="1109056" cy="927052"/>
          </a:xfrm>
        </p:grpSpPr>
        <p:sp>
          <p:nvSpPr>
            <p:cNvPr id="1862" name="Google Shape;1862;p50"/>
            <p:cNvSpPr/>
            <p:nvPr/>
          </p:nvSpPr>
          <p:spPr>
            <a:xfrm>
              <a:off x="6418825" y="3349624"/>
              <a:ext cx="621367" cy="626586"/>
            </a:xfrm>
            <a:custGeom>
              <a:avLst/>
              <a:gdLst/>
              <a:ahLst/>
              <a:cxnLst/>
              <a:rect l="l" t="t" r="r" b="b"/>
              <a:pathLst>
                <a:path w="14245" h="14363" extrusionOk="0">
                  <a:moveTo>
                    <a:pt x="8222" y="1"/>
                  </a:moveTo>
                  <a:cubicBezTo>
                    <a:pt x="8167" y="1"/>
                    <a:pt x="8111" y="14"/>
                    <a:pt x="8059" y="55"/>
                  </a:cubicBezTo>
                  <a:cubicBezTo>
                    <a:pt x="8039" y="65"/>
                    <a:pt x="8009" y="75"/>
                    <a:pt x="7990" y="75"/>
                  </a:cubicBezTo>
                  <a:cubicBezTo>
                    <a:pt x="7870" y="82"/>
                    <a:pt x="7744" y="97"/>
                    <a:pt x="7622" y="97"/>
                  </a:cubicBezTo>
                  <a:cubicBezTo>
                    <a:pt x="7593" y="97"/>
                    <a:pt x="7565" y="96"/>
                    <a:pt x="7536" y="94"/>
                  </a:cubicBezTo>
                  <a:cubicBezTo>
                    <a:pt x="7484" y="91"/>
                    <a:pt x="7432" y="90"/>
                    <a:pt x="7379" y="90"/>
                  </a:cubicBezTo>
                  <a:cubicBezTo>
                    <a:pt x="7055" y="90"/>
                    <a:pt x="6726" y="136"/>
                    <a:pt x="6404" y="153"/>
                  </a:cubicBezTo>
                  <a:cubicBezTo>
                    <a:pt x="6374" y="153"/>
                    <a:pt x="6354" y="153"/>
                    <a:pt x="6325" y="163"/>
                  </a:cubicBezTo>
                  <a:cubicBezTo>
                    <a:pt x="6246" y="173"/>
                    <a:pt x="6167" y="193"/>
                    <a:pt x="6118" y="272"/>
                  </a:cubicBezTo>
                  <a:cubicBezTo>
                    <a:pt x="6101" y="306"/>
                    <a:pt x="6073" y="320"/>
                    <a:pt x="6040" y="320"/>
                  </a:cubicBezTo>
                  <a:cubicBezTo>
                    <a:pt x="6016" y="320"/>
                    <a:pt x="5989" y="313"/>
                    <a:pt x="5960" y="301"/>
                  </a:cubicBezTo>
                  <a:cubicBezTo>
                    <a:pt x="5928" y="293"/>
                    <a:pt x="5884" y="279"/>
                    <a:pt x="5847" y="279"/>
                  </a:cubicBezTo>
                  <a:cubicBezTo>
                    <a:pt x="5838" y="279"/>
                    <a:pt x="5830" y="280"/>
                    <a:pt x="5822" y="281"/>
                  </a:cubicBezTo>
                  <a:cubicBezTo>
                    <a:pt x="5606" y="331"/>
                    <a:pt x="5379" y="390"/>
                    <a:pt x="5162" y="449"/>
                  </a:cubicBezTo>
                  <a:cubicBezTo>
                    <a:pt x="5133" y="459"/>
                    <a:pt x="5113" y="478"/>
                    <a:pt x="5084" y="488"/>
                  </a:cubicBezTo>
                  <a:cubicBezTo>
                    <a:pt x="4936" y="577"/>
                    <a:pt x="4788" y="656"/>
                    <a:pt x="4640" y="744"/>
                  </a:cubicBezTo>
                  <a:cubicBezTo>
                    <a:pt x="4571" y="784"/>
                    <a:pt x="4522" y="833"/>
                    <a:pt x="4434" y="833"/>
                  </a:cubicBezTo>
                  <a:cubicBezTo>
                    <a:pt x="4404" y="813"/>
                    <a:pt x="4365" y="803"/>
                    <a:pt x="4325" y="784"/>
                  </a:cubicBezTo>
                  <a:cubicBezTo>
                    <a:pt x="4299" y="766"/>
                    <a:pt x="4273" y="759"/>
                    <a:pt x="4248" y="759"/>
                  </a:cubicBezTo>
                  <a:cubicBezTo>
                    <a:pt x="4216" y="759"/>
                    <a:pt x="4185" y="771"/>
                    <a:pt x="4158" y="794"/>
                  </a:cubicBezTo>
                  <a:cubicBezTo>
                    <a:pt x="4128" y="823"/>
                    <a:pt x="4099" y="843"/>
                    <a:pt x="4069" y="872"/>
                  </a:cubicBezTo>
                  <a:cubicBezTo>
                    <a:pt x="3971" y="961"/>
                    <a:pt x="3872" y="1050"/>
                    <a:pt x="3774" y="1129"/>
                  </a:cubicBezTo>
                  <a:cubicBezTo>
                    <a:pt x="3724" y="1168"/>
                    <a:pt x="3685" y="1197"/>
                    <a:pt x="3616" y="1207"/>
                  </a:cubicBezTo>
                  <a:cubicBezTo>
                    <a:pt x="3527" y="1217"/>
                    <a:pt x="3429" y="1247"/>
                    <a:pt x="3350" y="1296"/>
                  </a:cubicBezTo>
                  <a:cubicBezTo>
                    <a:pt x="3232" y="1375"/>
                    <a:pt x="3114" y="1463"/>
                    <a:pt x="3015" y="1562"/>
                  </a:cubicBezTo>
                  <a:cubicBezTo>
                    <a:pt x="2897" y="1670"/>
                    <a:pt x="2779" y="1759"/>
                    <a:pt x="2621" y="1798"/>
                  </a:cubicBezTo>
                  <a:cubicBezTo>
                    <a:pt x="2552" y="1818"/>
                    <a:pt x="2483" y="1857"/>
                    <a:pt x="2444" y="1917"/>
                  </a:cubicBezTo>
                  <a:cubicBezTo>
                    <a:pt x="2286" y="2153"/>
                    <a:pt x="2000" y="2291"/>
                    <a:pt x="1833" y="2517"/>
                  </a:cubicBezTo>
                  <a:cubicBezTo>
                    <a:pt x="1823" y="2537"/>
                    <a:pt x="1803" y="2547"/>
                    <a:pt x="1784" y="2547"/>
                  </a:cubicBezTo>
                  <a:cubicBezTo>
                    <a:pt x="1715" y="2567"/>
                    <a:pt x="1685" y="2626"/>
                    <a:pt x="1646" y="2685"/>
                  </a:cubicBezTo>
                  <a:cubicBezTo>
                    <a:pt x="1537" y="2882"/>
                    <a:pt x="1380" y="3059"/>
                    <a:pt x="1183" y="3197"/>
                  </a:cubicBezTo>
                  <a:cubicBezTo>
                    <a:pt x="1134" y="3227"/>
                    <a:pt x="1104" y="3266"/>
                    <a:pt x="1084" y="3315"/>
                  </a:cubicBezTo>
                  <a:cubicBezTo>
                    <a:pt x="1005" y="3453"/>
                    <a:pt x="927" y="3591"/>
                    <a:pt x="868" y="3739"/>
                  </a:cubicBezTo>
                  <a:cubicBezTo>
                    <a:pt x="789" y="3936"/>
                    <a:pt x="710" y="4133"/>
                    <a:pt x="779" y="4360"/>
                  </a:cubicBezTo>
                  <a:cubicBezTo>
                    <a:pt x="749" y="4399"/>
                    <a:pt x="710" y="4438"/>
                    <a:pt x="680" y="4488"/>
                  </a:cubicBezTo>
                  <a:cubicBezTo>
                    <a:pt x="562" y="4655"/>
                    <a:pt x="414" y="4813"/>
                    <a:pt x="483" y="5039"/>
                  </a:cubicBezTo>
                  <a:cubicBezTo>
                    <a:pt x="326" y="5128"/>
                    <a:pt x="326" y="5128"/>
                    <a:pt x="296" y="5286"/>
                  </a:cubicBezTo>
                  <a:cubicBezTo>
                    <a:pt x="296" y="5335"/>
                    <a:pt x="286" y="5384"/>
                    <a:pt x="276" y="5433"/>
                  </a:cubicBezTo>
                  <a:cubicBezTo>
                    <a:pt x="247" y="5611"/>
                    <a:pt x="217" y="5778"/>
                    <a:pt x="139" y="5946"/>
                  </a:cubicBezTo>
                  <a:cubicBezTo>
                    <a:pt x="79" y="6093"/>
                    <a:pt x="50" y="6241"/>
                    <a:pt x="11" y="6389"/>
                  </a:cubicBezTo>
                  <a:cubicBezTo>
                    <a:pt x="1" y="6418"/>
                    <a:pt x="1" y="6448"/>
                    <a:pt x="1" y="6477"/>
                  </a:cubicBezTo>
                  <a:cubicBezTo>
                    <a:pt x="30" y="6753"/>
                    <a:pt x="50" y="7029"/>
                    <a:pt x="30" y="7315"/>
                  </a:cubicBezTo>
                  <a:cubicBezTo>
                    <a:pt x="20" y="7482"/>
                    <a:pt x="40" y="7650"/>
                    <a:pt x="50" y="7817"/>
                  </a:cubicBezTo>
                  <a:cubicBezTo>
                    <a:pt x="50" y="7886"/>
                    <a:pt x="60" y="7965"/>
                    <a:pt x="70" y="8024"/>
                  </a:cubicBezTo>
                  <a:cubicBezTo>
                    <a:pt x="89" y="8142"/>
                    <a:pt x="99" y="8260"/>
                    <a:pt x="168" y="8359"/>
                  </a:cubicBezTo>
                  <a:cubicBezTo>
                    <a:pt x="237" y="8457"/>
                    <a:pt x="198" y="8595"/>
                    <a:pt x="267" y="8704"/>
                  </a:cubicBezTo>
                  <a:cubicBezTo>
                    <a:pt x="296" y="8743"/>
                    <a:pt x="296" y="8792"/>
                    <a:pt x="286" y="8842"/>
                  </a:cubicBezTo>
                  <a:cubicBezTo>
                    <a:pt x="286" y="8901"/>
                    <a:pt x="296" y="8960"/>
                    <a:pt x="306" y="9009"/>
                  </a:cubicBezTo>
                  <a:cubicBezTo>
                    <a:pt x="326" y="9078"/>
                    <a:pt x="355" y="9147"/>
                    <a:pt x="375" y="9216"/>
                  </a:cubicBezTo>
                  <a:cubicBezTo>
                    <a:pt x="385" y="9246"/>
                    <a:pt x="395" y="9295"/>
                    <a:pt x="375" y="9324"/>
                  </a:cubicBezTo>
                  <a:cubicBezTo>
                    <a:pt x="296" y="9423"/>
                    <a:pt x="355" y="9511"/>
                    <a:pt x="405" y="9610"/>
                  </a:cubicBezTo>
                  <a:cubicBezTo>
                    <a:pt x="474" y="9738"/>
                    <a:pt x="542" y="9866"/>
                    <a:pt x="592" y="10004"/>
                  </a:cubicBezTo>
                  <a:cubicBezTo>
                    <a:pt x="641" y="10162"/>
                    <a:pt x="700" y="10309"/>
                    <a:pt x="759" y="10467"/>
                  </a:cubicBezTo>
                  <a:cubicBezTo>
                    <a:pt x="789" y="10536"/>
                    <a:pt x="818" y="10595"/>
                    <a:pt x="868" y="10644"/>
                  </a:cubicBezTo>
                  <a:cubicBezTo>
                    <a:pt x="917" y="10694"/>
                    <a:pt x="966" y="10733"/>
                    <a:pt x="1005" y="10782"/>
                  </a:cubicBezTo>
                  <a:cubicBezTo>
                    <a:pt x="1104" y="10881"/>
                    <a:pt x="1193" y="10979"/>
                    <a:pt x="1271" y="11097"/>
                  </a:cubicBezTo>
                  <a:cubicBezTo>
                    <a:pt x="1360" y="11245"/>
                    <a:pt x="1478" y="11373"/>
                    <a:pt x="1587" y="11511"/>
                  </a:cubicBezTo>
                  <a:cubicBezTo>
                    <a:pt x="1636" y="11560"/>
                    <a:pt x="1675" y="11610"/>
                    <a:pt x="1725" y="11659"/>
                  </a:cubicBezTo>
                  <a:cubicBezTo>
                    <a:pt x="1892" y="11846"/>
                    <a:pt x="2050" y="12033"/>
                    <a:pt x="2237" y="12220"/>
                  </a:cubicBezTo>
                  <a:cubicBezTo>
                    <a:pt x="2414" y="12388"/>
                    <a:pt x="2601" y="12555"/>
                    <a:pt x="2838" y="12654"/>
                  </a:cubicBezTo>
                  <a:cubicBezTo>
                    <a:pt x="2877" y="12664"/>
                    <a:pt x="2897" y="12703"/>
                    <a:pt x="2926" y="12733"/>
                  </a:cubicBezTo>
                  <a:cubicBezTo>
                    <a:pt x="3015" y="12831"/>
                    <a:pt x="3104" y="12940"/>
                    <a:pt x="3202" y="13038"/>
                  </a:cubicBezTo>
                  <a:cubicBezTo>
                    <a:pt x="3251" y="13087"/>
                    <a:pt x="3311" y="13137"/>
                    <a:pt x="3409" y="13137"/>
                  </a:cubicBezTo>
                  <a:cubicBezTo>
                    <a:pt x="3414" y="13135"/>
                    <a:pt x="3420" y="13135"/>
                    <a:pt x="3426" y="13135"/>
                  </a:cubicBezTo>
                  <a:cubicBezTo>
                    <a:pt x="3462" y="13135"/>
                    <a:pt x="3503" y="13159"/>
                    <a:pt x="3537" y="13176"/>
                  </a:cubicBezTo>
                  <a:cubicBezTo>
                    <a:pt x="3614" y="13228"/>
                    <a:pt x="3692" y="13257"/>
                    <a:pt x="3789" y="13257"/>
                  </a:cubicBezTo>
                  <a:cubicBezTo>
                    <a:pt x="3803" y="13257"/>
                    <a:pt x="3818" y="13256"/>
                    <a:pt x="3833" y="13255"/>
                  </a:cubicBezTo>
                  <a:cubicBezTo>
                    <a:pt x="3862" y="13284"/>
                    <a:pt x="3882" y="13324"/>
                    <a:pt x="3911" y="13343"/>
                  </a:cubicBezTo>
                  <a:cubicBezTo>
                    <a:pt x="4000" y="13412"/>
                    <a:pt x="4089" y="13481"/>
                    <a:pt x="4177" y="13550"/>
                  </a:cubicBezTo>
                  <a:cubicBezTo>
                    <a:pt x="4219" y="13578"/>
                    <a:pt x="4266" y="13606"/>
                    <a:pt x="4318" y="13606"/>
                  </a:cubicBezTo>
                  <a:cubicBezTo>
                    <a:pt x="4339" y="13606"/>
                    <a:pt x="4361" y="13601"/>
                    <a:pt x="4384" y="13590"/>
                  </a:cubicBezTo>
                  <a:cubicBezTo>
                    <a:pt x="4398" y="13584"/>
                    <a:pt x="4413" y="13582"/>
                    <a:pt x="4427" y="13582"/>
                  </a:cubicBezTo>
                  <a:cubicBezTo>
                    <a:pt x="4466" y="13582"/>
                    <a:pt x="4506" y="13598"/>
                    <a:pt x="4542" y="13619"/>
                  </a:cubicBezTo>
                  <a:cubicBezTo>
                    <a:pt x="4680" y="13698"/>
                    <a:pt x="4828" y="13777"/>
                    <a:pt x="4975" y="13856"/>
                  </a:cubicBezTo>
                  <a:cubicBezTo>
                    <a:pt x="5005" y="13875"/>
                    <a:pt x="5044" y="13885"/>
                    <a:pt x="5054" y="13915"/>
                  </a:cubicBezTo>
                  <a:cubicBezTo>
                    <a:pt x="5094" y="14003"/>
                    <a:pt x="5182" y="14023"/>
                    <a:pt x="5271" y="14033"/>
                  </a:cubicBezTo>
                  <a:cubicBezTo>
                    <a:pt x="5497" y="14053"/>
                    <a:pt x="5714" y="14102"/>
                    <a:pt x="5921" y="14181"/>
                  </a:cubicBezTo>
                  <a:cubicBezTo>
                    <a:pt x="5990" y="14200"/>
                    <a:pt x="6069" y="14210"/>
                    <a:pt x="6138" y="14220"/>
                  </a:cubicBezTo>
                  <a:cubicBezTo>
                    <a:pt x="6167" y="14230"/>
                    <a:pt x="6207" y="14230"/>
                    <a:pt x="6236" y="14240"/>
                  </a:cubicBezTo>
                  <a:cubicBezTo>
                    <a:pt x="6523" y="14301"/>
                    <a:pt x="6810" y="14361"/>
                    <a:pt x="7103" y="14361"/>
                  </a:cubicBezTo>
                  <a:cubicBezTo>
                    <a:pt x="7142" y="14361"/>
                    <a:pt x="7182" y="14360"/>
                    <a:pt x="7221" y="14358"/>
                  </a:cubicBezTo>
                  <a:cubicBezTo>
                    <a:pt x="7274" y="14358"/>
                    <a:pt x="7322" y="14362"/>
                    <a:pt x="7372" y="14362"/>
                  </a:cubicBezTo>
                  <a:cubicBezTo>
                    <a:pt x="7396" y="14362"/>
                    <a:pt x="7422" y="14361"/>
                    <a:pt x="7448" y="14358"/>
                  </a:cubicBezTo>
                  <a:cubicBezTo>
                    <a:pt x="7586" y="14328"/>
                    <a:pt x="7734" y="14289"/>
                    <a:pt x="7871" y="14250"/>
                  </a:cubicBezTo>
                  <a:cubicBezTo>
                    <a:pt x="7950" y="14230"/>
                    <a:pt x="8019" y="14200"/>
                    <a:pt x="8088" y="14200"/>
                  </a:cubicBezTo>
                  <a:cubicBezTo>
                    <a:pt x="8192" y="14196"/>
                    <a:pt x="8295" y="14196"/>
                    <a:pt x="8397" y="14196"/>
                  </a:cubicBezTo>
                  <a:cubicBezTo>
                    <a:pt x="8499" y="14196"/>
                    <a:pt x="8600" y="14196"/>
                    <a:pt x="8699" y="14191"/>
                  </a:cubicBezTo>
                  <a:cubicBezTo>
                    <a:pt x="8768" y="14191"/>
                    <a:pt x="8837" y="14191"/>
                    <a:pt x="8896" y="14240"/>
                  </a:cubicBezTo>
                  <a:cubicBezTo>
                    <a:pt x="8922" y="14261"/>
                    <a:pt x="8952" y="14271"/>
                    <a:pt x="8982" y="14271"/>
                  </a:cubicBezTo>
                  <a:cubicBezTo>
                    <a:pt x="9008" y="14271"/>
                    <a:pt x="9036" y="14263"/>
                    <a:pt x="9063" y="14250"/>
                  </a:cubicBezTo>
                  <a:cubicBezTo>
                    <a:pt x="9093" y="14240"/>
                    <a:pt x="9113" y="14230"/>
                    <a:pt x="9142" y="14220"/>
                  </a:cubicBezTo>
                  <a:cubicBezTo>
                    <a:pt x="9379" y="14112"/>
                    <a:pt x="9615" y="14003"/>
                    <a:pt x="9881" y="13974"/>
                  </a:cubicBezTo>
                  <a:cubicBezTo>
                    <a:pt x="9930" y="13964"/>
                    <a:pt x="9999" y="13944"/>
                    <a:pt x="10029" y="13915"/>
                  </a:cubicBezTo>
                  <a:cubicBezTo>
                    <a:pt x="10098" y="13816"/>
                    <a:pt x="10196" y="13787"/>
                    <a:pt x="10305" y="13767"/>
                  </a:cubicBezTo>
                  <a:cubicBezTo>
                    <a:pt x="10433" y="13737"/>
                    <a:pt x="10541" y="13678"/>
                    <a:pt x="10649" y="13619"/>
                  </a:cubicBezTo>
                  <a:cubicBezTo>
                    <a:pt x="10689" y="13600"/>
                    <a:pt x="10728" y="13560"/>
                    <a:pt x="10768" y="13540"/>
                  </a:cubicBezTo>
                  <a:cubicBezTo>
                    <a:pt x="10836" y="13511"/>
                    <a:pt x="10886" y="13462"/>
                    <a:pt x="10905" y="13393"/>
                  </a:cubicBezTo>
                  <a:cubicBezTo>
                    <a:pt x="10915" y="13353"/>
                    <a:pt x="10945" y="13314"/>
                    <a:pt x="10974" y="13274"/>
                  </a:cubicBezTo>
                  <a:cubicBezTo>
                    <a:pt x="11142" y="13117"/>
                    <a:pt x="11309" y="12940"/>
                    <a:pt x="11536" y="12841"/>
                  </a:cubicBezTo>
                  <a:cubicBezTo>
                    <a:pt x="11575" y="12821"/>
                    <a:pt x="11605" y="12782"/>
                    <a:pt x="11634" y="12752"/>
                  </a:cubicBezTo>
                  <a:cubicBezTo>
                    <a:pt x="11733" y="12624"/>
                    <a:pt x="11831" y="12496"/>
                    <a:pt x="11930" y="12368"/>
                  </a:cubicBezTo>
                  <a:cubicBezTo>
                    <a:pt x="11979" y="12309"/>
                    <a:pt x="12009" y="12230"/>
                    <a:pt x="12058" y="12171"/>
                  </a:cubicBezTo>
                  <a:cubicBezTo>
                    <a:pt x="12107" y="12112"/>
                    <a:pt x="12186" y="12073"/>
                    <a:pt x="12245" y="12004"/>
                  </a:cubicBezTo>
                  <a:cubicBezTo>
                    <a:pt x="12432" y="11797"/>
                    <a:pt x="12639" y="11590"/>
                    <a:pt x="12787" y="11344"/>
                  </a:cubicBezTo>
                  <a:cubicBezTo>
                    <a:pt x="12826" y="11275"/>
                    <a:pt x="12866" y="11216"/>
                    <a:pt x="12905" y="11147"/>
                  </a:cubicBezTo>
                  <a:cubicBezTo>
                    <a:pt x="12935" y="11088"/>
                    <a:pt x="12974" y="11038"/>
                    <a:pt x="13043" y="11019"/>
                  </a:cubicBezTo>
                  <a:cubicBezTo>
                    <a:pt x="13102" y="10989"/>
                    <a:pt x="13142" y="10950"/>
                    <a:pt x="13171" y="10891"/>
                  </a:cubicBezTo>
                  <a:cubicBezTo>
                    <a:pt x="13211" y="10831"/>
                    <a:pt x="13250" y="10763"/>
                    <a:pt x="13299" y="10703"/>
                  </a:cubicBezTo>
                  <a:cubicBezTo>
                    <a:pt x="13526" y="10378"/>
                    <a:pt x="13683" y="10024"/>
                    <a:pt x="13792" y="9649"/>
                  </a:cubicBezTo>
                  <a:cubicBezTo>
                    <a:pt x="13821" y="9521"/>
                    <a:pt x="13851" y="9383"/>
                    <a:pt x="13920" y="9265"/>
                  </a:cubicBezTo>
                  <a:cubicBezTo>
                    <a:pt x="14058" y="9009"/>
                    <a:pt x="14117" y="8733"/>
                    <a:pt x="14156" y="8448"/>
                  </a:cubicBezTo>
                  <a:cubicBezTo>
                    <a:pt x="14166" y="8398"/>
                    <a:pt x="14176" y="8329"/>
                    <a:pt x="14156" y="8280"/>
                  </a:cubicBezTo>
                  <a:cubicBezTo>
                    <a:pt x="14117" y="8201"/>
                    <a:pt x="14136" y="8132"/>
                    <a:pt x="14156" y="8063"/>
                  </a:cubicBezTo>
                  <a:cubicBezTo>
                    <a:pt x="14186" y="7975"/>
                    <a:pt x="14205" y="7886"/>
                    <a:pt x="14176" y="7788"/>
                  </a:cubicBezTo>
                  <a:cubicBezTo>
                    <a:pt x="14107" y="7738"/>
                    <a:pt x="14028" y="7679"/>
                    <a:pt x="13949" y="7610"/>
                  </a:cubicBezTo>
                  <a:cubicBezTo>
                    <a:pt x="13930" y="7532"/>
                    <a:pt x="13930" y="7443"/>
                    <a:pt x="13949" y="7354"/>
                  </a:cubicBezTo>
                  <a:cubicBezTo>
                    <a:pt x="14048" y="7295"/>
                    <a:pt x="14038" y="7177"/>
                    <a:pt x="14107" y="7098"/>
                  </a:cubicBezTo>
                  <a:cubicBezTo>
                    <a:pt x="14146" y="7049"/>
                    <a:pt x="14156" y="7000"/>
                    <a:pt x="14156" y="6940"/>
                  </a:cubicBezTo>
                  <a:cubicBezTo>
                    <a:pt x="14136" y="6734"/>
                    <a:pt x="14166" y="6527"/>
                    <a:pt x="14196" y="6320"/>
                  </a:cubicBezTo>
                  <a:cubicBezTo>
                    <a:pt x="14225" y="6123"/>
                    <a:pt x="14245" y="5926"/>
                    <a:pt x="14225" y="5729"/>
                  </a:cubicBezTo>
                  <a:cubicBezTo>
                    <a:pt x="14225" y="5650"/>
                    <a:pt x="14215" y="5561"/>
                    <a:pt x="14186" y="5492"/>
                  </a:cubicBezTo>
                  <a:cubicBezTo>
                    <a:pt x="14146" y="5404"/>
                    <a:pt x="14136" y="5325"/>
                    <a:pt x="14136" y="5236"/>
                  </a:cubicBezTo>
                  <a:cubicBezTo>
                    <a:pt x="14136" y="5049"/>
                    <a:pt x="14127" y="5029"/>
                    <a:pt x="13989" y="4901"/>
                  </a:cubicBezTo>
                  <a:cubicBezTo>
                    <a:pt x="14008" y="4852"/>
                    <a:pt x="14038" y="4793"/>
                    <a:pt x="14028" y="4744"/>
                  </a:cubicBezTo>
                  <a:cubicBezTo>
                    <a:pt x="13989" y="4557"/>
                    <a:pt x="13959" y="4369"/>
                    <a:pt x="13910" y="4182"/>
                  </a:cubicBezTo>
                  <a:cubicBezTo>
                    <a:pt x="13841" y="3936"/>
                    <a:pt x="13772" y="3700"/>
                    <a:pt x="13703" y="3453"/>
                  </a:cubicBezTo>
                  <a:cubicBezTo>
                    <a:pt x="13634" y="3227"/>
                    <a:pt x="13536" y="3010"/>
                    <a:pt x="13378" y="2833"/>
                  </a:cubicBezTo>
                  <a:cubicBezTo>
                    <a:pt x="13348" y="2823"/>
                    <a:pt x="13329" y="2823"/>
                    <a:pt x="13309" y="2823"/>
                  </a:cubicBezTo>
                  <a:cubicBezTo>
                    <a:pt x="13300" y="2824"/>
                    <a:pt x="13291" y="2824"/>
                    <a:pt x="13282" y="2824"/>
                  </a:cubicBezTo>
                  <a:cubicBezTo>
                    <a:pt x="13170" y="2824"/>
                    <a:pt x="13097" y="2767"/>
                    <a:pt x="13033" y="2685"/>
                  </a:cubicBezTo>
                  <a:cubicBezTo>
                    <a:pt x="12994" y="2636"/>
                    <a:pt x="12964" y="2577"/>
                    <a:pt x="13004" y="2517"/>
                  </a:cubicBezTo>
                  <a:cubicBezTo>
                    <a:pt x="13043" y="2449"/>
                    <a:pt x="13023" y="2389"/>
                    <a:pt x="12974" y="2340"/>
                  </a:cubicBezTo>
                  <a:cubicBezTo>
                    <a:pt x="12807" y="2192"/>
                    <a:pt x="12639" y="2045"/>
                    <a:pt x="12472" y="1897"/>
                  </a:cubicBezTo>
                  <a:cubicBezTo>
                    <a:pt x="12442" y="1867"/>
                    <a:pt x="12383" y="1848"/>
                    <a:pt x="12363" y="1808"/>
                  </a:cubicBezTo>
                  <a:cubicBezTo>
                    <a:pt x="12294" y="1680"/>
                    <a:pt x="12166" y="1601"/>
                    <a:pt x="12058" y="1513"/>
                  </a:cubicBezTo>
                  <a:cubicBezTo>
                    <a:pt x="11959" y="1444"/>
                    <a:pt x="11891" y="1365"/>
                    <a:pt x="11910" y="1247"/>
                  </a:cubicBezTo>
                  <a:cubicBezTo>
                    <a:pt x="11910" y="1148"/>
                    <a:pt x="11861" y="1099"/>
                    <a:pt x="11782" y="1069"/>
                  </a:cubicBezTo>
                  <a:cubicBezTo>
                    <a:pt x="11546" y="1010"/>
                    <a:pt x="11319" y="912"/>
                    <a:pt x="11083" y="872"/>
                  </a:cubicBezTo>
                  <a:cubicBezTo>
                    <a:pt x="11024" y="853"/>
                    <a:pt x="10965" y="843"/>
                    <a:pt x="10925" y="784"/>
                  </a:cubicBezTo>
                  <a:cubicBezTo>
                    <a:pt x="10866" y="695"/>
                    <a:pt x="10768" y="636"/>
                    <a:pt x="10649" y="606"/>
                  </a:cubicBezTo>
                  <a:cubicBezTo>
                    <a:pt x="10511" y="577"/>
                    <a:pt x="10373" y="538"/>
                    <a:pt x="10245" y="488"/>
                  </a:cubicBezTo>
                  <a:cubicBezTo>
                    <a:pt x="10039" y="409"/>
                    <a:pt x="9822" y="380"/>
                    <a:pt x="9605" y="380"/>
                  </a:cubicBezTo>
                  <a:cubicBezTo>
                    <a:pt x="9428" y="380"/>
                    <a:pt x="9270" y="340"/>
                    <a:pt x="9122" y="272"/>
                  </a:cubicBezTo>
                  <a:cubicBezTo>
                    <a:pt x="9063" y="242"/>
                    <a:pt x="9004" y="222"/>
                    <a:pt x="8955" y="193"/>
                  </a:cubicBezTo>
                  <a:cubicBezTo>
                    <a:pt x="8758" y="94"/>
                    <a:pt x="8551" y="55"/>
                    <a:pt x="8334" y="15"/>
                  </a:cubicBezTo>
                  <a:cubicBezTo>
                    <a:pt x="8298" y="7"/>
                    <a:pt x="8260" y="1"/>
                    <a:pt x="82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63" name="Google Shape;1863;p50"/>
            <p:cNvGrpSpPr/>
            <p:nvPr/>
          </p:nvGrpSpPr>
          <p:grpSpPr>
            <a:xfrm>
              <a:off x="5931135" y="3444283"/>
              <a:ext cx="1048730" cy="832393"/>
              <a:chOff x="2701060" y="3071326"/>
              <a:chExt cx="1319988" cy="1047694"/>
            </a:xfrm>
          </p:grpSpPr>
          <p:sp>
            <p:nvSpPr>
              <p:cNvPr id="1864" name="Google Shape;1864;p50"/>
              <p:cNvSpPr/>
              <p:nvPr/>
            </p:nvSpPr>
            <p:spPr>
              <a:xfrm>
                <a:off x="2701060" y="3071326"/>
                <a:ext cx="1319988" cy="1047694"/>
              </a:xfrm>
              <a:custGeom>
                <a:avLst/>
                <a:gdLst/>
                <a:ahLst/>
                <a:cxnLst/>
                <a:rect l="l" t="t" r="r" b="b"/>
                <a:pathLst>
                  <a:path w="67683" h="53721" extrusionOk="0">
                    <a:moveTo>
                      <a:pt x="9796" y="6441"/>
                    </a:moveTo>
                    <a:cubicBezTo>
                      <a:pt x="10095" y="6623"/>
                      <a:pt x="10407" y="6793"/>
                      <a:pt x="10706" y="6962"/>
                    </a:cubicBezTo>
                    <a:cubicBezTo>
                      <a:pt x="9926" y="7885"/>
                      <a:pt x="9262" y="9004"/>
                      <a:pt x="8885" y="10123"/>
                    </a:cubicBezTo>
                    <a:cubicBezTo>
                      <a:pt x="8638" y="9928"/>
                      <a:pt x="8378" y="9732"/>
                      <a:pt x="8118" y="9563"/>
                    </a:cubicBezTo>
                    <a:cubicBezTo>
                      <a:pt x="8131" y="9550"/>
                      <a:pt x="8144" y="9550"/>
                      <a:pt x="8157" y="9537"/>
                    </a:cubicBezTo>
                    <a:cubicBezTo>
                      <a:pt x="8963" y="8796"/>
                      <a:pt x="9601" y="7573"/>
                      <a:pt x="9796" y="6441"/>
                    </a:cubicBezTo>
                    <a:close/>
                    <a:moveTo>
                      <a:pt x="12593" y="16276"/>
                    </a:moveTo>
                    <a:cubicBezTo>
                      <a:pt x="12606" y="16718"/>
                      <a:pt x="12762" y="17160"/>
                      <a:pt x="12983" y="17550"/>
                    </a:cubicBezTo>
                    <a:cubicBezTo>
                      <a:pt x="12619" y="17342"/>
                      <a:pt x="12254" y="17095"/>
                      <a:pt x="11890" y="16835"/>
                    </a:cubicBezTo>
                    <a:cubicBezTo>
                      <a:pt x="12137" y="16666"/>
                      <a:pt x="12384" y="16484"/>
                      <a:pt x="12593" y="16276"/>
                    </a:cubicBezTo>
                    <a:close/>
                    <a:moveTo>
                      <a:pt x="18589" y="18409"/>
                    </a:moveTo>
                    <a:cubicBezTo>
                      <a:pt x="18641" y="18669"/>
                      <a:pt x="18758" y="18916"/>
                      <a:pt x="18941" y="19111"/>
                    </a:cubicBezTo>
                    <a:cubicBezTo>
                      <a:pt x="18781" y="19118"/>
                      <a:pt x="18623" y="19121"/>
                      <a:pt x="18468" y="19121"/>
                    </a:cubicBezTo>
                    <a:cubicBezTo>
                      <a:pt x="18000" y="19121"/>
                      <a:pt x="17549" y="19092"/>
                      <a:pt x="17119" y="19033"/>
                    </a:cubicBezTo>
                    <a:cubicBezTo>
                      <a:pt x="17653" y="18916"/>
                      <a:pt x="18173" y="18708"/>
                      <a:pt x="18589" y="18409"/>
                    </a:cubicBezTo>
                    <a:close/>
                    <a:moveTo>
                      <a:pt x="5555" y="14741"/>
                    </a:moveTo>
                    <a:cubicBezTo>
                      <a:pt x="5373" y="16484"/>
                      <a:pt x="6010" y="17863"/>
                      <a:pt x="7129" y="18942"/>
                    </a:cubicBezTo>
                    <a:cubicBezTo>
                      <a:pt x="6449" y="18787"/>
                      <a:pt x="5749" y="18719"/>
                      <a:pt x="5044" y="18719"/>
                    </a:cubicBezTo>
                    <a:cubicBezTo>
                      <a:pt x="3794" y="18719"/>
                      <a:pt x="2530" y="18935"/>
                      <a:pt x="1340" y="19267"/>
                    </a:cubicBezTo>
                    <a:cubicBezTo>
                      <a:pt x="2316" y="17446"/>
                      <a:pt x="3682" y="15638"/>
                      <a:pt x="5555" y="14741"/>
                    </a:cubicBezTo>
                    <a:close/>
                    <a:moveTo>
                      <a:pt x="11474" y="17095"/>
                    </a:moveTo>
                    <a:cubicBezTo>
                      <a:pt x="13039" y="18692"/>
                      <a:pt x="15396" y="19515"/>
                      <a:pt x="17663" y="19515"/>
                    </a:cubicBezTo>
                    <a:cubicBezTo>
                      <a:pt x="18184" y="19515"/>
                      <a:pt x="18700" y="19472"/>
                      <a:pt x="19201" y="19385"/>
                    </a:cubicBezTo>
                    <a:cubicBezTo>
                      <a:pt x="19396" y="19541"/>
                      <a:pt x="19630" y="19658"/>
                      <a:pt x="19877" y="19736"/>
                    </a:cubicBezTo>
                    <a:cubicBezTo>
                      <a:pt x="19263" y="19814"/>
                      <a:pt x="18654" y="19853"/>
                      <a:pt x="18052" y="19853"/>
                    </a:cubicBezTo>
                    <a:cubicBezTo>
                      <a:pt x="15340" y="19853"/>
                      <a:pt x="12767" y="19063"/>
                      <a:pt x="10446" y="17498"/>
                    </a:cubicBezTo>
                    <a:cubicBezTo>
                      <a:pt x="10797" y="17407"/>
                      <a:pt x="11136" y="17264"/>
                      <a:pt x="11474" y="17095"/>
                    </a:cubicBezTo>
                    <a:close/>
                    <a:moveTo>
                      <a:pt x="7519" y="13713"/>
                    </a:moveTo>
                    <a:cubicBezTo>
                      <a:pt x="6505" y="14819"/>
                      <a:pt x="6804" y="16679"/>
                      <a:pt x="8222" y="17368"/>
                    </a:cubicBezTo>
                    <a:cubicBezTo>
                      <a:pt x="8598" y="17556"/>
                      <a:pt x="9022" y="17636"/>
                      <a:pt x="9454" y="17636"/>
                    </a:cubicBezTo>
                    <a:cubicBezTo>
                      <a:pt x="9619" y="17636"/>
                      <a:pt x="9786" y="17624"/>
                      <a:pt x="9952" y="17602"/>
                    </a:cubicBezTo>
                    <a:lnTo>
                      <a:pt x="9952" y="17602"/>
                    </a:lnTo>
                    <a:cubicBezTo>
                      <a:pt x="9926" y="17719"/>
                      <a:pt x="9939" y="17850"/>
                      <a:pt x="10069" y="17941"/>
                    </a:cubicBezTo>
                    <a:cubicBezTo>
                      <a:pt x="12280" y="19549"/>
                      <a:pt x="14879" y="20389"/>
                      <a:pt x="17543" y="20389"/>
                    </a:cubicBezTo>
                    <a:cubicBezTo>
                      <a:pt x="18500" y="20389"/>
                      <a:pt x="19465" y="20281"/>
                      <a:pt x="20423" y="20061"/>
                    </a:cubicBezTo>
                    <a:cubicBezTo>
                      <a:pt x="20554" y="20022"/>
                      <a:pt x="20580" y="19918"/>
                      <a:pt x="20554" y="19814"/>
                    </a:cubicBezTo>
                    <a:cubicBezTo>
                      <a:pt x="20645" y="19814"/>
                      <a:pt x="20736" y="19814"/>
                      <a:pt x="20840" y="19788"/>
                    </a:cubicBezTo>
                    <a:cubicBezTo>
                      <a:pt x="20853" y="20360"/>
                      <a:pt x="21048" y="20880"/>
                      <a:pt x="21373" y="21336"/>
                    </a:cubicBezTo>
                    <a:cubicBezTo>
                      <a:pt x="20113" y="21554"/>
                      <a:pt x="18844" y="21679"/>
                      <a:pt x="17577" y="21679"/>
                    </a:cubicBezTo>
                    <a:cubicBezTo>
                      <a:pt x="15979" y="21679"/>
                      <a:pt x="14387" y="21481"/>
                      <a:pt x="12827" y="21024"/>
                    </a:cubicBezTo>
                    <a:cubicBezTo>
                      <a:pt x="9757" y="20139"/>
                      <a:pt x="5802" y="17993"/>
                      <a:pt x="6245" y="14389"/>
                    </a:cubicBezTo>
                    <a:cubicBezTo>
                      <a:pt x="6323" y="14298"/>
                      <a:pt x="6336" y="14168"/>
                      <a:pt x="6310" y="14051"/>
                    </a:cubicBezTo>
                    <a:cubicBezTo>
                      <a:pt x="6310" y="13999"/>
                      <a:pt x="6323" y="13960"/>
                      <a:pt x="6336" y="13908"/>
                    </a:cubicBezTo>
                    <a:cubicBezTo>
                      <a:pt x="6425" y="13920"/>
                      <a:pt x="6515" y="13925"/>
                      <a:pt x="6604" y="13925"/>
                    </a:cubicBezTo>
                    <a:cubicBezTo>
                      <a:pt x="6917" y="13925"/>
                      <a:pt x="7226" y="13855"/>
                      <a:pt x="7519" y="13713"/>
                    </a:cubicBezTo>
                    <a:close/>
                    <a:moveTo>
                      <a:pt x="10436" y="3761"/>
                    </a:moveTo>
                    <a:cubicBezTo>
                      <a:pt x="11208" y="3761"/>
                      <a:pt x="11948" y="4050"/>
                      <a:pt x="12358" y="4698"/>
                    </a:cubicBezTo>
                    <a:cubicBezTo>
                      <a:pt x="11344" y="4893"/>
                      <a:pt x="10316" y="5088"/>
                      <a:pt x="9301" y="5297"/>
                    </a:cubicBezTo>
                    <a:cubicBezTo>
                      <a:pt x="8937" y="5375"/>
                      <a:pt x="8950" y="5778"/>
                      <a:pt x="9158" y="5973"/>
                    </a:cubicBezTo>
                    <a:cubicBezTo>
                      <a:pt x="9184" y="6012"/>
                      <a:pt x="9210" y="6051"/>
                      <a:pt x="9236" y="6090"/>
                    </a:cubicBezTo>
                    <a:cubicBezTo>
                      <a:pt x="9041" y="6636"/>
                      <a:pt x="8859" y="7183"/>
                      <a:pt x="8586" y="7703"/>
                    </a:cubicBezTo>
                    <a:cubicBezTo>
                      <a:pt x="8300" y="8210"/>
                      <a:pt x="7936" y="8640"/>
                      <a:pt x="7597" y="9121"/>
                    </a:cubicBezTo>
                    <a:cubicBezTo>
                      <a:pt x="7519" y="9225"/>
                      <a:pt x="7532" y="9329"/>
                      <a:pt x="7571" y="9420"/>
                    </a:cubicBezTo>
                    <a:cubicBezTo>
                      <a:pt x="7415" y="9537"/>
                      <a:pt x="7350" y="9784"/>
                      <a:pt x="7506" y="9967"/>
                    </a:cubicBezTo>
                    <a:cubicBezTo>
                      <a:pt x="8391" y="10981"/>
                      <a:pt x="9783" y="11814"/>
                      <a:pt x="11058" y="12386"/>
                    </a:cubicBezTo>
                    <a:cubicBezTo>
                      <a:pt x="11006" y="12399"/>
                      <a:pt x="10966" y="12425"/>
                      <a:pt x="10914" y="12451"/>
                    </a:cubicBezTo>
                    <a:cubicBezTo>
                      <a:pt x="10613" y="12596"/>
                      <a:pt x="10792" y="13019"/>
                      <a:pt x="11078" y="13019"/>
                    </a:cubicBezTo>
                    <a:cubicBezTo>
                      <a:pt x="11101" y="13019"/>
                      <a:pt x="11125" y="13016"/>
                      <a:pt x="11149" y="13010"/>
                    </a:cubicBezTo>
                    <a:cubicBezTo>
                      <a:pt x="11698" y="12885"/>
                      <a:pt x="12247" y="12696"/>
                      <a:pt x="12807" y="12696"/>
                    </a:cubicBezTo>
                    <a:cubicBezTo>
                      <a:pt x="13003" y="12696"/>
                      <a:pt x="13200" y="12719"/>
                      <a:pt x="13399" y="12776"/>
                    </a:cubicBezTo>
                    <a:cubicBezTo>
                      <a:pt x="14088" y="12984"/>
                      <a:pt x="14557" y="13557"/>
                      <a:pt x="14596" y="14285"/>
                    </a:cubicBezTo>
                    <a:cubicBezTo>
                      <a:pt x="14609" y="14376"/>
                      <a:pt x="14674" y="14454"/>
                      <a:pt x="14752" y="14493"/>
                    </a:cubicBezTo>
                    <a:cubicBezTo>
                      <a:pt x="14709" y="14674"/>
                      <a:pt x="14901" y="14863"/>
                      <a:pt x="15100" y="14863"/>
                    </a:cubicBezTo>
                    <a:cubicBezTo>
                      <a:pt x="15145" y="14863"/>
                      <a:pt x="15190" y="14853"/>
                      <a:pt x="15233" y="14832"/>
                    </a:cubicBezTo>
                    <a:cubicBezTo>
                      <a:pt x="15741" y="14597"/>
                      <a:pt x="16209" y="14246"/>
                      <a:pt x="16794" y="14220"/>
                    </a:cubicBezTo>
                    <a:cubicBezTo>
                      <a:pt x="16814" y="14219"/>
                      <a:pt x="16833" y="14219"/>
                      <a:pt x="16852" y="14219"/>
                    </a:cubicBezTo>
                    <a:cubicBezTo>
                      <a:pt x="17462" y="14219"/>
                      <a:pt x="17942" y="14617"/>
                      <a:pt x="18043" y="15222"/>
                    </a:cubicBezTo>
                    <a:cubicBezTo>
                      <a:pt x="18030" y="15235"/>
                      <a:pt x="18017" y="15248"/>
                      <a:pt x="18017" y="15261"/>
                    </a:cubicBezTo>
                    <a:cubicBezTo>
                      <a:pt x="17880" y="15486"/>
                      <a:pt x="18067" y="15682"/>
                      <a:pt x="18273" y="15682"/>
                    </a:cubicBezTo>
                    <a:cubicBezTo>
                      <a:pt x="18341" y="15682"/>
                      <a:pt x="18411" y="15660"/>
                      <a:pt x="18472" y="15612"/>
                    </a:cubicBezTo>
                    <a:cubicBezTo>
                      <a:pt x="19222" y="15001"/>
                      <a:pt x="19979" y="14516"/>
                      <a:pt x="20874" y="14516"/>
                    </a:cubicBezTo>
                    <a:cubicBezTo>
                      <a:pt x="21159" y="14516"/>
                      <a:pt x="21459" y="14565"/>
                      <a:pt x="21776" y="14676"/>
                    </a:cubicBezTo>
                    <a:cubicBezTo>
                      <a:pt x="23025" y="15118"/>
                      <a:pt x="23597" y="16302"/>
                      <a:pt x="23715" y="17550"/>
                    </a:cubicBezTo>
                    <a:cubicBezTo>
                      <a:pt x="23726" y="17696"/>
                      <a:pt x="23833" y="17764"/>
                      <a:pt x="23937" y="17764"/>
                    </a:cubicBezTo>
                    <a:cubicBezTo>
                      <a:pt x="23954" y="17764"/>
                      <a:pt x="23971" y="17762"/>
                      <a:pt x="23988" y="17758"/>
                    </a:cubicBezTo>
                    <a:cubicBezTo>
                      <a:pt x="24032" y="17891"/>
                      <a:pt x="24151" y="18004"/>
                      <a:pt x="24289" y="18004"/>
                    </a:cubicBezTo>
                    <a:cubicBezTo>
                      <a:pt x="24314" y="18004"/>
                      <a:pt x="24339" y="18001"/>
                      <a:pt x="24365" y="17993"/>
                    </a:cubicBezTo>
                    <a:cubicBezTo>
                      <a:pt x="24857" y="17820"/>
                      <a:pt x="25315" y="17508"/>
                      <a:pt x="25836" y="17508"/>
                    </a:cubicBezTo>
                    <a:cubicBezTo>
                      <a:pt x="25866" y="17508"/>
                      <a:pt x="25896" y="17509"/>
                      <a:pt x="25926" y="17511"/>
                    </a:cubicBezTo>
                    <a:cubicBezTo>
                      <a:pt x="26641" y="17550"/>
                      <a:pt x="26785" y="18188"/>
                      <a:pt x="26628" y="18760"/>
                    </a:cubicBezTo>
                    <a:cubicBezTo>
                      <a:pt x="26589" y="18877"/>
                      <a:pt x="26654" y="18981"/>
                      <a:pt x="26745" y="19033"/>
                    </a:cubicBezTo>
                    <a:cubicBezTo>
                      <a:pt x="26745" y="19202"/>
                      <a:pt x="26850" y="19358"/>
                      <a:pt x="27058" y="19424"/>
                    </a:cubicBezTo>
                    <a:cubicBezTo>
                      <a:pt x="28085" y="19710"/>
                      <a:pt x="29126" y="19996"/>
                      <a:pt x="30167" y="20282"/>
                    </a:cubicBezTo>
                    <a:cubicBezTo>
                      <a:pt x="30266" y="20740"/>
                      <a:pt x="29835" y="21091"/>
                      <a:pt x="29357" y="21091"/>
                    </a:cubicBezTo>
                    <a:cubicBezTo>
                      <a:pt x="29332" y="21091"/>
                      <a:pt x="29307" y="21091"/>
                      <a:pt x="29282" y="21089"/>
                    </a:cubicBezTo>
                    <a:cubicBezTo>
                      <a:pt x="28801" y="21050"/>
                      <a:pt x="28437" y="20711"/>
                      <a:pt x="28007" y="20503"/>
                    </a:cubicBezTo>
                    <a:cubicBezTo>
                      <a:pt x="27971" y="20480"/>
                      <a:pt x="27933" y="20470"/>
                      <a:pt x="27896" y="20470"/>
                    </a:cubicBezTo>
                    <a:cubicBezTo>
                      <a:pt x="27829" y="20470"/>
                      <a:pt x="27768" y="20505"/>
                      <a:pt x="27734" y="20555"/>
                    </a:cubicBezTo>
                    <a:cubicBezTo>
                      <a:pt x="27643" y="20594"/>
                      <a:pt x="27578" y="20672"/>
                      <a:pt x="27617" y="20776"/>
                    </a:cubicBezTo>
                    <a:cubicBezTo>
                      <a:pt x="27907" y="21571"/>
                      <a:pt x="24809" y="22170"/>
                      <a:pt x="24147" y="22170"/>
                    </a:cubicBezTo>
                    <a:cubicBezTo>
                      <a:pt x="24126" y="22170"/>
                      <a:pt x="24108" y="22169"/>
                      <a:pt x="24092" y="22168"/>
                    </a:cubicBezTo>
                    <a:cubicBezTo>
                      <a:pt x="22622" y="22051"/>
                      <a:pt x="21555" y="20932"/>
                      <a:pt x="21464" y="19489"/>
                    </a:cubicBezTo>
                    <a:cubicBezTo>
                      <a:pt x="21464" y="19489"/>
                      <a:pt x="21477" y="19476"/>
                      <a:pt x="21477" y="19476"/>
                    </a:cubicBezTo>
                    <a:cubicBezTo>
                      <a:pt x="21625" y="19362"/>
                      <a:pt x="21494" y="19178"/>
                      <a:pt x="21345" y="19178"/>
                    </a:cubicBezTo>
                    <a:cubicBezTo>
                      <a:pt x="21324" y="19178"/>
                      <a:pt x="21303" y="19181"/>
                      <a:pt x="21282" y="19189"/>
                    </a:cubicBezTo>
                    <a:cubicBezTo>
                      <a:pt x="21242" y="19171"/>
                      <a:pt x="21198" y="19162"/>
                      <a:pt x="21155" y="19162"/>
                    </a:cubicBezTo>
                    <a:cubicBezTo>
                      <a:pt x="21044" y="19162"/>
                      <a:pt x="20935" y="19220"/>
                      <a:pt x="20879" y="19332"/>
                    </a:cubicBezTo>
                    <a:cubicBezTo>
                      <a:pt x="20743" y="19369"/>
                      <a:pt x="20605" y="19390"/>
                      <a:pt x="20469" y="19390"/>
                    </a:cubicBezTo>
                    <a:cubicBezTo>
                      <a:pt x="20173" y="19390"/>
                      <a:pt x="19883" y="19295"/>
                      <a:pt x="19643" y="19072"/>
                    </a:cubicBezTo>
                    <a:cubicBezTo>
                      <a:pt x="19214" y="18682"/>
                      <a:pt x="19227" y="18201"/>
                      <a:pt x="19240" y="17667"/>
                    </a:cubicBezTo>
                    <a:cubicBezTo>
                      <a:pt x="19240" y="17497"/>
                      <a:pt x="19078" y="17378"/>
                      <a:pt x="18928" y="17378"/>
                    </a:cubicBezTo>
                    <a:cubicBezTo>
                      <a:pt x="18837" y="17378"/>
                      <a:pt x="18751" y="17421"/>
                      <a:pt x="18706" y="17524"/>
                    </a:cubicBezTo>
                    <a:cubicBezTo>
                      <a:pt x="18654" y="17641"/>
                      <a:pt x="18615" y="17771"/>
                      <a:pt x="18589" y="17889"/>
                    </a:cubicBezTo>
                    <a:cubicBezTo>
                      <a:pt x="17903" y="18301"/>
                      <a:pt x="17071" y="18513"/>
                      <a:pt x="16273" y="18513"/>
                    </a:cubicBezTo>
                    <a:cubicBezTo>
                      <a:pt x="14530" y="18513"/>
                      <a:pt x="12952" y="17499"/>
                      <a:pt x="13425" y="15339"/>
                    </a:cubicBezTo>
                    <a:cubicBezTo>
                      <a:pt x="13476" y="15118"/>
                      <a:pt x="13310" y="14963"/>
                      <a:pt x="13138" y="14963"/>
                    </a:cubicBezTo>
                    <a:cubicBezTo>
                      <a:pt x="13047" y="14963"/>
                      <a:pt x="12955" y="15006"/>
                      <a:pt x="12892" y="15105"/>
                    </a:cubicBezTo>
                    <a:cubicBezTo>
                      <a:pt x="12801" y="15235"/>
                      <a:pt x="12749" y="15378"/>
                      <a:pt x="12697" y="15521"/>
                    </a:cubicBezTo>
                    <a:cubicBezTo>
                      <a:pt x="11877" y="16328"/>
                      <a:pt x="10823" y="16952"/>
                      <a:pt x="9640" y="16991"/>
                    </a:cubicBezTo>
                    <a:cubicBezTo>
                      <a:pt x="9614" y="16992"/>
                      <a:pt x="9589" y="16992"/>
                      <a:pt x="9564" y="16992"/>
                    </a:cubicBezTo>
                    <a:cubicBezTo>
                      <a:pt x="8733" y="16992"/>
                      <a:pt x="7941" y="16575"/>
                      <a:pt x="7701" y="15716"/>
                    </a:cubicBezTo>
                    <a:cubicBezTo>
                      <a:pt x="7493" y="15001"/>
                      <a:pt x="7845" y="14415"/>
                      <a:pt x="8235" y="13869"/>
                    </a:cubicBezTo>
                    <a:cubicBezTo>
                      <a:pt x="8383" y="13668"/>
                      <a:pt x="8170" y="13391"/>
                      <a:pt x="7953" y="13391"/>
                    </a:cubicBezTo>
                    <a:cubicBezTo>
                      <a:pt x="7903" y="13391"/>
                      <a:pt x="7852" y="13405"/>
                      <a:pt x="7805" y="13440"/>
                    </a:cubicBezTo>
                    <a:cubicBezTo>
                      <a:pt x="7779" y="13466"/>
                      <a:pt x="7740" y="13505"/>
                      <a:pt x="7714" y="13531"/>
                    </a:cubicBezTo>
                    <a:cubicBezTo>
                      <a:pt x="7726" y="13429"/>
                      <a:pt x="7649" y="13328"/>
                      <a:pt x="7552" y="13328"/>
                    </a:cubicBezTo>
                    <a:cubicBezTo>
                      <a:pt x="7537" y="13328"/>
                      <a:pt x="7522" y="13330"/>
                      <a:pt x="7506" y="13336"/>
                    </a:cubicBezTo>
                    <a:cubicBezTo>
                      <a:pt x="7292" y="13407"/>
                      <a:pt x="7079" y="13440"/>
                      <a:pt x="6868" y="13440"/>
                    </a:cubicBezTo>
                    <a:cubicBezTo>
                      <a:pt x="6732" y="13440"/>
                      <a:pt x="6598" y="13426"/>
                      <a:pt x="6466" y="13401"/>
                    </a:cubicBezTo>
                    <a:cubicBezTo>
                      <a:pt x="6499" y="13208"/>
                      <a:pt x="6333" y="13085"/>
                      <a:pt x="6165" y="13085"/>
                    </a:cubicBezTo>
                    <a:cubicBezTo>
                      <a:pt x="6072" y="13085"/>
                      <a:pt x="5979" y="13122"/>
                      <a:pt x="5919" y="13206"/>
                    </a:cubicBezTo>
                    <a:cubicBezTo>
                      <a:pt x="5854" y="13167"/>
                      <a:pt x="5789" y="13128"/>
                      <a:pt x="5724" y="13089"/>
                    </a:cubicBezTo>
                    <a:cubicBezTo>
                      <a:pt x="5477" y="12906"/>
                      <a:pt x="5269" y="12659"/>
                      <a:pt x="5178" y="12360"/>
                    </a:cubicBezTo>
                    <a:cubicBezTo>
                      <a:pt x="5113" y="12152"/>
                      <a:pt x="5048" y="11840"/>
                      <a:pt x="5269" y="11684"/>
                    </a:cubicBezTo>
                    <a:cubicBezTo>
                      <a:pt x="5347" y="11632"/>
                      <a:pt x="5581" y="11619"/>
                      <a:pt x="5685" y="11606"/>
                    </a:cubicBezTo>
                    <a:cubicBezTo>
                      <a:pt x="5906" y="11554"/>
                      <a:pt x="5984" y="11228"/>
                      <a:pt x="5815" y="11085"/>
                    </a:cubicBezTo>
                    <a:cubicBezTo>
                      <a:pt x="5750" y="11020"/>
                      <a:pt x="5672" y="10981"/>
                      <a:pt x="5594" y="10955"/>
                    </a:cubicBezTo>
                    <a:cubicBezTo>
                      <a:pt x="4566" y="10344"/>
                      <a:pt x="4098" y="9095"/>
                      <a:pt x="4488" y="7963"/>
                    </a:cubicBezTo>
                    <a:cubicBezTo>
                      <a:pt x="4845" y="6881"/>
                      <a:pt x="5814" y="6459"/>
                      <a:pt x="6838" y="6459"/>
                    </a:cubicBezTo>
                    <a:cubicBezTo>
                      <a:pt x="7008" y="6459"/>
                      <a:pt x="7180" y="6471"/>
                      <a:pt x="7350" y="6493"/>
                    </a:cubicBezTo>
                    <a:lnTo>
                      <a:pt x="7428" y="6493"/>
                    </a:lnTo>
                    <a:cubicBezTo>
                      <a:pt x="7440" y="6495"/>
                      <a:pt x="7451" y="6495"/>
                      <a:pt x="7463" y="6495"/>
                    </a:cubicBezTo>
                    <a:cubicBezTo>
                      <a:pt x="7568" y="6495"/>
                      <a:pt x="7665" y="6441"/>
                      <a:pt x="7688" y="6324"/>
                    </a:cubicBezTo>
                    <a:cubicBezTo>
                      <a:pt x="7779" y="6220"/>
                      <a:pt x="7792" y="6077"/>
                      <a:pt x="7701" y="5973"/>
                    </a:cubicBezTo>
                    <a:cubicBezTo>
                      <a:pt x="7677" y="4622"/>
                      <a:pt x="9103" y="3761"/>
                      <a:pt x="10436" y="3761"/>
                    </a:cubicBezTo>
                    <a:close/>
                    <a:moveTo>
                      <a:pt x="43859" y="2094"/>
                    </a:moveTo>
                    <a:cubicBezTo>
                      <a:pt x="45257" y="2094"/>
                      <a:pt x="46656" y="2157"/>
                      <a:pt x="48053" y="2305"/>
                    </a:cubicBezTo>
                    <a:cubicBezTo>
                      <a:pt x="48079" y="2318"/>
                      <a:pt x="48118" y="2344"/>
                      <a:pt x="48157" y="2357"/>
                    </a:cubicBezTo>
                    <a:cubicBezTo>
                      <a:pt x="50420" y="3007"/>
                      <a:pt x="51604" y="5349"/>
                      <a:pt x="52814" y="7196"/>
                    </a:cubicBezTo>
                    <a:cubicBezTo>
                      <a:pt x="53842" y="8757"/>
                      <a:pt x="54817" y="10344"/>
                      <a:pt x="55767" y="11970"/>
                    </a:cubicBezTo>
                    <a:cubicBezTo>
                      <a:pt x="57705" y="15300"/>
                      <a:pt x="59318" y="18773"/>
                      <a:pt x="61087" y="22207"/>
                    </a:cubicBezTo>
                    <a:cubicBezTo>
                      <a:pt x="52710" y="20256"/>
                      <a:pt x="44268" y="18734"/>
                      <a:pt x="35994" y="16354"/>
                    </a:cubicBezTo>
                    <a:cubicBezTo>
                      <a:pt x="27656" y="13947"/>
                      <a:pt x="19526" y="10851"/>
                      <a:pt x="11955" y="6623"/>
                    </a:cubicBezTo>
                    <a:cubicBezTo>
                      <a:pt x="18056" y="5349"/>
                      <a:pt x="24170" y="4204"/>
                      <a:pt x="30349" y="3358"/>
                    </a:cubicBezTo>
                    <a:cubicBezTo>
                      <a:pt x="34828" y="2753"/>
                      <a:pt x="39344" y="2094"/>
                      <a:pt x="43859" y="2094"/>
                    </a:cubicBezTo>
                    <a:close/>
                    <a:moveTo>
                      <a:pt x="45913" y="770"/>
                    </a:moveTo>
                    <a:cubicBezTo>
                      <a:pt x="47865" y="770"/>
                      <a:pt x="49785" y="1069"/>
                      <a:pt x="51396" y="2318"/>
                    </a:cubicBezTo>
                    <a:cubicBezTo>
                      <a:pt x="53451" y="3905"/>
                      <a:pt x="54674" y="6688"/>
                      <a:pt x="55897" y="8926"/>
                    </a:cubicBezTo>
                    <a:cubicBezTo>
                      <a:pt x="58343" y="13388"/>
                      <a:pt x="60411" y="18006"/>
                      <a:pt x="62648" y="22572"/>
                    </a:cubicBezTo>
                    <a:cubicBezTo>
                      <a:pt x="62232" y="22467"/>
                      <a:pt x="61816" y="22376"/>
                      <a:pt x="61399" y="22272"/>
                    </a:cubicBezTo>
                    <a:cubicBezTo>
                      <a:pt x="61425" y="22246"/>
                      <a:pt x="61438" y="22194"/>
                      <a:pt x="61412" y="22155"/>
                    </a:cubicBezTo>
                    <a:cubicBezTo>
                      <a:pt x="59799" y="17863"/>
                      <a:pt x="57510" y="13752"/>
                      <a:pt x="55142" y="9836"/>
                    </a:cubicBezTo>
                    <a:cubicBezTo>
                      <a:pt x="53516" y="7157"/>
                      <a:pt x="51617" y="2695"/>
                      <a:pt x="48313" y="1771"/>
                    </a:cubicBezTo>
                    <a:cubicBezTo>
                      <a:pt x="48283" y="1762"/>
                      <a:pt x="48254" y="1758"/>
                      <a:pt x="48226" y="1758"/>
                    </a:cubicBezTo>
                    <a:cubicBezTo>
                      <a:pt x="48137" y="1758"/>
                      <a:pt x="48064" y="1803"/>
                      <a:pt x="48014" y="1862"/>
                    </a:cubicBezTo>
                    <a:cubicBezTo>
                      <a:pt x="46450" y="1444"/>
                      <a:pt x="44790" y="1284"/>
                      <a:pt x="43092" y="1284"/>
                    </a:cubicBezTo>
                    <a:cubicBezTo>
                      <a:pt x="39083" y="1284"/>
                      <a:pt x="34860" y="2176"/>
                      <a:pt x="31168" y="2669"/>
                    </a:cubicBezTo>
                    <a:cubicBezTo>
                      <a:pt x="24599" y="3540"/>
                      <a:pt x="18056" y="4633"/>
                      <a:pt x="11591" y="6077"/>
                    </a:cubicBezTo>
                    <a:cubicBezTo>
                      <a:pt x="11461" y="6116"/>
                      <a:pt x="11396" y="6194"/>
                      <a:pt x="11383" y="6298"/>
                    </a:cubicBezTo>
                    <a:cubicBezTo>
                      <a:pt x="11123" y="6155"/>
                      <a:pt x="10862" y="6012"/>
                      <a:pt x="10602" y="5856"/>
                    </a:cubicBezTo>
                    <a:cubicBezTo>
                      <a:pt x="21451" y="3762"/>
                      <a:pt x="32326" y="1654"/>
                      <a:pt x="43357" y="887"/>
                    </a:cubicBezTo>
                    <a:cubicBezTo>
                      <a:pt x="44200" y="827"/>
                      <a:pt x="45059" y="770"/>
                      <a:pt x="45913" y="770"/>
                    </a:cubicBezTo>
                    <a:close/>
                    <a:moveTo>
                      <a:pt x="30635" y="20412"/>
                    </a:moveTo>
                    <a:lnTo>
                      <a:pt x="30635" y="20412"/>
                    </a:lnTo>
                    <a:cubicBezTo>
                      <a:pt x="31793" y="20737"/>
                      <a:pt x="32937" y="21063"/>
                      <a:pt x="34082" y="21375"/>
                    </a:cubicBezTo>
                    <a:cubicBezTo>
                      <a:pt x="33601" y="22142"/>
                      <a:pt x="33939" y="23144"/>
                      <a:pt x="34785" y="23443"/>
                    </a:cubicBezTo>
                    <a:cubicBezTo>
                      <a:pt x="34550" y="23911"/>
                      <a:pt x="34850" y="24614"/>
                      <a:pt x="35201" y="24939"/>
                    </a:cubicBezTo>
                    <a:cubicBezTo>
                      <a:pt x="35534" y="25242"/>
                      <a:pt x="35934" y="25352"/>
                      <a:pt x="36349" y="25352"/>
                    </a:cubicBezTo>
                    <a:cubicBezTo>
                      <a:pt x="36663" y="25352"/>
                      <a:pt x="36987" y="25289"/>
                      <a:pt x="37295" y="25199"/>
                    </a:cubicBezTo>
                    <a:lnTo>
                      <a:pt x="37295" y="25199"/>
                    </a:lnTo>
                    <a:cubicBezTo>
                      <a:pt x="37282" y="25264"/>
                      <a:pt x="37282" y="25329"/>
                      <a:pt x="37269" y="25394"/>
                    </a:cubicBezTo>
                    <a:cubicBezTo>
                      <a:pt x="36535" y="25567"/>
                      <a:pt x="35636" y="25671"/>
                      <a:pt x="34698" y="25671"/>
                    </a:cubicBezTo>
                    <a:cubicBezTo>
                      <a:pt x="31748" y="25671"/>
                      <a:pt x="28409" y="24638"/>
                      <a:pt x="28567" y="21440"/>
                    </a:cubicBezTo>
                    <a:lnTo>
                      <a:pt x="28567" y="21440"/>
                    </a:lnTo>
                    <a:cubicBezTo>
                      <a:pt x="28828" y="21563"/>
                      <a:pt x="29110" y="21634"/>
                      <a:pt x="29387" y="21634"/>
                    </a:cubicBezTo>
                    <a:cubicBezTo>
                      <a:pt x="29606" y="21634"/>
                      <a:pt x="29822" y="21590"/>
                      <a:pt x="30024" y="21492"/>
                    </a:cubicBezTo>
                    <a:cubicBezTo>
                      <a:pt x="30427" y="21297"/>
                      <a:pt x="30687" y="20841"/>
                      <a:pt x="30635" y="20412"/>
                    </a:cubicBezTo>
                    <a:close/>
                    <a:moveTo>
                      <a:pt x="28033" y="21128"/>
                    </a:moveTo>
                    <a:cubicBezTo>
                      <a:pt x="28046" y="21128"/>
                      <a:pt x="28059" y="21128"/>
                      <a:pt x="28059" y="21141"/>
                    </a:cubicBezTo>
                    <a:cubicBezTo>
                      <a:pt x="28020" y="21180"/>
                      <a:pt x="27994" y="21232"/>
                      <a:pt x="27994" y="21297"/>
                    </a:cubicBezTo>
                    <a:cubicBezTo>
                      <a:pt x="27711" y="24780"/>
                      <a:pt x="31138" y="26126"/>
                      <a:pt x="34313" y="26126"/>
                    </a:cubicBezTo>
                    <a:cubicBezTo>
                      <a:pt x="35371" y="26126"/>
                      <a:pt x="36401" y="25976"/>
                      <a:pt x="37256" y="25707"/>
                    </a:cubicBezTo>
                    <a:cubicBezTo>
                      <a:pt x="37269" y="25928"/>
                      <a:pt x="37295" y="26136"/>
                      <a:pt x="37360" y="26331"/>
                    </a:cubicBezTo>
                    <a:cubicBezTo>
                      <a:pt x="36604" y="26461"/>
                      <a:pt x="35690" y="26546"/>
                      <a:pt x="34727" y="26546"/>
                    </a:cubicBezTo>
                    <a:cubicBezTo>
                      <a:pt x="31366" y="26546"/>
                      <a:pt x="27416" y="25508"/>
                      <a:pt x="27578" y="21726"/>
                    </a:cubicBezTo>
                    <a:cubicBezTo>
                      <a:pt x="27773" y="21544"/>
                      <a:pt x="27929" y="21349"/>
                      <a:pt x="28033" y="21128"/>
                    </a:cubicBezTo>
                    <a:close/>
                    <a:moveTo>
                      <a:pt x="11136" y="7209"/>
                    </a:moveTo>
                    <a:cubicBezTo>
                      <a:pt x="26225" y="15833"/>
                      <a:pt x="43942" y="20256"/>
                      <a:pt x="61035" y="22962"/>
                    </a:cubicBezTo>
                    <a:cubicBezTo>
                      <a:pt x="60840" y="23690"/>
                      <a:pt x="60606" y="24393"/>
                      <a:pt x="60307" y="25082"/>
                    </a:cubicBezTo>
                    <a:cubicBezTo>
                      <a:pt x="60047" y="25694"/>
                      <a:pt x="59695" y="26279"/>
                      <a:pt x="59461" y="26916"/>
                    </a:cubicBezTo>
                    <a:cubicBezTo>
                      <a:pt x="58499" y="26747"/>
                      <a:pt x="57432" y="26331"/>
                      <a:pt x="56769" y="26175"/>
                    </a:cubicBezTo>
                    <a:cubicBezTo>
                      <a:pt x="53529" y="25420"/>
                      <a:pt x="50290" y="24640"/>
                      <a:pt x="47064" y="23833"/>
                    </a:cubicBezTo>
                    <a:cubicBezTo>
                      <a:pt x="40443" y="22168"/>
                      <a:pt x="33861" y="20412"/>
                      <a:pt x="27292" y="18565"/>
                    </a:cubicBezTo>
                    <a:cubicBezTo>
                      <a:pt x="27285" y="18558"/>
                      <a:pt x="27282" y="18558"/>
                      <a:pt x="27279" y="18558"/>
                    </a:cubicBezTo>
                    <a:cubicBezTo>
                      <a:pt x="27276" y="18558"/>
                      <a:pt x="27272" y="18558"/>
                      <a:pt x="27266" y="18552"/>
                    </a:cubicBezTo>
                    <a:cubicBezTo>
                      <a:pt x="27448" y="17993"/>
                      <a:pt x="27175" y="17303"/>
                      <a:pt x="26628" y="17004"/>
                    </a:cubicBezTo>
                    <a:cubicBezTo>
                      <a:pt x="26386" y="16868"/>
                      <a:pt x="26113" y="16810"/>
                      <a:pt x="25832" y="16810"/>
                    </a:cubicBezTo>
                    <a:cubicBezTo>
                      <a:pt x="25253" y="16810"/>
                      <a:pt x="24638" y="17057"/>
                      <a:pt x="24183" y="17381"/>
                    </a:cubicBezTo>
                    <a:cubicBezTo>
                      <a:pt x="24329" y="15333"/>
                      <a:pt x="22368" y="13806"/>
                      <a:pt x="20526" y="13806"/>
                    </a:cubicBezTo>
                    <a:cubicBezTo>
                      <a:pt x="19746" y="13806"/>
                      <a:pt x="18989" y="14079"/>
                      <a:pt x="18420" y="14702"/>
                    </a:cubicBezTo>
                    <a:cubicBezTo>
                      <a:pt x="18316" y="14233"/>
                      <a:pt x="17887" y="13817"/>
                      <a:pt x="17419" y="13661"/>
                    </a:cubicBezTo>
                    <a:cubicBezTo>
                      <a:pt x="17217" y="13590"/>
                      <a:pt x="17009" y="13559"/>
                      <a:pt x="16800" y="13559"/>
                    </a:cubicBezTo>
                    <a:cubicBezTo>
                      <a:pt x="16196" y="13559"/>
                      <a:pt x="15579" y="13821"/>
                      <a:pt x="15077" y="14168"/>
                    </a:cubicBezTo>
                    <a:cubicBezTo>
                      <a:pt x="15142" y="13401"/>
                      <a:pt x="14700" y="12724"/>
                      <a:pt x="14023" y="12347"/>
                    </a:cubicBezTo>
                    <a:cubicBezTo>
                      <a:pt x="13620" y="12118"/>
                      <a:pt x="13158" y="12024"/>
                      <a:pt x="12687" y="12024"/>
                    </a:cubicBezTo>
                    <a:cubicBezTo>
                      <a:pt x="12355" y="12024"/>
                      <a:pt x="12018" y="12071"/>
                      <a:pt x="11695" y="12152"/>
                    </a:cubicBezTo>
                    <a:cubicBezTo>
                      <a:pt x="11682" y="12152"/>
                      <a:pt x="11682" y="12139"/>
                      <a:pt x="11669" y="12139"/>
                    </a:cubicBezTo>
                    <a:cubicBezTo>
                      <a:pt x="11045" y="11684"/>
                      <a:pt x="10394" y="11267"/>
                      <a:pt x="9770" y="10812"/>
                    </a:cubicBezTo>
                    <a:cubicBezTo>
                      <a:pt x="9601" y="10695"/>
                      <a:pt x="9432" y="10565"/>
                      <a:pt x="9275" y="10435"/>
                    </a:cubicBezTo>
                    <a:cubicBezTo>
                      <a:pt x="9848" y="9303"/>
                      <a:pt x="10433" y="8249"/>
                      <a:pt x="11136" y="7209"/>
                    </a:cubicBezTo>
                    <a:close/>
                    <a:moveTo>
                      <a:pt x="61530" y="23040"/>
                    </a:moveTo>
                    <a:cubicBezTo>
                      <a:pt x="62024" y="23118"/>
                      <a:pt x="62518" y="23196"/>
                      <a:pt x="62999" y="23274"/>
                    </a:cubicBezTo>
                    <a:cubicBezTo>
                      <a:pt x="62596" y="23846"/>
                      <a:pt x="62219" y="24419"/>
                      <a:pt x="61907" y="25056"/>
                    </a:cubicBezTo>
                    <a:cubicBezTo>
                      <a:pt x="61907" y="25055"/>
                      <a:pt x="61907" y="25055"/>
                      <a:pt x="61907" y="25055"/>
                    </a:cubicBezTo>
                    <a:lnTo>
                      <a:pt x="61907" y="25055"/>
                    </a:lnTo>
                    <a:cubicBezTo>
                      <a:pt x="61910" y="25055"/>
                      <a:pt x="61144" y="26735"/>
                      <a:pt x="61189" y="26735"/>
                    </a:cubicBezTo>
                    <a:cubicBezTo>
                      <a:pt x="61190" y="26735"/>
                      <a:pt x="61191" y="26735"/>
                      <a:pt x="61191" y="26734"/>
                    </a:cubicBezTo>
                    <a:lnTo>
                      <a:pt x="61191" y="26734"/>
                    </a:lnTo>
                    <a:cubicBezTo>
                      <a:pt x="60937" y="26913"/>
                      <a:pt x="60607" y="26983"/>
                      <a:pt x="60236" y="26983"/>
                    </a:cubicBezTo>
                    <a:cubicBezTo>
                      <a:pt x="60096" y="26983"/>
                      <a:pt x="59950" y="26973"/>
                      <a:pt x="59799" y="26955"/>
                    </a:cubicBezTo>
                    <a:cubicBezTo>
                      <a:pt x="60697" y="25902"/>
                      <a:pt x="61191" y="24354"/>
                      <a:pt x="61530" y="23053"/>
                    </a:cubicBezTo>
                    <a:cubicBezTo>
                      <a:pt x="61530" y="23053"/>
                      <a:pt x="61530" y="23040"/>
                      <a:pt x="61530" y="23040"/>
                    </a:cubicBezTo>
                    <a:close/>
                    <a:moveTo>
                      <a:pt x="5451" y="24913"/>
                    </a:moveTo>
                    <a:cubicBezTo>
                      <a:pt x="5568" y="24926"/>
                      <a:pt x="5698" y="24926"/>
                      <a:pt x="5815" y="24926"/>
                    </a:cubicBezTo>
                    <a:cubicBezTo>
                      <a:pt x="5373" y="25303"/>
                      <a:pt x="5061" y="25785"/>
                      <a:pt x="4879" y="26318"/>
                    </a:cubicBezTo>
                    <a:cubicBezTo>
                      <a:pt x="4853" y="26292"/>
                      <a:pt x="4817" y="26273"/>
                      <a:pt x="4780" y="26273"/>
                    </a:cubicBezTo>
                    <a:cubicBezTo>
                      <a:pt x="4760" y="26273"/>
                      <a:pt x="4741" y="26278"/>
                      <a:pt x="4723" y="26292"/>
                    </a:cubicBezTo>
                    <a:cubicBezTo>
                      <a:pt x="3799" y="26877"/>
                      <a:pt x="2771" y="27424"/>
                      <a:pt x="1952" y="28152"/>
                    </a:cubicBezTo>
                    <a:cubicBezTo>
                      <a:pt x="1855" y="28236"/>
                      <a:pt x="1882" y="28365"/>
                      <a:pt x="1959" y="28436"/>
                    </a:cubicBezTo>
                    <a:lnTo>
                      <a:pt x="1959" y="28436"/>
                    </a:lnTo>
                    <a:cubicBezTo>
                      <a:pt x="1885" y="28378"/>
                      <a:pt x="1802" y="28329"/>
                      <a:pt x="1731" y="28269"/>
                    </a:cubicBezTo>
                    <a:cubicBezTo>
                      <a:pt x="1731" y="28243"/>
                      <a:pt x="1744" y="28230"/>
                      <a:pt x="1744" y="28204"/>
                    </a:cubicBezTo>
                    <a:cubicBezTo>
                      <a:pt x="1731" y="27489"/>
                      <a:pt x="3136" y="26760"/>
                      <a:pt x="3643" y="26383"/>
                    </a:cubicBezTo>
                    <a:cubicBezTo>
                      <a:pt x="4215" y="25954"/>
                      <a:pt x="4892" y="25576"/>
                      <a:pt x="5386" y="25043"/>
                    </a:cubicBezTo>
                    <a:cubicBezTo>
                      <a:pt x="5425" y="25004"/>
                      <a:pt x="5438" y="24952"/>
                      <a:pt x="5451" y="24913"/>
                    </a:cubicBezTo>
                    <a:close/>
                    <a:moveTo>
                      <a:pt x="34694" y="21531"/>
                    </a:moveTo>
                    <a:cubicBezTo>
                      <a:pt x="41601" y="23404"/>
                      <a:pt x="48547" y="25160"/>
                      <a:pt x="55520" y="26773"/>
                    </a:cubicBezTo>
                    <a:cubicBezTo>
                      <a:pt x="55288" y="27299"/>
                      <a:pt x="54827" y="27590"/>
                      <a:pt x="54324" y="27590"/>
                    </a:cubicBezTo>
                    <a:cubicBezTo>
                      <a:pt x="53980" y="27590"/>
                      <a:pt x="53617" y="27454"/>
                      <a:pt x="53295" y="27163"/>
                    </a:cubicBezTo>
                    <a:cubicBezTo>
                      <a:pt x="53260" y="27101"/>
                      <a:pt x="53187" y="27051"/>
                      <a:pt x="53115" y="27051"/>
                    </a:cubicBezTo>
                    <a:cubicBezTo>
                      <a:pt x="53083" y="27051"/>
                      <a:pt x="53051" y="27061"/>
                      <a:pt x="53022" y="27085"/>
                    </a:cubicBezTo>
                    <a:cubicBezTo>
                      <a:pt x="52944" y="27124"/>
                      <a:pt x="52879" y="27189"/>
                      <a:pt x="52853" y="27268"/>
                    </a:cubicBezTo>
                    <a:cubicBezTo>
                      <a:pt x="52114" y="28137"/>
                      <a:pt x="51234" y="28545"/>
                      <a:pt x="50369" y="28545"/>
                    </a:cubicBezTo>
                    <a:cubicBezTo>
                      <a:pt x="49255" y="28545"/>
                      <a:pt x="48167" y="27868"/>
                      <a:pt x="47442" y="26630"/>
                    </a:cubicBezTo>
                    <a:cubicBezTo>
                      <a:pt x="47416" y="26578"/>
                      <a:pt x="47377" y="26552"/>
                      <a:pt x="47338" y="26526"/>
                    </a:cubicBezTo>
                    <a:cubicBezTo>
                      <a:pt x="47347" y="26424"/>
                      <a:pt x="47257" y="26335"/>
                      <a:pt x="47157" y="26335"/>
                    </a:cubicBezTo>
                    <a:cubicBezTo>
                      <a:pt x="47117" y="26335"/>
                      <a:pt x="47076" y="26349"/>
                      <a:pt x="47038" y="26383"/>
                    </a:cubicBezTo>
                    <a:cubicBezTo>
                      <a:pt x="46673" y="26715"/>
                      <a:pt x="46296" y="26878"/>
                      <a:pt x="45940" y="26878"/>
                    </a:cubicBezTo>
                    <a:cubicBezTo>
                      <a:pt x="45460" y="26878"/>
                      <a:pt x="45018" y="26581"/>
                      <a:pt x="44697" y="26006"/>
                    </a:cubicBezTo>
                    <a:cubicBezTo>
                      <a:pt x="44671" y="25954"/>
                      <a:pt x="44632" y="25928"/>
                      <a:pt x="44580" y="25902"/>
                    </a:cubicBezTo>
                    <a:cubicBezTo>
                      <a:pt x="44580" y="25805"/>
                      <a:pt x="44485" y="25739"/>
                      <a:pt x="44392" y="25739"/>
                    </a:cubicBezTo>
                    <a:cubicBezTo>
                      <a:pt x="44334" y="25739"/>
                      <a:pt x="44276" y="25764"/>
                      <a:pt x="44242" y="25824"/>
                    </a:cubicBezTo>
                    <a:cubicBezTo>
                      <a:pt x="43955" y="26331"/>
                      <a:pt x="43435" y="26747"/>
                      <a:pt x="42811" y="27033"/>
                    </a:cubicBezTo>
                    <a:cubicBezTo>
                      <a:pt x="42738" y="26943"/>
                      <a:pt x="42634" y="26903"/>
                      <a:pt x="42532" y="26903"/>
                    </a:cubicBezTo>
                    <a:cubicBezTo>
                      <a:pt x="42341" y="26903"/>
                      <a:pt x="42157" y="27043"/>
                      <a:pt x="42199" y="27255"/>
                    </a:cubicBezTo>
                    <a:cubicBezTo>
                      <a:pt x="41726" y="27397"/>
                      <a:pt x="41223" y="27473"/>
                      <a:pt x="40733" y="27473"/>
                    </a:cubicBezTo>
                    <a:cubicBezTo>
                      <a:pt x="39257" y="27473"/>
                      <a:pt x="37910" y="26785"/>
                      <a:pt x="37920" y="25173"/>
                    </a:cubicBezTo>
                    <a:cubicBezTo>
                      <a:pt x="37920" y="25095"/>
                      <a:pt x="37894" y="25043"/>
                      <a:pt x="37855" y="24991"/>
                    </a:cubicBezTo>
                    <a:cubicBezTo>
                      <a:pt x="37868" y="24991"/>
                      <a:pt x="37881" y="24978"/>
                      <a:pt x="37881" y="24978"/>
                    </a:cubicBezTo>
                    <a:cubicBezTo>
                      <a:pt x="38050" y="24918"/>
                      <a:pt x="38005" y="24688"/>
                      <a:pt x="37841" y="24688"/>
                    </a:cubicBezTo>
                    <a:cubicBezTo>
                      <a:pt x="37829" y="24688"/>
                      <a:pt x="37816" y="24689"/>
                      <a:pt x="37802" y="24692"/>
                    </a:cubicBezTo>
                    <a:cubicBezTo>
                      <a:pt x="37437" y="24768"/>
                      <a:pt x="37008" y="24876"/>
                      <a:pt x="36598" y="24876"/>
                    </a:cubicBezTo>
                    <a:cubicBezTo>
                      <a:pt x="36309" y="24876"/>
                      <a:pt x="36029" y="24822"/>
                      <a:pt x="35786" y="24666"/>
                    </a:cubicBezTo>
                    <a:cubicBezTo>
                      <a:pt x="35578" y="24523"/>
                      <a:pt x="35409" y="24276"/>
                      <a:pt x="35370" y="24015"/>
                    </a:cubicBezTo>
                    <a:cubicBezTo>
                      <a:pt x="35344" y="23807"/>
                      <a:pt x="35448" y="23651"/>
                      <a:pt x="35474" y="23456"/>
                    </a:cubicBezTo>
                    <a:cubicBezTo>
                      <a:pt x="35500" y="23313"/>
                      <a:pt x="35422" y="23170"/>
                      <a:pt x="35305" y="23131"/>
                    </a:cubicBezTo>
                    <a:cubicBezTo>
                      <a:pt x="35279" y="23105"/>
                      <a:pt x="35253" y="23079"/>
                      <a:pt x="35214" y="23066"/>
                    </a:cubicBezTo>
                    <a:cubicBezTo>
                      <a:pt x="34550" y="22884"/>
                      <a:pt x="34225" y="22116"/>
                      <a:pt x="34694" y="21544"/>
                    </a:cubicBezTo>
                    <a:cubicBezTo>
                      <a:pt x="34694" y="21544"/>
                      <a:pt x="34694" y="21544"/>
                      <a:pt x="34694" y="21531"/>
                    </a:cubicBezTo>
                    <a:close/>
                    <a:moveTo>
                      <a:pt x="27019" y="22116"/>
                    </a:moveTo>
                    <a:lnTo>
                      <a:pt x="27019" y="22116"/>
                    </a:lnTo>
                    <a:cubicBezTo>
                      <a:pt x="26729" y="25734"/>
                      <a:pt x="30782" y="27021"/>
                      <a:pt x="34270" y="27021"/>
                    </a:cubicBezTo>
                    <a:cubicBezTo>
                      <a:pt x="35474" y="27021"/>
                      <a:pt x="36610" y="26868"/>
                      <a:pt x="37477" y="26604"/>
                    </a:cubicBezTo>
                    <a:cubicBezTo>
                      <a:pt x="37802" y="27242"/>
                      <a:pt x="38466" y="27671"/>
                      <a:pt x="39259" y="27892"/>
                    </a:cubicBezTo>
                    <a:cubicBezTo>
                      <a:pt x="37740" y="28479"/>
                      <a:pt x="35759" y="28828"/>
                      <a:pt x="33742" y="28828"/>
                    </a:cubicBezTo>
                    <a:cubicBezTo>
                      <a:pt x="29371" y="28828"/>
                      <a:pt x="24834" y="27190"/>
                      <a:pt x="24469" y="22793"/>
                    </a:cubicBezTo>
                    <a:cubicBezTo>
                      <a:pt x="25289" y="22767"/>
                      <a:pt x="26277" y="22546"/>
                      <a:pt x="27019" y="22116"/>
                    </a:cubicBezTo>
                    <a:close/>
                    <a:moveTo>
                      <a:pt x="55936" y="26864"/>
                    </a:moveTo>
                    <a:cubicBezTo>
                      <a:pt x="56300" y="26955"/>
                      <a:pt x="56664" y="27046"/>
                      <a:pt x="57029" y="27124"/>
                    </a:cubicBezTo>
                    <a:cubicBezTo>
                      <a:pt x="56925" y="27437"/>
                      <a:pt x="56951" y="27749"/>
                      <a:pt x="57068" y="28035"/>
                    </a:cubicBezTo>
                    <a:cubicBezTo>
                      <a:pt x="55999" y="29355"/>
                      <a:pt x="54569" y="29923"/>
                      <a:pt x="53091" y="29923"/>
                    </a:cubicBezTo>
                    <a:cubicBezTo>
                      <a:pt x="52049" y="29923"/>
                      <a:pt x="50983" y="29641"/>
                      <a:pt x="50004" y="29141"/>
                    </a:cubicBezTo>
                    <a:lnTo>
                      <a:pt x="50004" y="29141"/>
                    </a:lnTo>
                    <a:cubicBezTo>
                      <a:pt x="50062" y="29143"/>
                      <a:pt x="50120" y="29145"/>
                      <a:pt x="50178" y="29145"/>
                    </a:cubicBezTo>
                    <a:cubicBezTo>
                      <a:pt x="51280" y="29145"/>
                      <a:pt x="52394" y="28674"/>
                      <a:pt x="53074" y="27710"/>
                    </a:cubicBezTo>
                    <a:cubicBezTo>
                      <a:pt x="53394" y="28016"/>
                      <a:pt x="53789" y="28153"/>
                      <a:pt x="54185" y="28153"/>
                    </a:cubicBezTo>
                    <a:cubicBezTo>
                      <a:pt x="54949" y="28153"/>
                      <a:pt x="55713" y="27644"/>
                      <a:pt x="55936" y="26864"/>
                    </a:cubicBezTo>
                    <a:close/>
                    <a:moveTo>
                      <a:pt x="62300" y="16522"/>
                    </a:moveTo>
                    <a:cubicBezTo>
                      <a:pt x="62595" y="16522"/>
                      <a:pt x="62851" y="16652"/>
                      <a:pt x="63012" y="16900"/>
                    </a:cubicBezTo>
                    <a:cubicBezTo>
                      <a:pt x="63117" y="17056"/>
                      <a:pt x="63130" y="17199"/>
                      <a:pt x="63117" y="17368"/>
                    </a:cubicBezTo>
                    <a:cubicBezTo>
                      <a:pt x="63104" y="17407"/>
                      <a:pt x="63104" y="17446"/>
                      <a:pt x="63117" y="17472"/>
                    </a:cubicBezTo>
                    <a:cubicBezTo>
                      <a:pt x="63117" y="17498"/>
                      <a:pt x="63117" y="17524"/>
                      <a:pt x="63117" y="17550"/>
                    </a:cubicBezTo>
                    <a:cubicBezTo>
                      <a:pt x="63109" y="17689"/>
                      <a:pt x="63215" y="17764"/>
                      <a:pt x="63328" y="17764"/>
                    </a:cubicBezTo>
                    <a:cubicBezTo>
                      <a:pt x="63405" y="17764"/>
                      <a:pt x="63485" y="17729"/>
                      <a:pt x="63533" y="17654"/>
                    </a:cubicBezTo>
                    <a:cubicBezTo>
                      <a:pt x="63572" y="17602"/>
                      <a:pt x="63598" y="17550"/>
                      <a:pt x="63624" y="17498"/>
                    </a:cubicBezTo>
                    <a:cubicBezTo>
                      <a:pt x="63844" y="17466"/>
                      <a:pt x="64064" y="17446"/>
                      <a:pt x="64281" y="17446"/>
                    </a:cubicBezTo>
                    <a:cubicBezTo>
                      <a:pt x="64936" y="17446"/>
                      <a:pt x="65561" y="17624"/>
                      <a:pt x="66069" y="18162"/>
                    </a:cubicBezTo>
                    <a:cubicBezTo>
                      <a:pt x="66655" y="18812"/>
                      <a:pt x="66642" y="19658"/>
                      <a:pt x="65913" y="20165"/>
                    </a:cubicBezTo>
                    <a:cubicBezTo>
                      <a:pt x="65432" y="20490"/>
                      <a:pt x="64821" y="20555"/>
                      <a:pt x="64261" y="20698"/>
                    </a:cubicBezTo>
                    <a:cubicBezTo>
                      <a:pt x="63966" y="20788"/>
                      <a:pt x="64025" y="21245"/>
                      <a:pt x="64327" y="21245"/>
                    </a:cubicBezTo>
                    <a:cubicBezTo>
                      <a:pt x="64331" y="21245"/>
                      <a:pt x="64335" y="21245"/>
                      <a:pt x="64339" y="21245"/>
                    </a:cubicBezTo>
                    <a:cubicBezTo>
                      <a:pt x="64378" y="21245"/>
                      <a:pt x="64430" y="21232"/>
                      <a:pt x="64469" y="21232"/>
                    </a:cubicBezTo>
                    <a:cubicBezTo>
                      <a:pt x="64808" y="21375"/>
                      <a:pt x="65159" y="21635"/>
                      <a:pt x="65198" y="22012"/>
                    </a:cubicBezTo>
                    <a:cubicBezTo>
                      <a:pt x="65211" y="22194"/>
                      <a:pt x="65159" y="22389"/>
                      <a:pt x="65029" y="22520"/>
                    </a:cubicBezTo>
                    <a:cubicBezTo>
                      <a:pt x="64912" y="22637"/>
                      <a:pt x="64756" y="22663"/>
                      <a:pt x="64638" y="22780"/>
                    </a:cubicBezTo>
                    <a:cubicBezTo>
                      <a:pt x="64534" y="22897"/>
                      <a:pt x="64547" y="23079"/>
                      <a:pt x="64691" y="23157"/>
                    </a:cubicBezTo>
                    <a:cubicBezTo>
                      <a:pt x="64774" y="23207"/>
                      <a:pt x="64857" y="23230"/>
                      <a:pt x="64937" y="23230"/>
                    </a:cubicBezTo>
                    <a:cubicBezTo>
                      <a:pt x="64982" y="23230"/>
                      <a:pt x="65026" y="23223"/>
                      <a:pt x="65068" y="23209"/>
                    </a:cubicBezTo>
                    <a:cubicBezTo>
                      <a:pt x="65939" y="23612"/>
                      <a:pt x="66603" y="24302"/>
                      <a:pt x="66551" y="25329"/>
                    </a:cubicBezTo>
                    <a:cubicBezTo>
                      <a:pt x="66486" y="26422"/>
                      <a:pt x="65666" y="26994"/>
                      <a:pt x="64782" y="27385"/>
                    </a:cubicBezTo>
                    <a:cubicBezTo>
                      <a:pt x="64745" y="27344"/>
                      <a:pt x="64697" y="27326"/>
                      <a:pt x="64650" y="27326"/>
                    </a:cubicBezTo>
                    <a:cubicBezTo>
                      <a:pt x="64546" y="27326"/>
                      <a:pt x="64447" y="27412"/>
                      <a:pt x="64482" y="27528"/>
                    </a:cubicBezTo>
                    <a:cubicBezTo>
                      <a:pt x="64303" y="27694"/>
                      <a:pt x="64338" y="28048"/>
                      <a:pt x="64635" y="28048"/>
                    </a:cubicBezTo>
                    <a:cubicBezTo>
                      <a:pt x="64641" y="28048"/>
                      <a:pt x="64646" y="28048"/>
                      <a:pt x="64651" y="28048"/>
                    </a:cubicBezTo>
                    <a:lnTo>
                      <a:pt x="64651" y="28048"/>
                    </a:lnTo>
                    <a:cubicBezTo>
                      <a:pt x="64821" y="28646"/>
                      <a:pt x="64873" y="29271"/>
                      <a:pt x="64326" y="29687"/>
                    </a:cubicBezTo>
                    <a:cubicBezTo>
                      <a:pt x="64090" y="29869"/>
                      <a:pt x="63851" y="29943"/>
                      <a:pt x="63618" y="29943"/>
                    </a:cubicBezTo>
                    <a:cubicBezTo>
                      <a:pt x="63183" y="29943"/>
                      <a:pt x="62765" y="29688"/>
                      <a:pt x="62401" y="29401"/>
                    </a:cubicBezTo>
                    <a:cubicBezTo>
                      <a:pt x="62349" y="29362"/>
                      <a:pt x="62297" y="29336"/>
                      <a:pt x="62232" y="29336"/>
                    </a:cubicBezTo>
                    <a:cubicBezTo>
                      <a:pt x="62249" y="29209"/>
                      <a:pt x="62161" y="29121"/>
                      <a:pt x="62066" y="29121"/>
                    </a:cubicBezTo>
                    <a:cubicBezTo>
                      <a:pt x="62015" y="29121"/>
                      <a:pt x="61961" y="29146"/>
                      <a:pt x="61920" y="29206"/>
                    </a:cubicBezTo>
                    <a:cubicBezTo>
                      <a:pt x="61600" y="29669"/>
                      <a:pt x="61149" y="30095"/>
                      <a:pt x="60576" y="30095"/>
                    </a:cubicBezTo>
                    <a:cubicBezTo>
                      <a:pt x="60473" y="30095"/>
                      <a:pt x="60366" y="30081"/>
                      <a:pt x="60255" y="30051"/>
                    </a:cubicBezTo>
                    <a:cubicBezTo>
                      <a:pt x="60138" y="30025"/>
                      <a:pt x="60034" y="29973"/>
                      <a:pt x="59943" y="29908"/>
                    </a:cubicBezTo>
                    <a:cubicBezTo>
                      <a:pt x="59943" y="29908"/>
                      <a:pt x="59943" y="29895"/>
                      <a:pt x="59943" y="29895"/>
                    </a:cubicBezTo>
                    <a:cubicBezTo>
                      <a:pt x="59943" y="29770"/>
                      <a:pt x="59834" y="29695"/>
                      <a:pt x="59728" y="29695"/>
                    </a:cubicBezTo>
                    <a:cubicBezTo>
                      <a:pt x="59713" y="29695"/>
                      <a:pt x="59697" y="29697"/>
                      <a:pt x="59682" y="29700"/>
                    </a:cubicBezTo>
                    <a:cubicBezTo>
                      <a:pt x="59422" y="29414"/>
                      <a:pt x="59292" y="29024"/>
                      <a:pt x="59227" y="28620"/>
                    </a:cubicBezTo>
                    <a:cubicBezTo>
                      <a:pt x="59210" y="28510"/>
                      <a:pt x="59111" y="28455"/>
                      <a:pt x="59011" y="28455"/>
                    </a:cubicBezTo>
                    <a:cubicBezTo>
                      <a:pt x="58958" y="28455"/>
                      <a:pt x="58904" y="28471"/>
                      <a:pt x="58863" y="28503"/>
                    </a:cubicBezTo>
                    <a:cubicBezTo>
                      <a:pt x="58775" y="28516"/>
                      <a:pt x="58686" y="28523"/>
                      <a:pt x="58600" y="28523"/>
                    </a:cubicBezTo>
                    <a:cubicBezTo>
                      <a:pt x="58417" y="28523"/>
                      <a:pt x="58241" y="28492"/>
                      <a:pt x="58082" y="28412"/>
                    </a:cubicBezTo>
                    <a:cubicBezTo>
                      <a:pt x="58071" y="28356"/>
                      <a:pt x="58030" y="28319"/>
                      <a:pt x="57977" y="28319"/>
                    </a:cubicBezTo>
                    <a:cubicBezTo>
                      <a:pt x="57969" y="28319"/>
                      <a:pt x="57961" y="28320"/>
                      <a:pt x="57952" y="28321"/>
                    </a:cubicBezTo>
                    <a:cubicBezTo>
                      <a:pt x="57900" y="28282"/>
                      <a:pt x="57848" y="28256"/>
                      <a:pt x="57796" y="28204"/>
                    </a:cubicBezTo>
                    <a:cubicBezTo>
                      <a:pt x="57549" y="27918"/>
                      <a:pt x="57536" y="27593"/>
                      <a:pt x="57562" y="27242"/>
                    </a:cubicBezTo>
                    <a:lnTo>
                      <a:pt x="57562" y="27242"/>
                    </a:lnTo>
                    <a:cubicBezTo>
                      <a:pt x="58772" y="27515"/>
                      <a:pt x="59982" y="27788"/>
                      <a:pt x="61191" y="28048"/>
                    </a:cubicBezTo>
                    <a:cubicBezTo>
                      <a:pt x="61226" y="28056"/>
                      <a:pt x="61261" y="28060"/>
                      <a:pt x="61296" y="28060"/>
                    </a:cubicBezTo>
                    <a:cubicBezTo>
                      <a:pt x="61479" y="28060"/>
                      <a:pt x="61644" y="27948"/>
                      <a:pt x="61699" y="27762"/>
                    </a:cubicBezTo>
                    <a:cubicBezTo>
                      <a:pt x="62193" y="26123"/>
                      <a:pt x="62908" y="24614"/>
                      <a:pt x="63663" y="23092"/>
                    </a:cubicBezTo>
                    <a:cubicBezTo>
                      <a:pt x="63758" y="22913"/>
                      <a:pt x="63622" y="22768"/>
                      <a:pt x="63477" y="22768"/>
                    </a:cubicBezTo>
                    <a:cubicBezTo>
                      <a:pt x="63443" y="22768"/>
                      <a:pt x="63409" y="22775"/>
                      <a:pt x="63377" y="22793"/>
                    </a:cubicBezTo>
                    <a:cubicBezTo>
                      <a:pt x="63364" y="22793"/>
                      <a:pt x="63364" y="22780"/>
                      <a:pt x="63351" y="22767"/>
                    </a:cubicBezTo>
                    <a:cubicBezTo>
                      <a:pt x="62661" y="20932"/>
                      <a:pt x="61881" y="19124"/>
                      <a:pt x="61048" y="17329"/>
                    </a:cubicBezTo>
                    <a:cubicBezTo>
                      <a:pt x="61386" y="16965"/>
                      <a:pt x="61725" y="16549"/>
                      <a:pt x="62258" y="16523"/>
                    </a:cubicBezTo>
                    <a:cubicBezTo>
                      <a:pt x="62272" y="16522"/>
                      <a:pt x="62286" y="16522"/>
                      <a:pt x="62300" y="16522"/>
                    </a:cubicBezTo>
                    <a:close/>
                    <a:moveTo>
                      <a:pt x="46999" y="27033"/>
                    </a:moveTo>
                    <a:cubicBezTo>
                      <a:pt x="47325" y="27905"/>
                      <a:pt x="47962" y="28503"/>
                      <a:pt x="48716" y="28842"/>
                    </a:cubicBezTo>
                    <a:cubicBezTo>
                      <a:pt x="49805" y="29862"/>
                      <a:pt x="51378" y="30406"/>
                      <a:pt x="52929" y="30406"/>
                    </a:cubicBezTo>
                    <a:cubicBezTo>
                      <a:pt x="54621" y="30406"/>
                      <a:pt x="56285" y="29758"/>
                      <a:pt x="57263" y="28373"/>
                    </a:cubicBezTo>
                    <a:cubicBezTo>
                      <a:pt x="57380" y="28529"/>
                      <a:pt x="57510" y="28659"/>
                      <a:pt x="57666" y="28763"/>
                    </a:cubicBezTo>
                    <a:cubicBezTo>
                      <a:pt x="56836" y="30208"/>
                      <a:pt x="54971" y="30873"/>
                      <a:pt x="53008" y="30873"/>
                    </a:cubicBezTo>
                    <a:cubicBezTo>
                      <a:pt x="50234" y="30873"/>
                      <a:pt x="47265" y="29546"/>
                      <a:pt x="46739" y="27215"/>
                    </a:cubicBezTo>
                    <a:cubicBezTo>
                      <a:pt x="46830" y="27150"/>
                      <a:pt x="46921" y="27098"/>
                      <a:pt x="46999" y="27033"/>
                    </a:cubicBezTo>
                    <a:close/>
                    <a:moveTo>
                      <a:pt x="1275" y="28581"/>
                    </a:moveTo>
                    <a:cubicBezTo>
                      <a:pt x="1275" y="28594"/>
                      <a:pt x="1288" y="28620"/>
                      <a:pt x="1314" y="28633"/>
                    </a:cubicBezTo>
                    <a:cubicBezTo>
                      <a:pt x="1418" y="28724"/>
                      <a:pt x="1523" y="28802"/>
                      <a:pt x="1614" y="28881"/>
                    </a:cubicBezTo>
                    <a:cubicBezTo>
                      <a:pt x="1171" y="29648"/>
                      <a:pt x="924" y="30559"/>
                      <a:pt x="833" y="31443"/>
                    </a:cubicBezTo>
                    <a:cubicBezTo>
                      <a:pt x="768" y="31391"/>
                      <a:pt x="703" y="31352"/>
                      <a:pt x="638" y="31300"/>
                    </a:cubicBezTo>
                    <a:cubicBezTo>
                      <a:pt x="755" y="30780"/>
                      <a:pt x="781" y="30246"/>
                      <a:pt x="898" y="29739"/>
                    </a:cubicBezTo>
                    <a:cubicBezTo>
                      <a:pt x="989" y="29336"/>
                      <a:pt x="1132" y="28959"/>
                      <a:pt x="1275" y="28581"/>
                    </a:cubicBezTo>
                    <a:close/>
                    <a:moveTo>
                      <a:pt x="44294" y="26526"/>
                    </a:moveTo>
                    <a:cubicBezTo>
                      <a:pt x="44582" y="27113"/>
                      <a:pt x="45228" y="27427"/>
                      <a:pt x="45863" y="27427"/>
                    </a:cubicBezTo>
                    <a:cubicBezTo>
                      <a:pt x="45974" y="27427"/>
                      <a:pt x="46084" y="27417"/>
                      <a:pt x="46193" y="27398"/>
                    </a:cubicBezTo>
                    <a:cubicBezTo>
                      <a:pt x="46729" y="29893"/>
                      <a:pt x="50165" y="31478"/>
                      <a:pt x="53223" y="31478"/>
                    </a:cubicBezTo>
                    <a:cubicBezTo>
                      <a:pt x="55363" y="31478"/>
                      <a:pt x="57317" y="30703"/>
                      <a:pt x="57965" y="28920"/>
                    </a:cubicBezTo>
                    <a:cubicBezTo>
                      <a:pt x="58112" y="28974"/>
                      <a:pt x="58268" y="29005"/>
                      <a:pt x="58428" y="29005"/>
                    </a:cubicBezTo>
                    <a:cubicBezTo>
                      <a:pt x="58537" y="29005"/>
                      <a:pt x="58648" y="28990"/>
                      <a:pt x="58759" y="28959"/>
                    </a:cubicBezTo>
                    <a:cubicBezTo>
                      <a:pt x="58772" y="29466"/>
                      <a:pt x="59045" y="29947"/>
                      <a:pt x="59435" y="30259"/>
                    </a:cubicBezTo>
                    <a:cubicBezTo>
                      <a:pt x="58849" y="31963"/>
                      <a:pt x="56595" y="32456"/>
                      <a:pt x="54275" y="32456"/>
                    </a:cubicBezTo>
                    <a:cubicBezTo>
                      <a:pt x="52219" y="32456"/>
                      <a:pt x="50112" y="32069"/>
                      <a:pt x="49068" y="31794"/>
                    </a:cubicBezTo>
                    <a:cubicBezTo>
                      <a:pt x="46622" y="31144"/>
                      <a:pt x="44177" y="29908"/>
                      <a:pt x="43058" y="27541"/>
                    </a:cubicBezTo>
                    <a:cubicBezTo>
                      <a:pt x="43565" y="27294"/>
                      <a:pt x="43994" y="26955"/>
                      <a:pt x="44294" y="26526"/>
                    </a:cubicBezTo>
                    <a:close/>
                    <a:moveTo>
                      <a:pt x="7610" y="19358"/>
                    </a:moveTo>
                    <a:cubicBezTo>
                      <a:pt x="9249" y="20659"/>
                      <a:pt x="11643" y="21453"/>
                      <a:pt x="14101" y="21830"/>
                    </a:cubicBezTo>
                    <a:cubicBezTo>
                      <a:pt x="14127" y="21908"/>
                      <a:pt x="14180" y="21986"/>
                      <a:pt x="14271" y="22012"/>
                    </a:cubicBezTo>
                    <a:cubicBezTo>
                      <a:pt x="14596" y="22129"/>
                      <a:pt x="14947" y="22194"/>
                      <a:pt x="15272" y="22311"/>
                    </a:cubicBezTo>
                    <a:cubicBezTo>
                      <a:pt x="15454" y="22376"/>
                      <a:pt x="15636" y="22454"/>
                      <a:pt x="15819" y="22533"/>
                    </a:cubicBezTo>
                    <a:cubicBezTo>
                      <a:pt x="15845" y="22611"/>
                      <a:pt x="15910" y="22689"/>
                      <a:pt x="16014" y="22728"/>
                    </a:cubicBezTo>
                    <a:cubicBezTo>
                      <a:pt x="18576" y="23703"/>
                      <a:pt x="21022" y="24913"/>
                      <a:pt x="23324" y="26370"/>
                    </a:cubicBezTo>
                    <a:cubicBezTo>
                      <a:pt x="25002" y="27476"/>
                      <a:pt x="26550" y="28776"/>
                      <a:pt x="27682" y="30468"/>
                    </a:cubicBezTo>
                    <a:cubicBezTo>
                      <a:pt x="28306" y="31417"/>
                      <a:pt x="29503" y="32978"/>
                      <a:pt x="27058" y="33655"/>
                    </a:cubicBezTo>
                    <a:cubicBezTo>
                      <a:pt x="26920" y="33693"/>
                      <a:pt x="26770" y="33710"/>
                      <a:pt x="26610" y="33710"/>
                    </a:cubicBezTo>
                    <a:cubicBezTo>
                      <a:pt x="25642" y="33710"/>
                      <a:pt x="24348" y="33070"/>
                      <a:pt x="23611" y="32679"/>
                    </a:cubicBezTo>
                    <a:cubicBezTo>
                      <a:pt x="20254" y="30910"/>
                      <a:pt x="17653" y="27866"/>
                      <a:pt x="14817" y="25394"/>
                    </a:cubicBezTo>
                    <a:cubicBezTo>
                      <a:pt x="12619" y="23469"/>
                      <a:pt x="10173" y="21674"/>
                      <a:pt x="7350" y="20763"/>
                    </a:cubicBezTo>
                    <a:cubicBezTo>
                      <a:pt x="6544" y="20503"/>
                      <a:pt x="5464" y="20204"/>
                      <a:pt x="4384" y="20100"/>
                    </a:cubicBezTo>
                    <a:cubicBezTo>
                      <a:pt x="5100" y="19944"/>
                      <a:pt x="5789" y="19762"/>
                      <a:pt x="6427" y="19385"/>
                    </a:cubicBezTo>
                    <a:cubicBezTo>
                      <a:pt x="6440" y="19385"/>
                      <a:pt x="6440" y="19372"/>
                      <a:pt x="6453" y="19358"/>
                    </a:cubicBezTo>
                    <a:close/>
                    <a:moveTo>
                      <a:pt x="5074" y="21921"/>
                    </a:moveTo>
                    <a:cubicBezTo>
                      <a:pt x="8560" y="22767"/>
                      <a:pt x="12059" y="25173"/>
                      <a:pt x="14518" y="27268"/>
                    </a:cubicBezTo>
                    <a:cubicBezTo>
                      <a:pt x="16859" y="29271"/>
                      <a:pt x="18719" y="31612"/>
                      <a:pt x="21256" y="33316"/>
                    </a:cubicBezTo>
                    <a:cubicBezTo>
                      <a:pt x="21217" y="33419"/>
                      <a:pt x="21230" y="33548"/>
                      <a:pt x="21343" y="33626"/>
                    </a:cubicBezTo>
                    <a:lnTo>
                      <a:pt x="21343" y="33626"/>
                    </a:lnTo>
                    <a:cubicBezTo>
                      <a:pt x="21294" y="33593"/>
                      <a:pt x="21240" y="33582"/>
                      <a:pt x="21183" y="33582"/>
                    </a:cubicBezTo>
                    <a:cubicBezTo>
                      <a:pt x="21051" y="33582"/>
                      <a:pt x="20903" y="33642"/>
                      <a:pt x="20763" y="33642"/>
                    </a:cubicBezTo>
                    <a:cubicBezTo>
                      <a:pt x="20754" y="33642"/>
                      <a:pt x="20745" y="33642"/>
                      <a:pt x="20736" y="33642"/>
                    </a:cubicBezTo>
                    <a:cubicBezTo>
                      <a:pt x="20541" y="33642"/>
                      <a:pt x="20358" y="33603"/>
                      <a:pt x="20189" y="33524"/>
                    </a:cubicBezTo>
                    <a:cubicBezTo>
                      <a:pt x="19903" y="33394"/>
                      <a:pt x="19747" y="33212"/>
                      <a:pt x="19591" y="32978"/>
                    </a:cubicBezTo>
                    <a:cubicBezTo>
                      <a:pt x="19591" y="32913"/>
                      <a:pt x="19591" y="32861"/>
                      <a:pt x="19591" y="32783"/>
                    </a:cubicBezTo>
                    <a:cubicBezTo>
                      <a:pt x="19576" y="32633"/>
                      <a:pt x="19423" y="32531"/>
                      <a:pt x="19288" y="32531"/>
                    </a:cubicBezTo>
                    <a:cubicBezTo>
                      <a:pt x="19189" y="32531"/>
                      <a:pt x="19100" y="32586"/>
                      <a:pt x="19084" y="32718"/>
                    </a:cubicBezTo>
                    <a:cubicBezTo>
                      <a:pt x="18964" y="33539"/>
                      <a:pt x="18369" y="33818"/>
                      <a:pt x="17702" y="33818"/>
                    </a:cubicBezTo>
                    <a:cubicBezTo>
                      <a:pt x="17133" y="33818"/>
                      <a:pt x="16511" y="33614"/>
                      <a:pt x="16092" y="33368"/>
                    </a:cubicBezTo>
                    <a:cubicBezTo>
                      <a:pt x="15350" y="32939"/>
                      <a:pt x="14882" y="32289"/>
                      <a:pt x="14544" y="31534"/>
                    </a:cubicBezTo>
                    <a:cubicBezTo>
                      <a:pt x="14583" y="31287"/>
                      <a:pt x="14531" y="31027"/>
                      <a:pt x="14362" y="30806"/>
                    </a:cubicBezTo>
                    <a:cubicBezTo>
                      <a:pt x="14303" y="30715"/>
                      <a:pt x="14209" y="30675"/>
                      <a:pt x="14116" y="30675"/>
                    </a:cubicBezTo>
                    <a:cubicBezTo>
                      <a:pt x="13943" y="30675"/>
                      <a:pt x="13774" y="30815"/>
                      <a:pt x="13841" y="31027"/>
                    </a:cubicBezTo>
                    <a:cubicBezTo>
                      <a:pt x="14081" y="31800"/>
                      <a:pt x="13436" y="32111"/>
                      <a:pt x="12782" y="32111"/>
                    </a:cubicBezTo>
                    <a:cubicBezTo>
                      <a:pt x="12479" y="32111"/>
                      <a:pt x="12174" y="32044"/>
                      <a:pt x="11955" y="31924"/>
                    </a:cubicBezTo>
                    <a:cubicBezTo>
                      <a:pt x="11136" y="31495"/>
                      <a:pt x="10875" y="30598"/>
                      <a:pt x="11097" y="29739"/>
                    </a:cubicBezTo>
                    <a:cubicBezTo>
                      <a:pt x="11110" y="29687"/>
                      <a:pt x="11110" y="29648"/>
                      <a:pt x="11084" y="29622"/>
                    </a:cubicBezTo>
                    <a:cubicBezTo>
                      <a:pt x="11144" y="29405"/>
                      <a:pt x="10979" y="29228"/>
                      <a:pt x="10804" y="29228"/>
                    </a:cubicBezTo>
                    <a:cubicBezTo>
                      <a:pt x="10717" y="29228"/>
                      <a:pt x="10628" y="29271"/>
                      <a:pt x="10563" y="29375"/>
                    </a:cubicBezTo>
                    <a:cubicBezTo>
                      <a:pt x="9963" y="30311"/>
                      <a:pt x="9079" y="30800"/>
                      <a:pt x="8199" y="30800"/>
                    </a:cubicBezTo>
                    <a:cubicBezTo>
                      <a:pt x="7343" y="30800"/>
                      <a:pt x="6490" y="30337"/>
                      <a:pt x="5906" y="29375"/>
                    </a:cubicBezTo>
                    <a:cubicBezTo>
                      <a:pt x="4892" y="27723"/>
                      <a:pt x="5321" y="25811"/>
                      <a:pt x="6895" y="24718"/>
                    </a:cubicBezTo>
                    <a:cubicBezTo>
                      <a:pt x="6921" y="24705"/>
                      <a:pt x="6934" y="24705"/>
                      <a:pt x="6960" y="24692"/>
                    </a:cubicBezTo>
                    <a:cubicBezTo>
                      <a:pt x="7248" y="24566"/>
                      <a:pt x="7126" y="24078"/>
                      <a:pt x="6825" y="24078"/>
                    </a:cubicBezTo>
                    <a:cubicBezTo>
                      <a:pt x="6814" y="24078"/>
                      <a:pt x="6803" y="24079"/>
                      <a:pt x="6791" y="24080"/>
                    </a:cubicBezTo>
                    <a:cubicBezTo>
                      <a:pt x="6416" y="24128"/>
                      <a:pt x="6017" y="24203"/>
                      <a:pt x="5632" y="24203"/>
                    </a:cubicBezTo>
                    <a:cubicBezTo>
                      <a:pt x="5175" y="24203"/>
                      <a:pt x="4737" y="24098"/>
                      <a:pt x="4384" y="23716"/>
                    </a:cubicBezTo>
                    <a:cubicBezTo>
                      <a:pt x="3721" y="23001"/>
                      <a:pt x="4124" y="22064"/>
                      <a:pt x="5048" y="21934"/>
                    </a:cubicBezTo>
                    <a:cubicBezTo>
                      <a:pt x="5061" y="21934"/>
                      <a:pt x="5074" y="21921"/>
                      <a:pt x="5074" y="21921"/>
                    </a:cubicBezTo>
                    <a:close/>
                    <a:moveTo>
                      <a:pt x="3752" y="20559"/>
                    </a:moveTo>
                    <a:cubicBezTo>
                      <a:pt x="5933" y="20559"/>
                      <a:pt x="8702" y="21855"/>
                      <a:pt x="9965" y="22559"/>
                    </a:cubicBezTo>
                    <a:cubicBezTo>
                      <a:pt x="12072" y="23716"/>
                      <a:pt x="13893" y="25303"/>
                      <a:pt x="15662" y="26916"/>
                    </a:cubicBezTo>
                    <a:cubicBezTo>
                      <a:pt x="18368" y="29388"/>
                      <a:pt x="21204" y="32614"/>
                      <a:pt x="24807" y="33798"/>
                    </a:cubicBezTo>
                    <a:cubicBezTo>
                      <a:pt x="25363" y="33979"/>
                      <a:pt x="26316" y="34186"/>
                      <a:pt x="27212" y="34186"/>
                    </a:cubicBezTo>
                    <a:cubicBezTo>
                      <a:pt x="28372" y="34186"/>
                      <a:pt x="29438" y="33841"/>
                      <a:pt x="29438" y="32653"/>
                    </a:cubicBezTo>
                    <a:cubicBezTo>
                      <a:pt x="29438" y="31638"/>
                      <a:pt x="28450" y="30376"/>
                      <a:pt x="27682" y="29479"/>
                    </a:cubicBezTo>
                    <a:lnTo>
                      <a:pt x="27682" y="29479"/>
                    </a:lnTo>
                    <a:cubicBezTo>
                      <a:pt x="28931" y="30455"/>
                      <a:pt x="30258" y="31586"/>
                      <a:pt x="31337" y="32809"/>
                    </a:cubicBezTo>
                    <a:cubicBezTo>
                      <a:pt x="31856" y="34791"/>
                      <a:pt x="30172" y="35266"/>
                      <a:pt x="28591" y="35266"/>
                    </a:cubicBezTo>
                    <a:cubicBezTo>
                      <a:pt x="27755" y="35266"/>
                      <a:pt x="26948" y="35133"/>
                      <a:pt x="26511" y="35020"/>
                    </a:cubicBezTo>
                    <a:cubicBezTo>
                      <a:pt x="25757" y="34825"/>
                      <a:pt x="25041" y="34539"/>
                      <a:pt x="24326" y="34240"/>
                    </a:cubicBezTo>
                    <a:cubicBezTo>
                      <a:pt x="22661" y="33524"/>
                      <a:pt x="21113" y="32588"/>
                      <a:pt x="19721" y="31417"/>
                    </a:cubicBezTo>
                    <a:cubicBezTo>
                      <a:pt x="17718" y="29739"/>
                      <a:pt x="16118" y="27645"/>
                      <a:pt x="14036" y="26058"/>
                    </a:cubicBezTo>
                    <a:cubicBezTo>
                      <a:pt x="10992" y="23724"/>
                      <a:pt x="6966" y="21034"/>
                      <a:pt x="2950" y="21034"/>
                    </a:cubicBezTo>
                    <a:cubicBezTo>
                      <a:pt x="2556" y="21034"/>
                      <a:pt x="2162" y="21060"/>
                      <a:pt x="1770" y="21115"/>
                    </a:cubicBezTo>
                    <a:cubicBezTo>
                      <a:pt x="2299" y="20717"/>
                      <a:pt x="2989" y="20559"/>
                      <a:pt x="3752" y="20559"/>
                    </a:cubicBezTo>
                    <a:close/>
                    <a:moveTo>
                      <a:pt x="4814" y="26526"/>
                    </a:moveTo>
                    <a:cubicBezTo>
                      <a:pt x="4488" y="27697"/>
                      <a:pt x="4749" y="29050"/>
                      <a:pt x="5542" y="30103"/>
                    </a:cubicBezTo>
                    <a:cubicBezTo>
                      <a:pt x="6247" y="31036"/>
                      <a:pt x="7283" y="31521"/>
                      <a:pt x="8292" y="31521"/>
                    </a:cubicBezTo>
                    <a:cubicBezTo>
                      <a:pt x="9127" y="31521"/>
                      <a:pt x="9943" y="31190"/>
                      <a:pt x="10537" y="30507"/>
                    </a:cubicBezTo>
                    <a:cubicBezTo>
                      <a:pt x="10537" y="31495"/>
                      <a:pt x="11175" y="32432"/>
                      <a:pt x="12215" y="32718"/>
                    </a:cubicBezTo>
                    <a:cubicBezTo>
                      <a:pt x="12407" y="32767"/>
                      <a:pt x="12611" y="32793"/>
                      <a:pt x="12816" y="32793"/>
                    </a:cubicBezTo>
                    <a:cubicBezTo>
                      <a:pt x="13263" y="32793"/>
                      <a:pt x="13715" y="32669"/>
                      <a:pt x="14062" y="32393"/>
                    </a:cubicBezTo>
                    <a:cubicBezTo>
                      <a:pt x="14141" y="32328"/>
                      <a:pt x="14219" y="32250"/>
                      <a:pt x="14284" y="32159"/>
                    </a:cubicBezTo>
                    <a:cubicBezTo>
                      <a:pt x="14713" y="33199"/>
                      <a:pt x="15662" y="34006"/>
                      <a:pt x="16742" y="34305"/>
                    </a:cubicBezTo>
                    <a:cubicBezTo>
                      <a:pt x="17008" y="34381"/>
                      <a:pt x="17311" y="34423"/>
                      <a:pt x="17618" y="34423"/>
                    </a:cubicBezTo>
                    <a:cubicBezTo>
                      <a:pt x="18360" y="34423"/>
                      <a:pt x="19126" y="34179"/>
                      <a:pt x="19448" y="33590"/>
                    </a:cubicBezTo>
                    <a:cubicBezTo>
                      <a:pt x="19760" y="33928"/>
                      <a:pt x="20267" y="34149"/>
                      <a:pt x="20671" y="34188"/>
                    </a:cubicBezTo>
                    <a:cubicBezTo>
                      <a:pt x="20719" y="34193"/>
                      <a:pt x="20770" y="34196"/>
                      <a:pt x="20823" y="34196"/>
                    </a:cubicBezTo>
                    <a:cubicBezTo>
                      <a:pt x="21037" y="34196"/>
                      <a:pt x="21276" y="34152"/>
                      <a:pt x="21464" y="34058"/>
                    </a:cubicBezTo>
                    <a:lnTo>
                      <a:pt x="21464" y="34058"/>
                    </a:lnTo>
                    <a:cubicBezTo>
                      <a:pt x="21217" y="34617"/>
                      <a:pt x="21269" y="35307"/>
                      <a:pt x="21685" y="35788"/>
                    </a:cubicBezTo>
                    <a:cubicBezTo>
                      <a:pt x="21990" y="36117"/>
                      <a:pt x="22432" y="36298"/>
                      <a:pt x="22882" y="36298"/>
                    </a:cubicBezTo>
                    <a:cubicBezTo>
                      <a:pt x="22913" y="36298"/>
                      <a:pt x="22943" y="36297"/>
                      <a:pt x="22973" y="36295"/>
                    </a:cubicBezTo>
                    <a:lnTo>
                      <a:pt x="22973" y="36295"/>
                    </a:lnTo>
                    <a:cubicBezTo>
                      <a:pt x="22869" y="37115"/>
                      <a:pt x="23298" y="37869"/>
                      <a:pt x="23949" y="38364"/>
                    </a:cubicBezTo>
                    <a:cubicBezTo>
                      <a:pt x="21516" y="37466"/>
                      <a:pt x="19110" y="36503"/>
                      <a:pt x="16677" y="35528"/>
                    </a:cubicBezTo>
                    <a:cubicBezTo>
                      <a:pt x="11644" y="33499"/>
                      <a:pt x="6402" y="31717"/>
                      <a:pt x="2006" y="28466"/>
                    </a:cubicBezTo>
                    <a:lnTo>
                      <a:pt x="2006" y="28466"/>
                    </a:lnTo>
                    <a:cubicBezTo>
                      <a:pt x="2036" y="28488"/>
                      <a:pt x="2074" y="28501"/>
                      <a:pt x="2113" y="28501"/>
                    </a:cubicBezTo>
                    <a:cubicBezTo>
                      <a:pt x="2142" y="28501"/>
                      <a:pt x="2172" y="28494"/>
                      <a:pt x="2199" y="28477"/>
                    </a:cubicBezTo>
                    <a:cubicBezTo>
                      <a:pt x="3136" y="27957"/>
                      <a:pt x="3981" y="27189"/>
                      <a:pt x="4814" y="26526"/>
                    </a:cubicBezTo>
                    <a:close/>
                    <a:moveTo>
                      <a:pt x="21646" y="21661"/>
                    </a:moveTo>
                    <a:cubicBezTo>
                      <a:pt x="22154" y="22220"/>
                      <a:pt x="22869" y="22611"/>
                      <a:pt x="23624" y="22741"/>
                    </a:cubicBezTo>
                    <a:cubicBezTo>
                      <a:pt x="23702" y="22767"/>
                      <a:pt x="23780" y="22767"/>
                      <a:pt x="23871" y="22780"/>
                    </a:cubicBezTo>
                    <a:cubicBezTo>
                      <a:pt x="24198" y="27490"/>
                      <a:pt x="28966" y="29494"/>
                      <a:pt x="33593" y="29494"/>
                    </a:cubicBezTo>
                    <a:cubicBezTo>
                      <a:pt x="35944" y="29494"/>
                      <a:pt x="38258" y="28977"/>
                      <a:pt x="39936" y="28035"/>
                    </a:cubicBezTo>
                    <a:cubicBezTo>
                      <a:pt x="40169" y="28065"/>
                      <a:pt x="40408" y="28080"/>
                      <a:pt x="40650" y="28080"/>
                    </a:cubicBezTo>
                    <a:cubicBezTo>
                      <a:pt x="41245" y="28080"/>
                      <a:pt x="41856" y="27990"/>
                      <a:pt x="42420" y="27814"/>
                    </a:cubicBezTo>
                    <a:cubicBezTo>
                      <a:pt x="43903" y="30949"/>
                      <a:pt x="47351" y="32315"/>
                      <a:pt x="50655" y="32835"/>
                    </a:cubicBezTo>
                    <a:cubicBezTo>
                      <a:pt x="51406" y="32950"/>
                      <a:pt x="52564" y="33070"/>
                      <a:pt x="53809" y="33070"/>
                    </a:cubicBezTo>
                    <a:cubicBezTo>
                      <a:pt x="56359" y="33070"/>
                      <a:pt x="59279" y="32569"/>
                      <a:pt x="59838" y="30507"/>
                    </a:cubicBezTo>
                    <a:cubicBezTo>
                      <a:pt x="59956" y="30559"/>
                      <a:pt x="60073" y="30598"/>
                      <a:pt x="60190" y="30624"/>
                    </a:cubicBezTo>
                    <a:cubicBezTo>
                      <a:pt x="60302" y="30649"/>
                      <a:pt x="60417" y="30661"/>
                      <a:pt x="60534" y="30661"/>
                    </a:cubicBezTo>
                    <a:cubicBezTo>
                      <a:pt x="61149" y="30661"/>
                      <a:pt x="61792" y="30327"/>
                      <a:pt x="62076" y="29791"/>
                    </a:cubicBezTo>
                    <a:cubicBezTo>
                      <a:pt x="62416" y="30257"/>
                      <a:pt x="62990" y="30513"/>
                      <a:pt x="63561" y="30513"/>
                    </a:cubicBezTo>
                    <a:cubicBezTo>
                      <a:pt x="63820" y="30513"/>
                      <a:pt x="64078" y="30460"/>
                      <a:pt x="64313" y="30350"/>
                    </a:cubicBezTo>
                    <a:cubicBezTo>
                      <a:pt x="65965" y="33616"/>
                      <a:pt x="66642" y="37089"/>
                      <a:pt x="66082" y="40679"/>
                    </a:cubicBezTo>
                    <a:cubicBezTo>
                      <a:pt x="63780" y="37219"/>
                      <a:pt x="59669" y="35775"/>
                      <a:pt x="55728" y="34877"/>
                    </a:cubicBezTo>
                    <a:cubicBezTo>
                      <a:pt x="52697" y="34181"/>
                      <a:pt x="49578" y="33784"/>
                      <a:pt x="46465" y="33784"/>
                    </a:cubicBezTo>
                    <a:cubicBezTo>
                      <a:pt x="44341" y="33784"/>
                      <a:pt x="42220" y="33969"/>
                      <a:pt x="40131" y="34370"/>
                    </a:cubicBezTo>
                    <a:cubicBezTo>
                      <a:pt x="38635" y="34656"/>
                      <a:pt x="37152" y="35059"/>
                      <a:pt x="35721" y="35580"/>
                    </a:cubicBezTo>
                    <a:cubicBezTo>
                      <a:pt x="35055" y="35816"/>
                      <a:pt x="34753" y="36002"/>
                      <a:pt x="34543" y="36002"/>
                    </a:cubicBezTo>
                    <a:cubicBezTo>
                      <a:pt x="34314" y="36002"/>
                      <a:pt x="34195" y="35781"/>
                      <a:pt x="33835" y="35164"/>
                    </a:cubicBezTo>
                    <a:cubicBezTo>
                      <a:pt x="32638" y="33121"/>
                      <a:pt x="30895" y="31417"/>
                      <a:pt x="29139" y="29843"/>
                    </a:cubicBezTo>
                    <a:cubicBezTo>
                      <a:pt x="25380" y="26448"/>
                      <a:pt x="21035" y="23872"/>
                      <a:pt x="16313" y="22064"/>
                    </a:cubicBezTo>
                    <a:lnTo>
                      <a:pt x="16313" y="22064"/>
                    </a:lnTo>
                    <a:cubicBezTo>
                      <a:pt x="16778" y="22091"/>
                      <a:pt x="17236" y="22104"/>
                      <a:pt x="17684" y="22104"/>
                    </a:cubicBezTo>
                    <a:cubicBezTo>
                      <a:pt x="19203" y="22104"/>
                      <a:pt x="20591" y="21952"/>
                      <a:pt x="21646" y="21661"/>
                    </a:cubicBezTo>
                    <a:close/>
                    <a:moveTo>
                      <a:pt x="28202" y="37869"/>
                    </a:moveTo>
                    <a:cubicBezTo>
                      <a:pt x="28733" y="38484"/>
                      <a:pt x="29535" y="38777"/>
                      <a:pt x="30339" y="38777"/>
                    </a:cubicBezTo>
                    <a:cubicBezTo>
                      <a:pt x="30777" y="38777"/>
                      <a:pt x="31216" y="38690"/>
                      <a:pt x="31611" y="38520"/>
                    </a:cubicBezTo>
                    <a:lnTo>
                      <a:pt x="31611" y="38520"/>
                    </a:lnTo>
                    <a:cubicBezTo>
                      <a:pt x="31311" y="39326"/>
                      <a:pt x="31415" y="40185"/>
                      <a:pt x="31806" y="40900"/>
                    </a:cubicBezTo>
                    <a:cubicBezTo>
                      <a:pt x="29672" y="40328"/>
                      <a:pt x="27604" y="39664"/>
                      <a:pt x="25549" y="38936"/>
                    </a:cubicBezTo>
                    <a:lnTo>
                      <a:pt x="25549" y="38936"/>
                    </a:lnTo>
                    <a:cubicBezTo>
                      <a:pt x="25620" y="38940"/>
                      <a:pt x="25692" y="38942"/>
                      <a:pt x="25765" y="38942"/>
                    </a:cubicBezTo>
                    <a:cubicBezTo>
                      <a:pt x="26695" y="38942"/>
                      <a:pt x="27756" y="38629"/>
                      <a:pt x="28202" y="37869"/>
                    </a:cubicBezTo>
                    <a:close/>
                    <a:moveTo>
                      <a:pt x="46820" y="34513"/>
                    </a:moveTo>
                    <a:cubicBezTo>
                      <a:pt x="48501" y="34513"/>
                      <a:pt x="50188" y="34629"/>
                      <a:pt x="51864" y="34851"/>
                    </a:cubicBezTo>
                    <a:cubicBezTo>
                      <a:pt x="52892" y="34981"/>
                      <a:pt x="53959" y="35151"/>
                      <a:pt x="55051" y="35359"/>
                    </a:cubicBezTo>
                    <a:cubicBezTo>
                      <a:pt x="55988" y="35853"/>
                      <a:pt x="56925" y="36373"/>
                      <a:pt x="57822" y="36946"/>
                    </a:cubicBezTo>
                    <a:cubicBezTo>
                      <a:pt x="58382" y="37310"/>
                      <a:pt x="58941" y="37700"/>
                      <a:pt x="59409" y="38155"/>
                    </a:cubicBezTo>
                    <a:cubicBezTo>
                      <a:pt x="59708" y="38442"/>
                      <a:pt x="59969" y="38741"/>
                      <a:pt x="60177" y="39092"/>
                    </a:cubicBezTo>
                    <a:cubicBezTo>
                      <a:pt x="60320" y="39339"/>
                      <a:pt x="60541" y="40146"/>
                      <a:pt x="60385" y="40536"/>
                    </a:cubicBezTo>
                    <a:cubicBezTo>
                      <a:pt x="59731" y="40919"/>
                      <a:pt x="59063" y="41081"/>
                      <a:pt x="58391" y="41081"/>
                    </a:cubicBezTo>
                    <a:cubicBezTo>
                      <a:pt x="55575" y="41081"/>
                      <a:pt x="52674" y="38249"/>
                      <a:pt x="50290" y="37063"/>
                    </a:cubicBezTo>
                    <a:cubicBezTo>
                      <a:pt x="48170" y="36009"/>
                      <a:pt x="45920" y="35203"/>
                      <a:pt x="43617" y="34656"/>
                    </a:cubicBezTo>
                    <a:cubicBezTo>
                      <a:pt x="44680" y="34560"/>
                      <a:pt x="45749" y="34513"/>
                      <a:pt x="46820" y="34513"/>
                    </a:cubicBezTo>
                    <a:close/>
                    <a:moveTo>
                      <a:pt x="31754" y="33316"/>
                    </a:moveTo>
                    <a:cubicBezTo>
                      <a:pt x="32651" y="34435"/>
                      <a:pt x="33328" y="35606"/>
                      <a:pt x="33523" y="36816"/>
                    </a:cubicBezTo>
                    <a:cubicBezTo>
                      <a:pt x="33550" y="36999"/>
                      <a:pt x="33714" y="37073"/>
                      <a:pt x="33876" y="37073"/>
                    </a:cubicBezTo>
                    <a:cubicBezTo>
                      <a:pt x="33944" y="37073"/>
                      <a:pt x="34012" y="37060"/>
                      <a:pt x="34069" y="37037"/>
                    </a:cubicBezTo>
                    <a:cubicBezTo>
                      <a:pt x="35292" y="36503"/>
                      <a:pt x="36541" y="36074"/>
                      <a:pt x="37802" y="35710"/>
                    </a:cubicBezTo>
                    <a:cubicBezTo>
                      <a:pt x="39064" y="36074"/>
                      <a:pt x="40313" y="36256"/>
                      <a:pt x="41562" y="36412"/>
                    </a:cubicBezTo>
                    <a:cubicBezTo>
                      <a:pt x="41029" y="37414"/>
                      <a:pt x="41094" y="38715"/>
                      <a:pt x="41835" y="39612"/>
                    </a:cubicBezTo>
                    <a:cubicBezTo>
                      <a:pt x="42160" y="40016"/>
                      <a:pt x="42642" y="40315"/>
                      <a:pt x="43162" y="40484"/>
                    </a:cubicBezTo>
                    <a:cubicBezTo>
                      <a:pt x="42628" y="41243"/>
                      <a:pt x="41929" y="41593"/>
                      <a:pt x="41204" y="41593"/>
                    </a:cubicBezTo>
                    <a:cubicBezTo>
                      <a:pt x="40500" y="41593"/>
                      <a:pt x="39771" y="41262"/>
                      <a:pt x="39142" y="40653"/>
                    </a:cubicBezTo>
                    <a:cubicBezTo>
                      <a:pt x="39099" y="40609"/>
                      <a:pt x="39046" y="40590"/>
                      <a:pt x="38993" y="40590"/>
                    </a:cubicBezTo>
                    <a:cubicBezTo>
                      <a:pt x="38935" y="40590"/>
                      <a:pt x="38877" y="40612"/>
                      <a:pt x="38830" y="40653"/>
                    </a:cubicBezTo>
                    <a:cubicBezTo>
                      <a:pt x="38856" y="40562"/>
                      <a:pt x="38895" y="40471"/>
                      <a:pt x="38921" y="40367"/>
                    </a:cubicBezTo>
                    <a:cubicBezTo>
                      <a:pt x="38967" y="40190"/>
                      <a:pt x="38836" y="40081"/>
                      <a:pt x="38699" y="40081"/>
                    </a:cubicBezTo>
                    <a:cubicBezTo>
                      <a:pt x="38605" y="40081"/>
                      <a:pt x="38508" y="40133"/>
                      <a:pt x="38466" y="40250"/>
                    </a:cubicBezTo>
                    <a:cubicBezTo>
                      <a:pt x="38050" y="41290"/>
                      <a:pt x="36749" y="41733"/>
                      <a:pt x="35526" y="41798"/>
                    </a:cubicBezTo>
                    <a:cubicBezTo>
                      <a:pt x="35110" y="41681"/>
                      <a:pt x="34694" y="41577"/>
                      <a:pt x="34277" y="41447"/>
                    </a:cubicBezTo>
                    <a:cubicBezTo>
                      <a:pt x="34247" y="41439"/>
                      <a:pt x="34219" y="41435"/>
                      <a:pt x="34192" y="41435"/>
                    </a:cubicBezTo>
                    <a:cubicBezTo>
                      <a:pt x="34044" y="41435"/>
                      <a:pt x="33946" y="41547"/>
                      <a:pt x="33913" y="41668"/>
                    </a:cubicBezTo>
                    <a:cubicBezTo>
                      <a:pt x="32079" y="41225"/>
                      <a:pt x="31936" y="39508"/>
                      <a:pt x="32521" y="37960"/>
                    </a:cubicBezTo>
                    <a:cubicBezTo>
                      <a:pt x="32588" y="37759"/>
                      <a:pt x="32433" y="37644"/>
                      <a:pt x="32273" y="37644"/>
                    </a:cubicBezTo>
                    <a:cubicBezTo>
                      <a:pt x="32185" y="37644"/>
                      <a:pt x="32095" y="37678"/>
                      <a:pt x="32040" y="37752"/>
                    </a:cubicBezTo>
                    <a:cubicBezTo>
                      <a:pt x="32014" y="37791"/>
                      <a:pt x="32001" y="37817"/>
                      <a:pt x="31975" y="37843"/>
                    </a:cubicBezTo>
                    <a:cubicBezTo>
                      <a:pt x="31936" y="37856"/>
                      <a:pt x="31910" y="37856"/>
                      <a:pt x="31871" y="37882"/>
                    </a:cubicBezTo>
                    <a:cubicBezTo>
                      <a:pt x="31435" y="38153"/>
                      <a:pt x="30993" y="38273"/>
                      <a:pt x="30561" y="38273"/>
                    </a:cubicBezTo>
                    <a:cubicBezTo>
                      <a:pt x="29769" y="38273"/>
                      <a:pt x="29012" y="37868"/>
                      <a:pt x="28398" y="37245"/>
                    </a:cubicBezTo>
                    <a:cubicBezTo>
                      <a:pt x="28343" y="37190"/>
                      <a:pt x="28279" y="37167"/>
                      <a:pt x="28216" y="37167"/>
                    </a:cubicBezTo>
                    <a:cubicBezTo>
                      <a:pt x="28085" y="37167"/>
                      <a:pt x="27960" y="37269"/>
                      <a:pt x="27942" y="37401"/>
                    </a:cubicBezTo>
                    <a:cubicBezTo>
                      <a:pt x="27454" y="38019"/>
                      <a:pt x="26725" y="38306"/>
                      <a:pt x="26006" y="38306"/>
                    </a:cubicBezTo>
                    <a:cubicBezTo>
                      <a:pt x="24788" y="38306"/>
                      <a:pt x="23602" y="37484"/>
                      <a:pt x="23676" y="36061"/>
                    </a:cubicBezTo>
                    <a:cubicBezTo>
                      <a:pt x="23780" y="35957"/>
                      <a:pt x="23715" y="35775"/>
                      <a:pt x="23584" y="35736"/>
                    </a:cubicBezTo>
                    <a:cubicBezTo>
                      <a:pt x="23534" y="35691"/>
                      <a:pt x="23466" y="35669"/>
                      <a:pt x="23396" y="35669"/>
                    </a:cubicBezTo>
                    <a:cubicBezTo>
                      <a:pt x="23284" y="35669"/>
                      <a:pt x="23167" y="35723"/>
                      <a:pt x="23103" y="35827"/>
                    </a:cubicBezTo>
                    <a:cubicBezTo>
                      <a:pt x="23052" y="35833"/>
                      <a:pt x="23001" y="35836"/>
                      <a:pt x="22950" y="35836"/>
                    </a:cubicBezTo>
                    <a:cubicBezTo>
                      <a:pt x="22651" y="35836"/>
                      <a:pt x="22361" y="35735"/>
                      <a:pt x="22128" y="35502"/>
                    </a:cubicBezTo>
                    <a:cubicBezTo>
                      <a:pt x="21724" y="35111"/>
                      <a:pt x="21737" y="34435"/>
                      <a:pt x="22102" y="34019"/>
                    </a:cubicBezTo>
                    <a:cubicBezTo>
                      <a:pt x="22141" y="33980"/>
                      <a:pt x="22167" y="33941"/>
                      <a:pt x="22180" y="33889"/>
                    </a:cubicBezTo>
                    <a:cubicBezTo>
                      <a:pt x="22206" y="33915"/>
                      <a:pt x="22232" y="33928"/>
                      <a:pt x="22258" y="33941"/>
                    </a:cubicBezTo>
                    <a:cubicBezTo>
                      <a:pt x="23814" y="34820"/>
                      <a:pt x="26225" y="36045"/>
                      <a:pt x="28343" y="36045"/>
                    </a:cubicBezTo>
                    <a:cubicBezTo>
                      <a:pt x="29075" y="36045"/>
                      <a:pt x="29773" y="35898"/>
                      <a:pt x="30388" y="35541"/>
                    </a:cubicBezTo>
                    <a:cubicBezTo>
                      <a:pt x="31259" y="35046"/>
                      <a:pt x="31767" y="34188"/>
                      <a:pt x="31754" y="33316"/>
                    </a:cubicBezTo>
                    <a:close/>
                    <a:moveTo>
                      <a:pt x="41588" y="34916"/>
                    </a:moveTo>
                    <a:cubicBezTo>
                      <a:pt x="46128" y="35762"/>
                      <a:pt x="50095" y="37440"/>
                      <a:pt x="53959" y="39938"/>
                    </a:cubicBezTo>
                    <a:cubicBezTo>
                      <a:pt x="55260" y="40772"/>
                      <a:pt x="56772" y="41626"/>
                      <a:pt x="58239" y="41626"/>
                    </a:cubicBezTo>
                    <a:cubicBezTo>
                      <a:pt x="58897" y="41626"/>
                      <a:pt x="59547" y="41454"/>
                      <a:pt x="60164" y="41030"/>
                    </a:cubicBezTo>
                    <a:cubicBezTo>
                      <a:pt x="60206" y="41084"/>
                      <a:pt x="60266" y="41128"/>
                      <a:pt x="60337" y="41128"/>
                    </a:cubicBezTo>
                    <a:cubicBezTo>
                      <a:pt x="60352" y="41128"/>
                      <a:pt x="60368" y="41126"/>
                      <a:pt x="60385" y="41121"/>
                    </a:cubicBezTo>
                    <a:cubicBezTo>
                      <a:pt x="61829" y="40718"/>
                      <a:pt x="60619" y="38728"/>
                      <a:pt x="60021" y="38077"/>
                    </a:cubicBezTo>
                    <a:cubicBezTo>
                      <a:pt x="59149" y="37141"/>
                      <a:pt x="57952" y="36334"/>
                      <a:pt x="56690" y="35723"/>
                    </a:cubicBezTo>
                    <a:lnTo>
                      <a:pt x="56690" y="35723"/>
                    </a:lnTo>
                    <a:cubicBezTo>
                      <a:pt x="58668" y="36217"/>
                      <a:pt x="60593" y="36907"/>
                      <a:pt x="62271" y="37934"/>
                    </a:cubicBezTo>
                    <a:cubicBezTo>
                      <a:pt x="62245" y="37973"/>
                      <a:pt x="62245" y="38012"/>
                      <a:pt x="62271" y="38051"/>
                    </a:cubicBezTo>
                    <a:cubicBezTo>
                      <a:pt x="64120" y="40814"/>
                      <a:pt x="61610" y="42512"/>
                      <a:pt x="59174" y="42512"/>
                    </a:cubicBezTo>
                    <a:cubicBezTo>
                      <a:pt x="58902" y="42512"/>
                      <a:pt x="58632" y="42491"/>
                      <a:pt x="58369" y="42448"/>
                    </a:cubicBezTo>
                    <a:cubicBezTo>
                      <a:pt x="57068" y="42240"/>
                      <a:pt x="55832" y="41616"/>
                      <a:pt x="54674" y="41017"/>
                    </a:cubicBezTo>
                    <a:cubicBezTo>
                      <a:pt x="52853" y="40081"/>
                      <a:pt x="51162" y="38910"/>
                      <a:pt x="49354" y="37921"/>
                    </a:cubicBezTo>
                    <a:cubicBezTo>
                      <a:pt x="47780" y="37063"/>
                      <a:pt x="46141" y="36321"/>
                      <a:pt x="44359" y="35970"/>
                    </a:cubicBezTo>
                    <a:cubicBezTo>
                      <a:pt x="42616" y="35632"/>
                      <a:pt x="40846" y="35632"/>
                      <a:pt x="39103" y="35385"/>
                    </a:cubicBezTo>
                    <a:cubicBezTo>
                      <a:pt x="39910" y="35190"/>
                      <a:pt x="40742" y="35033"/>
                      <a:pt x="41575" y="34916"/>
                    </a:cubicBezTo>
                    <a:close/>
                    <a:moveTo>
                      <a:pt x="45373" y="40302"/>
                    </a:moveTo>
                    <a:lnTo>
                      <a:pt x="45373" y="40302"/>
                    </a:lnTo>
                    <a:cubicBezTo>
                      <a:pt x="45360" y="41212"/>
                      <a:pt x="45946" y="42006"/>
                      <a:pt x="46830" y="42318"/>
                    </a:cubicBezTo>
                    <a:cubicBezTo>
                      <a:pt x="47095" y="42415"/>
                      <a:pt x="47359" y="42459"/>
                      <a:pt x="47620" y="42459"/>
                    </a:cubicBezTo>
                    <a:cubicBezTo>
                      <a:pt x="48231" y="42459"/>
                      <a:pt x="48821" y="42218"/>
                      <a:pt x="49341" y="41863"/>
                    </a:cubicBezTo>
                    <a:cubicBezTo>
                      <a:pt x="49500" y="42666"/>
                      <a:pt x="50173" y="43175"/>
                      <a:pt x="50939" y="43175"/>
                    </a:cubicBezTo>
                    <a:cubicBezTo>
                      <a:pt x="51178" y="43175"/>
                      <a:pt x="51425" y="43126"/>
                      <a:pt x="51669" y="43021"/>
                    </a:cubicBezTo>
                    <a:lnTo>
                      <a:pt x="51669" y="43021"/>
                    </a:lnTo>
                    <a:cubicBezTo>
                      <a:pt x="51149" y="44087"/>
                      <a:pt x="51344" y="45297"/>
                      <a:pt x="52020" y="46156"/>
                    </a:cubicBezTo>
                    <a:cubicBezTo>
                      <a:pt x="46999" y="44829"/>
                      <a:pt x="41939" y="43580"/>
                      <a:pt x="36944" y="42201"/>
                    </a:cubicBezTo>
                    <a:cubicBezTo>
                      <a:pt x="37711" y="41954"/>
                      <a:pt x="38388" y="41525"/>
                      <a:pt x="38739" y="40848"/>
                    </a:cubicBezTo>
                    <a:cubicBezTo>
                      <a:pt x="38739" y="40874"/>
                      <a:pt x="38752" y="40913"/>
                      <a:pt x="38765" y="40952"/>
                    </a:cubicBezTo>
                    <a:cubicBezTo>
                      <a:pt x="39270" y="41786"/>
                      <a:pt x="40121" y="42169"/>
                      <a:pt x="40985" y="42169"/>
                    </a:cubicBezTo>
                    <a:cubicBezTo>
                      <a:pt x="42036" y="42169"/>
                      <a:pt x="43106" y="41602"/>
                      <a:pt x="43591" y="40588"/>
                    </a:cubicBezTo>
                    <a:cubicBezTo>
                      <a:pt x="43759" y="40617"/>
                      <a:pt x="43929" y="40631"/>
                      <a:pt x="44099" y="40631"/>
                    </a:cubicBezTo>
                    <a:cubicBezTo>
                      <a:pt x="44545" y="40631"/>
                      <a:pt x="44987" y="40528"/>
                      <a:pt x="45373" y="40302"/>
                    </a:cubicBezTo>
                    <a:close/>
                    <a:moveTo>
                      <a:pt x="42238" y="36503"/>
                    </a:moveTo>
                    <a:cubicBezTo>
                      <a:pt x="44307" y="36777"/>
                      <a:pt x="46349" y="37063"/>
                      <a:pt x="48365" y="38103"/>
                    </a:cubicBezTo>
                    <a:cubicBezTo>
                      <a:pt x="51123" y="39508"/>
                      <a:pt x="53608" y="41473"/>
                      <a:pt x="56534" y="42539"/>
                    </a:cubicBezTo>
                    <a:cubicBezTo>
                      <a:pt x="57465" y="42877"/>
                      <a:pt x="58542" y="43142"/>
                      <a:pt x="59585" y="43142"/>
                    </a:cubicBezTo>
                    <a:cubicBezTo>
                      <a:pt x="60510" y="43142"/>
                      <a:pt x="61408" y="42933"/>
                      <a:pt x="62154" y="42383"/>
                    </a:cubicBezTo>
                    <a:cubicBezTo>
                      <a:pt x="62362" y="42461"/>
                      <a:pt x="62570" y="42565"/>
                      <a:pt x="62739" y="42721"/>
                    </a:cubicBezTo>
                    <a:cubicBezTo>
                      <a:pt x="62947" y="42903"/>
                      <a:pt x="63273" y="43307"/>
                      <a:pt x="63221" y="43619"/>
                    </a:cubicBezTo>
                    <a:cubicBezTo>
                      <a:pt x="63158" y="43929"/>
                      <a:pt x="62709" y="44009"/>
                      <a:pt x="62384" y="44009"/>
                    </a:cubicBezTo>
                    <a:cubicBezTo>
                      <a:pt x="62301" y="44009"/>
                      <a:pt x="62225" y="44004"/>
                      <a:pt x="62167" y="43996"/>
                    </a:cubicBezTo>
                    <a:cubicBezTo>
                      <a:pt x="61842" y="43944"/>
                      <a:pt x="61582" y="43775"/>
                      <a:pt x="61321" y="43580"/>
                    </a:cubicBezTo>
                    <a:cubicBezTo>
                      <a:pt x="61286" y="43554"/>
                      <a:pt x="61247" y="43542"/>
                      <a:pt x="61208" y="43542"/>
                    </a:cubicBezTo>
                    <a:cubicBezTo>
                      <a:pt x="61032" y="43542"/>
                      <a:pt x="60853" y="43772"/>
                      <a:pt x="60970" y="43931"/>
                    </a:cubicBezTo>
                    <a:cubicBezTo>
                      <a:pt x="61009" y="43996"/>
                      <a:pt x="61061" y="44035"/>
                      <a:pt x="61113" y="44087"/>
                    </a:cubicBezTo>
                    <a:cubicBezTo>
                      <a:pt x="61178" y="44712"/>
                      <a:pt x="61100" y="45206"/>
                      <a:pt x="60450" y="45583"/>
                    </a:cubicBezTo>
                    <a:cubicBezTo>
                      <a:pt x="60187" y="45736"/>
                      <a:pt x="59841" y="45871"/>
                      <a:pt x="59521" y="45871"/>
                    </a:cubicBezTo>
                    <a:cubicBezTo>
                      <a:pt x="59461" y="45871"/>
                      <a:pt x="59402" y="45867"/>
                      <a:pt x="59344" y="45856"/>
                    </a:cubicBezTo>
                    <a:cubicBezTo>
                      <a:pt x="58889" y="45778"/>
                      <a:pt x="58746" y="45505"/>
                      <a:pt x="58642" y="45089"/>
                    </a:cubicBezTo>
                    <a:cubicBezTo>
                      <a:pt x="58620" y="44980"/>
                      <a:pt x="58508" y="44926"/>
                      <a:pt x="58404" y="44926"/>
                    </a:cubicBezTo>
                    <a:cubicBezTo>
                      <a:pt x="58383" y="44926"/>
                      <a:pt x="58362" y="44928"/>
                      <a:pt x="58343" y="44933"/>
                    </a:cubicBezTo>
                    <a:cubicBezTo>
                      <a:pt x="58343" y="44907"/>
                      <a:pt x="58343" y="44881"/>
                      <a:pt x="58343" y="44855"/>
                    </a:cubicBezTo>
                    <a:cubicBezTo>
                      <a:pt x="58330" y="44776"/>
                      <a:pt x="58273" y="44742"/>
                      <a:pt x="58209" y="44742"/>
                    </a:cubicBezTo>
                    <a:cubicBezTo>
                      <a:pt x="58137" y="44742"/>
                      <a:pt x="58058" y="44785"/>
                      <a:pt x="58030" y="44855"/>
                    </a:cubicBezTo>
                    <a:cubicBezTo>
                      <a:pt x="57616" y="46075"/>
                      <a:pt x="55971" y="46680"/>
                      <a:pt x="54688" y="46680"/>
                    </a:cubicBezTo>
                    <a:cubicBezTo>
                      <a:pt x="54562" y="46680"/>
                      <a:pt x="54440" y="46674"/>
                      <a:pt x="54323" y="46663"/>
                    </a:cubicBezTo>
                    <a:cubicBezTo>
                      <a:pt x="52372" y="46468"/>
                      <a:pt x="51682" y="44686"/>
                      <a:pt x="52307" y="43008"/>
                    </a:cubicBezTo>
                    <a:cubicBezTo>
                      <a:pt x="52385" y="42799"/>
                      <a:pt x="52216" y="42656"/>
                      <a:pt x="52034" y="42656"/>
                    </a:cubicBezTo>
                    <a:cubicBezTo>
                      <a:pt x="52014" y="42579"/>
                      <a:pt x="51944" y="42515"/>
                      <a:pt x="51856" y="42515"/>
                    </a:cubicBezTo>
                    <a:cubicBezTo>
                      <a:pt x="51825" y="42515"/>
                      <a:pt x="51793" y="42523"/>
                      <a:pt x="51760" y="42539"/>
                    </a:cubicBezTo>
                    <a:cubicBezTo>
                      <a:pt x="51501" y="42590"/>
                      <a:pt x="51267" y="42616"/>
                      <a:pt x="51061" y="42616"/>
                    </a:cubicBezTo>
                    <a:cubicBezTo>
                      <a:pt x="50210" y="42616"/>
                      <a:pt x="49806" y="42185"/>
                      <a:pt x="49848" y="41316"/>
                    </a:cubicBezTo>
                    <a:cubicBezTo>
                      <a:pt x="49848" y="41156"/>
                      <a:pt x="49713" y="41050"/>
                      <a:pt x="49570" y="41050"/>
                    </a:cubicBezTo>
                    <a:cubicBezTo>
                      <a:pt x="49504" y="41050"/>
                      <a:pt x="49437" y="41072"/>
                      <a:pt x="49380" y="41121"/>
                    </a:cubicBezTo>
                    <a:cubicBezTo>
                      <a:pt x="48866" y="41603"/>
                      <a:pt x="48202" y="41865"/>
                      <a:pt x="47585" y="41865"/>
                    </a:cubicBezTo>
                    <a:cubicBezTo>
                      <a:pt x="46688" y="41865"/>
                      <a:pt x="45893" y="41309"/>
                      <a:pt x="45816" y="40068"/>
                    </a:cubicBezTo>
                    <a:cubicBezTo>
                      <a:pt x="45803" y="39938"/>
                      <a:pt x="45738" y="39873"/>
                      <a:pt x="45646" y="39860"/>
                    </a:cubicBezTo>
                    <a:cubicBezTo>
                      <a:pt x="45616" y="39789"/>
                      <a:pt x="45563" y="39742"/>
                      <a:pt x="45487" y="39742"/>
                    </a:cubicBezTo>
                    <a:cubicBezTo>
                      <a:pt x="45464" y="39742"/>
                      <a:pt x="45439" y="39746"/>
                      <a:pt x="45412" y="39755"/>
                    </a:cubicBezTo>
                    <a:cubicBezTo>
                      <a:pt x="44997" y="39907"/>
                      <a:pt x="44563" y="40000"/>
                      <a:pt x="44141" y="40000"/>
                    </a:cubicBezTo>
                    <a:cubicBezTo>
                      <a:pt x="43479" y="40000"/>
                      <a:pt x="42850" y="39771"/>
                      <a:pt x="42381" y="39183"/>
                    </a:cubicBezTo>
                    <a:cubicBezTo>
                      <a:pt x="41744" y="38390"/>
                      <a:pt x="41783" y="37349"/>
                      <a:pt x="42238" y="36503"/>
                    </a:cubicBezTo>
                    <a:close/>
                    <a:moveTo>
                      <a:pt x="58186" y="45713"/>
                    </a:moveTo>
                    <a:cubicBezTo>
                      <a:pt x="58277" y="45960"/>
                      <a:pt x="58473" y="46169"/>
                      <a:pt x="58707" y="46299"/>
                    </a:cubicBezTo>
                    <a:cubicBezTo>
                      <a:pt x="58942" y="46437"/>
                      <a:pt x="59206" y="46494"/>
                      <a:pt x="59475" y="46494"/>
                    </a:cubicBezTo>
                    <a:cubicBezTo>
                      <a:pt x="59712" y="46494"/>
                      <a:pt x="59951" y="46450"/>
                      <a:pt x="60177" y="46377"/>
                    </a:cubicBezTo>
                    <a:cubicBezTo>
                      <a:pt x="60580" y="47092"/>
                      <a:pt x="60788" y="47834"/>
                      <a:pt x="60905" y="48640"/>
                    </a:cubicBezTo>
                    <a:cubicBezTo>
                      <a:pt x="59188" y="48120"/>
                      <a:pt x="57471" y="47625"/>
                      <a:pt x="55741" y="47144"/>
                    </a:cubicBezTo>
                    <a:cubicBezTo>
                      <a:pt x="56755" y="46936"/>
                      <a:pt x="57796" y="46468"/>
                      <a:pt x="58186" y="45713"/>
                    </a:cubicBezTo>
                    <a:close/>
                    <a:moveTo>
                      <a:pt x="60970" y="45973"/>
                    </a:moveTo>
                    <a:cubicBezTo>
                      <a:pt x="61282" y="46975"/>
                      <a:pt x="61621" y="47977"/>
                      <a:pt x="61972" y="48965"/>
                    </a:cubicBezTo>
                    <a:cubicBezTo>
                      <a:pt x="61738" y="48887"/>
                      <a:pt x="61490" y="48822"/>
                      <a:pt x="61256" y="48744"/>
                    </a:cubicBezTo>
                    <a:cubicBezTo>
                      <a:pt x="61282" y="47860"/>
                      <a:pt x="61022" y="46988"/>
                      <a:pt x="60606" y="46195"/>
                    </a:cubicBezTo>
                    <a:cubicBezTo>
                      <a:pt x="60736" y="46129"/>
                      <a:pt x="60853" y="46064"/>
                      <a:pt x="60970" y="45973"/>
                    </a:cubicBezTo>
                    <a:close/>
                    <a:moveTo>
                      <a:pt x="1926" y="29128"/>
                    </a:moveTo>
                    <a:cubicBezTo>
                      <a:pt x="5906" y="32250"/>
                      <a:pt x="11019" y="33863"/>
                      <a:pt x="15649" y="35736"/>
                    </a:cubicBezTo>
                    <a:cubicBezTo>
                      <a:pt x="20866" y="37830"/>
                      <a:pt x="26446" y="40718"/>
                      <a:pt x="32079" y="41316"/>
                    </a:cubicBezTo>
                    <a:cubicBezTo>
                      <a:pt x="32469" y="41785"/>
                      <a:pt x="33002" y="42149"/>
                      <a:pt x="33666" y="42305"/>
                    </a:cubicBezTo>
                    <a:cubicBezTo>
                      <a:pt x="34084" y="42405"/>
                      <a:pt x="34571" y="42466"/>
                      <a:pt x="35074" y="42466"/>
                    </a:cubicBezTo>
                    <a:cubicBezTo>
                      <a:pt x="35228" y="42466"/>
                      <a:pt x="35384" y="42460"/>
                      <a:pt x="35539" y="42448"/>
                    </a:cubicBezTo>
                    <a:cubicBezTo>
                      <a:pt x="44177" y="44998"/>
                      <a:pt x="52996" y="47730"/>
                      <a:pt x="61855" y="49277"/>
                    </a:cubicBezTo>
                    <a:cubicBezTo>
                      <a:pt x="61009" y="50513"/>
                      <a:pt x="60307" y="51892"/>
                      <a:pt x="59838" y="53310"/>
                    </a:cubicBezTo>
                    <a:cubicBezTo>
                      <a:pt x="59825" y="53297"/>
                      <a:pt x="59812" y="53284"/>
                      <a:pt x="59799" y="53271"/>
                    </a:cubicBezTo>
                    <a:cubicBezTo>
                      <a:pt x="40391" y="45258"/>
                      <a:pt x="18511" y="44347"/>
                      <a:pt x="1119" y="31651"/>
                    </a:cubicBezTo>
                    <a:cubicBezTo>
                      <a:pt x="1171" y="31625"/>
                      <a:pt x="1210" y="31586"/>
                      <a:pt x="1236" y="31521"/>
                    </a:cubicBezTo>
                    <a:cubicBezTo>
                      <a:pt x="1405" y="30689"/>
                      <a:pt x="1653" y="29921"/>
                      <a:pt x="1926" y="29128"/>
                    </a:cubicBezTo>
                    <a:close/>
                    <a:moveTo>
                      <a:pt x="45650" y="0"/>
                    </a:moveTo>
                    <a:cubicBezTo>
                      <a:pt x="39884" y="0"/>
                      <a:pt x="33990" y="987"/>
                      <a:pt x="28306" y="1862"/>
                    </a:cubicBezTo>
                    <a:cubicBezTo>
                      <a:pt x="23194" y="2643"/>
                      <a:pt x="18108" y="3566"/>
                      <a:pt x="13035" y="4568"/>
                    </a:cubicBezTo>
                    <a:cubicBezTo>
                      <a:pt x="13022" y="4529"/>
                      <a:pt x="13022" y="4477"/>
                      <a:pt x="13009" y="4438"/>
                    </a:cubicBezTo>
                    <a:cubicBezTo>
                      <a:pt x="12583" y="3449"/>
                      <a:pt x="11598" y="3028"/>
                      <a:pt x="10552" y="3028"/>
                    </a:cubicBezTo>
                    <a:cubicBezTo>
                      <a:pt x="8848" y="3028"/>
                      <a:pt x="6984" y="4147"/>
                      <a:pt x="7129" y="5752"/>
                    </a:cubicBezTo>
                    <a:cubicBezTo>
                      <a:pt x="6929" y="5705"/>
                      <a:pt x="6727" y="5682"/>
                      <a:pt x="6525" y="5682"/>
                    </a:cubicBezTo>
                    <a:cubicBezTo>
                      <a:pt x="5391" y="5682"/>
                      <a:pt x="4289" y="6397"/>
                      <a:pt x="3825" y="7469"/>
                    </a:cubicBezTo>
                    <a:cubicBezTo>
                      <a:pt x="3279" y="8757"/>
                      <a:pt x="3656" y="10370"/>
                      <a:pt x="4788" y="11124"/>
                    </a:cubicBezTo>
                    <a:cubicBezTo>
                      <a:pt x="4697" y="11189"/>
                      <a:pt x="4631" y="11267"/>
                      <a:pt x="4566" y="11371"/>
                    </a:cubicBezTo>
                    <a:cubicBezTo>
                      <a:pt x="4241" y="11879"/>
                      <a:pt x="4410" y="12555"/>
                      <a:pt x="4749" y="13010"/>
                    </a:cubicBezTo>
                    <a:cubicBezTo>
                      <a:pt x="4996" y="13349"/>
                      <a:pt x="5347" y="13609"/>
                      <a:pt x="5737" y="13765"/>
                    </a:cubicBezTo>
                    <a:cubicBezTo>
                      <a:pt x="5724" y="13817"/>
                      <a:pt x="5711" y="13869"/>
                      <a:pt x="5698" y="13921"/>
                    </a:cubicBezTo>
                    <a:cubicBezTo>
                      <a:pt x="3227" y="14832"/>
                      <a:pt x="1496" y="17342"/>
                      <a:pt x="417" y="19632"/>
                    </a:cubicBezTo>
                    <a:cubicBezTo>
                      <a:pt x="313" y="19839"/>
                      <a:pt x="454" y="20128"/>
                      <a:pt x="687" y="20128"/>
                    </a:cubicBezTo>
                    <a:cubicBezTo>
                      <a:pt x="717" y="20128"/>
                      <a:pt x="748" y="20123"/>
                      <a:pt x="781" y="20113"/>
                    </a:cubicBezTo>
                    <a:cubicBezTo>
                      <a:pt x="2095" y="19684"/>
                      <a:pt x="3370" y="19502"/>
                      <a:pt x="4658" y="19424"/>
                    </a:cubicBezTo>
                    <a:lnTo>
                      <a:pt x="4658" y="19424"/>
                    </a:lnTo>
                    <a:cubicBezTo>
                      <a:pt x="3448" y="19671"/>
                      <a:pt x="2160" y="19827"/>
                      <a:pt x="1327" y="20685"/>
                    </a:cubicBezTo>
                    <a:cubicBezTo>
                      <a:pt x="1288" y="20724"/>
                      <a:pt x="1288" y="20750"/>
                      <a:pt x="1288" y="20789"/>
                    </a:cubicBezTo>
                    <a:cubicBezTo>
                      <a:pt x="1184" y="20880"/>
                      <a:pt x="1080" y="20972"/>
                      <a:pt x="989" y="21089"/>
                    </a:cubicBezTo>
                    <a:cubicBezTo>
                      <a:pt x="833" y="21297"/>
                      <a:pt x="1002" y="21570"/>
                      <a:pt x="1197" y="21570"/>
                    </a:cubicBezTo>
                    <a:cubicBezTo>
                      <a:pt x="1254" y="21638"/>
                      <a:pt x="1331" y="21676"/>
                      <a:pt x="1418" y="21676"/>
                    </a:cubicBezTo>
                    <a:cubicBezTo>
                      <a:pt x="1431" y="21676"/>
                      <a:pt x="1444" y="21676"/>
                      <a:pt x="1457" y="21674"/>
                    </a:cubicBezTo>
                    <a:cubicBezTo>
                      <a:pt x="1820" y="21623"/>
                      <a:pt x="2186" y="21599"/>
                      <a:pt x="2556" y="21599"/>
                    </a:cubicBezTo>
                    <a:cubicBezTo>
                      <a:pt x="3037" y="21599"/>
                      <a:pt x="3522" y="21639"/>
                      <a:pt x="4007" y="21713"/>
                    </a:cubicBezTo>
                    <a:cubicBezTo>
                      <a:pt x="3461" y="22103"/>
                      <a:pt x="3227" y="23014"/>
                      <a:pt x="3513" y="23651"/>
                    </a:cubicBezTo>
                    <a:cubicBezTo>
                      <a:pt x="3773" y="24237"/>
                      <a:pt x="4267" y="24614"/>
                      <a:pt x="4840" y="24796"/>
                    </a:cubicBezTo>
                    <a:cubicBezTo>
                      <a:pt x="3968" y="25238"/>
                      <a:pt x="3149" y="26006"/>
                      <a:pt x="2381" y="26604"/>
                    </a:cubicBezTo>
                    <a:cubicBezTo>
                      <a:pt x="1965" y="26929"/>
                      <a:pt x="1418" y="27294"/>
                      <a:pt x="1288" y="27801"/>
                    </a:cubicBezTo>
                    <a:cubicBezTo>
                      <a:pt x="1236" y="27801"/>
                      <a:pt x="1171" y="27814"/>
                      <a:pt x="1132" y="27879"/>
                    </a:cubicBezTo>
                    <a:cubicBezTo>
                      <a:pt x="495" y="28737"/>
                      <a:pt x="40" y="30142"/>
                      <a:pt x="157" y="31261"/>
                    </a:cubicBezTo>
                    <a:cubicBezTo>
                      <a:pt x="53" y="31378"/>
                      <a:pt x="1" y="31560"/>
                      <a:pt x="144" y="31677"/>
                    </a:cubicBezTo>
                    <a:cubicBezTo>
                      <a:pt x="17119" y="44894"/>
                      <a:pt x="39910" y="46858"/>
                      <a:pt x="59682" y="53687"/>
                    </a:cubicBezTo>
                    <a:cubicBezTo>
                      <a:pt x="59709" y="53693"/>
                      <a:pt x="59736" y="53696"/>
                      <a:pt x="59761" y="53696"/>
                    </a:cubicBezTo>
                    <a:cubicBezTo>
                      <a:pt x="59797" y="53696"/>
                      <a:pt x="59829" y="53690"/>
                      <a:pt x="59851" y="53674"/>
                    </a:cubicBezTo>
                    <a:cubicBezTo>
                      <a:pt x="59891" y="53704"/>
                      <a:pt x="59945" y="53720"/>
                      <a:pt x="60001" y="53720"/>
                    </a:cubicBezTo>
                    <a:cubicBezTo>
                      <a:pt x="60092" y="53720"/>
                      <a:pt x="60188" y="53675"/>
                      <a:pt x="60229" y="53570"/>
                    </a:cubicBezTo>
                    <a:cubicBezTo>
                      <a:pt x="60814" y="52100"/>
                      <a:pt x="61451" y="50721"/>
                      <a:pt x="62232" y="49343"/>
                    </a:cubicBezTo>
                    <a:cubicBezTo>
                      <a:pt x="62241" y="49344"/>
                      <a:pt x="62250" y="49345"/>
                      <a:pt x="62258" y="49345"/>
                    </a:cubicBezTo>
                    <a:cubicBezTo>
                      <a:pt x="62395" y="49345"/>
                      <a:pt x="62446" y="49156"/>
                      <a:pt x="62336" y="49082"/>
                    </a:cubicBezTo>
                    <a:cubicBezTo>
                      <a:pt x="62349" y="49056"/>
                      <a:pt x="62362" y="49017"/>
                      <a:pt x="62349" y="48965"/>
                    </a:cubicBezTo>
                    <a:cubicBezTo>
                      <a:pt x="62193" y="47847"/>
                      <a:pt x="61829" y="46650"/>
                      <a:pt x="61347" y="45622"/>
                    </a:cubicBezTo>
                    <a:cubicBezTo>
                      <a:pt x="61490" y="45427"/>
                      <a:pt x="61621" y="45219"/>
                      <a:pt x="61686" y="44985"/>
                    </a:cubicBezTo>
                    <a:cubicBezTo>
                      <a:pt x="61725" y="44829"/>
                      <a:pt x="61738" y="44673"/>
                      <a:pt x="61738" y="44503"/>
                    </a:cubicBezTo>
                    <a:cubicBezTo>
                      <a:pt x="61972" y="44595"/>
                      <a:pt x="62219" y="44647"/>
                      <a:pt x="62466" y="44647"/>
                    </a:cubicBezTo>
                    <a:cubicBezTo>
                      <a:pt x="62960" y="44634"/>
                      <a:pt x="63585" y="44451"/>
                      <a:pt x="63793" y="43970"/>
                    </a:cubicBezTo>
                    <a:cubicBezTo>
                      <a:pt x="64027" y="43463"/>
                      <a:pt x="63715" y="42825"/>
                      <a:pt x="63364" y="42448"/>
                    </a:cubicBezTo>
                    <a:cubicBezTo>
                      <a:pt x="63143" y="42214"/>
                      <a:pt x="62882" y="42058"/>
                      <a:pt x="62609" y="41980"/>
                    </a:cubicBezTo>
                    <a:cubicBezTo>
                      <a:pt x="62648" y="41928"/>
                      <a:pt x="62700" y="41889"/>
                      <a:pt x="62739" y="41837"/>
                    </a:cubicBezTo>
                    <a:cubicBezTo>
                      <a:pt x="63598" y="40848"/>
                      <a:pt x="63767" y="39469"/>
                      <a:pt x="63064" y="38481"/>
                    </a:cubicBezTo>
                    <a:lnTo>
                      <a:pt x="63064" y="38481"/>
                    </a:lnTo>
                    <a:cubicBezTo>
                      <a:pt x="64235" y="39339"/>
                      <a:pt x="65237" y="40393"/>
                      <a:pt x="65978" y="41720"/>
                    </a:cubicBezTo>
                    <a:cubicBezTo>
                      <a:pt x="66030" y="41823"/>
                      <a:pt x="66138" y="41873"/>
                      <a:pt x="66247" y="41873"/>
                    </a:cubicBezTo>
                    <a:cubicBezTo>
                      <a:pt x="66384" y="41873"/>
                      <a:pt x="66522" y="41794"/>
                      <a:pt x="66551" y="41642"/>
                    </a:cubicBezTo>
                    <a:cubicBezTo>
                      <a:pt x="67370" y="37635"/>
                      <a:pt x="66824" y="33642"/>
                      <a:pt x="64678" y="30129"/>
                    </a:cubicBezTo>
                    <a:cubicBezTo>
                      <a:pt x="65393" y="29557"/>
                      <a:pt x="65380" y="28750"/>
                      <a:pt x="65081" y="27983"/>
                    </a:cubicBezTo>
                    <a:cubicBezTo>
                      <a:pt x="66278" y="27684"/>
                      <a:pt x="67240" y="26487"/>
                      <a:pt x="67214" y="25238"/>
                    </a:cubicBezTo>
                    <a:cubicBezTo>
                      <a:pt x="67188" y="24237"/>
                      <a:pt x="66473" y="23170"/>
                      <a:pt x="65497" y="22897"/>
                    </a:cubicBezTo>
                    <a:cubicBezTo>
                      <a:pt x="65692" y="22624"/>
                      <a:pt x="65809" y="22259"/>
                      <a:pt x="65783" y="22012"/>
                    </a:cubicBezTo>
                    <a:cubicBezTo>
                      <a:pt x="65744" y="21609"/>
                      <a:pt x="65510" y="21297"/>
                      <a:pt x="65198" y="21102"/>
                    </a:cubicBezTo>
                    <a:cubicBezTo>
                      <a:pt x="66486" y="20737"/>
                      <a:pt x="67682" y="19762"/>
                      <a:pt x="66915" y="18318"/>
                    </a:cubicBezTo>
                    <a:cubicBezTo>
                      <a:pt x="66477" y="17472"/>
                      <a:pt x="65439" y="16873"/>
                      <a:pt x="64447" y="16873"/>
                    </a:cubicBezTo>
                    <a:cubicBezTo>
                      <a:pt x="64173" y="16873"/>
                      <a:pt x="63903" y="16919"/>
                      <a:pt x="63650" y="17017"/>
                    </a:cubicBezTo>
                    <a:cubicBezTo>
                      <a:pt x="63533" y="16562"/>
                      <a:pt x="63064" y="16132"/>
                      <a:pt x="62635" y="16028"/>
                    </a:cubicBezTo>
                    <a:cubicBezTo>
                      <a:pt x="62535" y="16004"/>
                      <a:pt x="62434" y="15993"/>
                      <a:pt x="62333" y="15993"/>
                    </a:cubicBezTo>
                    <a:cubicBezTo>
                      <a:pt x="61729" y="15993"/>
                      <a:pt x="61145" y="16404"/>
                      <a:pt x="60866" y="16939"/>
                    </a:cubicBezTo>
                    <a:cubicBezTo>
                      <a:pt x="59214" y="13401"/>
                      <a:pt x="57341" y="9954"/>
                      <a:pt x="55442" y="6584"/>
                    </a:cubicBezTo>
                    <a:cubicBezTo>
                      <a:pt x="53204" y="2630"/>
                      <a:pt x="50915" y="54"/>
                      <a:pt x="46089" y="2"/>
                    </a:cubicBezTo>
                    <a:cubicBezTo>
                      <a:pt x="45943" y="1"/>
                      <a:pt x="45797" y="0"/>
                      <a:pt x="456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865;p50"/>
              <p:cNvSpPr/>
              <p:nvPr/>
            </p:nvSpPr>
            <p:spPr>
              <a:xfrm>
                <a:off x="3414754" y="3185961"/>
                <a:ext cx="29390" cy="29332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1504" extrusionOk="0">
                    <a:moveTo>
                      <a:pt x="882" y="1"/>
                    </a:moveTo>
                    <a:cubicBezTo>
                      <a:pt x="763" y="1"/>
                      <a:pt x="695" y="173"/>
                      <a:pt x="817" y="251"/>
                    </a:cubicBezTo>
                    <a:cubicBezTo>
                      <a:pt x="1221" y="554"/>
                      <a:pt x="997" y="1146"/>
                      <a:pt x="569" y="1146"/>
                    </a:cubicBezTo>
                    <a:cubicBezTo>
                      <a:pt x="500" y="1146"/>
                      <a:pt x="426" y="1131"/>
                      <a:pt x="349" y="1097"/>
                    </a:cubicBezTo>
                    <a:cubicBezTo>
                      <a:pt x="322" y="1084"/>
                      <a:pt x="295" y="1078"/>
                      <a:pt x="269" y="1078"/>
                    </a:cubicBezTo>
                    <a:cubicBezTo>
                      <a:pt x="111" y="1078"/>
                      <a:pt x="1" y="1295"/>
                      <a:pt x="180" y="1396"/>
                    </a:cubicBezTo>
                    <a:cubicBezTo>
                      <a:pt x="304" y="1469"/>
                      <a:pt x="443" y="1503"/>
                      <a:pt x="583" y="1503"/>
                    </a:cubicBezTo>
                    <a:cubicBezTo>
                      <a:pt x="867" y="1503"/>
                      <a:pt x="1150" y="1359"/>
                      <a:pt x="1299" y="1097"/>
                    </a:cubicBezTo>
                    <a:cubicBezTo>
                      <a:pt x="1507" y="719"/>
                      <a:pt x="1325" y="212"/>
                      <a:pt x="947" y="17"/>
                    </a:cubicBezTo>
                    <a:cubicBezTo>
                      <a:pt x="925" y="6"/>
                      <a:pt x="903" y="1"/>
                      <a:pt x="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50"/>
              <p:cNvSpPr/>
              <p:nvPr/>
            </p:nvSpPr>
            <p:spPr>
              <a:xfrm>
                <a:off x="3386494" y="3182392"/>
                <a:ext cx="32823" cy="26211"/>
              </a:xfrm>
              <a:custGeom>
                <a:avLst/>
                <a:gdLst/>
                <a:ahLst/>
                <a:cxnLst/>
                <a:rect l="l" t="t" r="r" b="b"/>
                <a:pathLst>
                  <a:path w="1683" h="1344" extrusionOk="0">
                    <a:moveTo>
                      <a:pt x="1206" y="1"/>
                    </a:moveTo>
                    <a:cubicBezTo>
                      <a:pt x="617" y="1"/>
                      <a:pt x="1" y="632"/>
                      <a:pt x="250" y="1228"/>
                    </a:cubicBezTo>
                    <a:cubicBezTo>
                      <a:pt x="287" y="1307"/>
                      <a:pt x="357" y="1344"/>
                      <a:pt x="423" y="1344"/>
                    </a:cubicBezTo>
                    <a:cubicBezTo>
                      <a:pt x="518" y="1344"/>
                      <a:pt x="606" y="1267"/>
                      <a:pt x="575" y="1137"/>
                    </a:cubicBezTo>
                    <a:cubicBezTo>
                      <a:pt x="485" y="695"/>
                      <a:pt x="828" y="303"/>
                      <a:pt x="1252" y="303"/>
                    </a:cubicBezTo>
                    <a:cubicBezTo>
                      <a:pt x="1316" y="303"/>
                      <a:pt x="1381" y="311"/>
                      <a:pt x="1447" y="330"/>
                    </a:cubicBezTo>
                    <a:cubicBezTo>
                      <a:pt x="1458" y="333"/>
                      <a:pt x="1469" y="335"/>
                      <a:pt x="1480" y="335"/>
                    </a:cubicBezTo>
                    <a:cubicBezTo>
                      <a:pt x="1605" y="335"/>
                      <a:pt x="1682" y="143"/>
                      <a:pt x="1551" y="83"/>
                    </a:cubicBezTo>
                    <a:cubicBezTo>
                      <a:pt x="1442" y="26"/>
                      <a:pt x="1324" y="1"/>
                      <a:pt x="12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50"/>
              <p:cNvSpPr/>
              <p:nvPr/>
            </p:nvSpPr>
            <p:spPr>
              <a:xfrm>
                <a:off x="3338148" y="3218550"/>
                <a:ext cx="44602" cy="16928"/>
              </a:xfrm>
              <a:custGeom>
                <a:avLst/>
                <a:gdLst/>
                <a:ahLst/>
                <a:cxnLst/>
                <a:rect l="l" t="t" r="r" b="b"/>
                <a:pathLst>
                  <a:path w="2287" h="868" extrusionOk="0">
                    <a:moveTo>
                      <a:pt x="188" y="1"/>
                    </a:moveTo>
                    <a:cubicBezTo>
                      <a:pt x="75" y="1"/>
                      <a:pt x="1" y="131"/>
                      <a:pt x="23" y="232"/>
                    </a:cubicBezTo>
                    <a:cubicBezTo>
                      <a:pt x="101" y="622"/>
                      <a:pt x="648" y="818"/>
                      <a:pt x="999" y="857"/>
                    </a:cubicBezTo>
                    <a:cubicBezTo>
                      <a:pt x="1061" y="864"/>
                      <a:pt x="1122" y="868"/>
                      <a:pt x="1183" y="868"/>
                    </a:cubicBezTo>
                    <a:cubicBezTo>
                      <a:pt x="1549" y="868"/>
                      <a:pt x="1902" y="736"/>
                      <a:pt x="2170" y="479"/>
                    </a:cubicBezTo>
                    <a:cubicBezTo>
                      <a:pt x="2287" y="362"/>
                      <a:pt x="2177" y="176"/>
                      <a:pt x="2048" y="176"/>
                    </a:cubicBezTo>
                    <a:cubicBezTo>
                      <a:pt x="2020" y="176"/>
                      <a:pt x="1990" y="185"/>
                      <a:pt x="1961" y="206"/>
                    </a:cubicBezTo>
                    <a:cubicBezTo>
                      <a:pt x="1745" y="354"/>
                      <a:pt x="1505" y="442"/>
                      <a:pt x="1255" y="442"/>
                    </a:cubicBezTo>
                    <a:cubicBezTo>
                      <a:pt x="1175" y="442"/>
                      <a:pt x="1094" y="433"/>
                      <a:pt x="1012" y="414"/>
                    </a:cubicBezTo>
                    <a:cubicBezTo>
                      <a:pt x="687" y="349"/>
                      <a:pt x="531" y="128"/>
                      <a:pt x="244" y="11"/>
                    </a:cubicBezTo>
                    <a:cubicBezTo>
                      <a:pt x="225" y="4"/>
                      <a:pt x="206" y="1"/>
                      <a:pt x="1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50"/>
              <p:cNvSpPr/>
              <p:nvPr/>
            </p:nvSpPr>
            <p:spPr>
              <a:xfrm>
                <a:off x="3156853" y="3179916"/>
                <a:ext cx="43237" cy="25938"/>
              </a:xfrm>
              <a:custGeom>
                <a:avLst/>
                <a:gdLst/>
                <a:ahLst/>
                <a:cxnLst/>
                <a:rect l="l" t="t" r="r" b="b"/>
                <a:pathLst>
                  <a:path w="2217" h="1330" extrusionOk="0">
                    <a:moveTo>
                      <a:pt x="1463" y="1"/>
                    </a:moveTo>
                    <a:cubicBezTo>
                      <a:pt x="794" y="1"/>
                      <a:pt x="129" y="468"/>
                      <a:pt x="18" y="1159"/>
                    </a:cubicBezTo>
                    <a:cubicBezTo>
                      <a:pt x="1" y="1247"/>
                      <a:pt x="84" y="1329"/>
                      <a:pt x="160" y="1329"/>
                    </a:cubicBezTo>
                    <a:cubicBezTo>
                      <a:pt x="196" y="1329"/>
                      <a:pt x="231" y="1310"/>
                      <a:pt x="253" y="1264"/>
                    </a:cubicBezTo>
                    <a:cubicBezTo>
                      <a:pt x="514" y="719"/>
                      <a:pt x="1021" y="393"/>
                      <a:pt x="1592" y="393"/>
                    </a:cubicBezTo>
                    <a:cubicBezTo>
                      <a:pt x="1703" y="393"/>
                      <a:pt x="1816" y="406"/>
                      <a:pt x="1931" y="431"/>
                    </a:cubicBezTo>
                    <a:cubicBezTo>
                      <a:pt x="1943" y="434"/>
                      <a:pt x="1955" y="435"/>
                      <a:pt x="1966" y="435"/>
                    </a:cubicBezTo>
                    <a:cubicBezTo>
                      <a:pt x="2117" y="435"/>
                      <a:pt x="2217" y="216"/>
                      <a:pt x="2048" y="132"/>
                    </a:cubicBezTo>
                    <a:cubicBezTo>
                      <a:pt x="1862" y="42"/>
                      <a:pt x="1663" y="1"/>
                      <a:pt x="14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50"/>
              <p:cNvSpPr/>
              <p:nvPr/>
            </p:nvSpPr>
            <p:spPr>
              <a:xfrm>
                <a:off x="3148505" y="3210164"/>
                <a:ext cx="29683" cy="16304"/>
              </a:xfrm>
              <a:custGeom>
                <a:avLst/>
                <a:gdLst/>
                <a:ahLst/>
                <a:cxnLst/>
                <a:rect l="l" t="t" r="r" b="b"/>
                <a:pathLst>
                  <a:path w="1522" h="836" extrusionOk="0">
                    <a:moveTo>
                      <a:pt x="1356" y="0"/>
                    </a:moveTo>
                    <a:cubicBezTo>
                      <a:pt x="1310" y="0"/>
                      <a:pt x="1264" y="23"/>
                      <a:pt x="1240" y="77"/>
                    </a:cubicBezTo>
                    <a:cubicBezTo>
                      <a:pt x="1131" y="285"/>
                      <a:pt x="915" y="462"/>
                      <a:pt x="684" y="462"/>
                    </a:cubicBezTo>
                    <a:cubicBezTo>
                      <a:pt x="583" y="462"/>
                      <a:pt x="480" y="429"/>
                      <a:pt x="381" y="350"/>
                    </a:cubicBezTo>
                    <a:cubicBezTo>
                      <a:pt x="340" y="318"/>
                      <a:pt x="297" y="304"/>
                      <a:pt x="256" y="304"/>
                    </a:cubicBezTo>
                    <a:cubicBezTo>
                      <a:pt x="114" y="304"/>
                      <a:pt x="0" y="469"/>
                      <a:pt x="121" y="610"/>
                    </a:cubicBezTo>
                    <a:cubicBezTo>
                      <a:pt x="266" y="764"/>
                      <a:pt x="480" y="836"/>
                      <a:pt x="697" y="836"/>
                    </a:cubicBezTo>
                    <a:cubicBezTo>
                      <a:pt x="1104" y="836"/>
                      <a:pt x="1522" y="583"/>
                      <a:pt x="1513" y="142"/>
                    </a:cubicBezTo>
                    <a:cubicBezTo>
                      <a:pt x="1513" y="61"/>
                      <a:pt x="1433" y="0"/>
                      <a:pt x="13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50"/>
              <p:cNvSpPr/>
              <p:nvPr/>
            </p:nvSpPr>
            <p:spPr>
              <a:xfrm>
                <a:off x="3609954" y="3187151"/>
                <a:ext cx="33661" cy="18137"/>
              </a:xfrm>
              <a:custGeom>
                <a:avLst/>
                <a:gdLst/>
                <a:ahLst/>
                <a:cxnLst/>
                <a:rect l="l" t="t" r="r" b="b"/>
                <a:pathLst>
                  <a:path w="1726" h="930" extrusionOk="0">
                    <a:moveTo>
                      <a:pt x="1577" y="0"/>
                    </a:moveTo>
                    <a:cubicBezTo>
                      <a:pt x="1533" y="0"/>
                      <a:pt x="1490" y="26"/>
                      <a:pt x="1475" y="86"/>
                    </a:cubicBezTo>
                    <a:cubicBezTo>
                      <a:pt x="1384" y="433"/>
                      <a:pt x="1088" y="602"/>
                      <a:pt x="781" y="602"/>
                    </a:cubicBezTo>
                    <a:cubicBezTo>
                      <a:pt x="605" y="602"/>
                      <a:pt x="425" y="546"/>
                      <a:pt x="278" y="437"/>
                    </a:cubicBezTo>
                    <a:cubicBezTo>
                      <a:pt x="252" y="418"/>
                      <a:pt x="226" y="410"/>
                      <a:pt x="201" y="410"/>
                    </a:cubicBezTo>
                    <a:cubicBezTo>
                      <a:pt x="87" y="410"/>
                      <a:pt x="0" y="576"/>
                      <a:pt x="96" y="671"/>
                    </a:cubicBezTo>
                    <a:cubicBezTo>
                      <a:pt x="259" y="851"/>
                      <a:pt x="477" y="930"/>
                      <a:pt x="700" y="930"/>
                    </a:cubicBezTo>
                    <a:cubicBezTo>
                      <a:pt x="1154" y="930"/>
                      <a:pt x="1631" y="605"/>
                      <a:pt x="1709" y="151"/>
                    </a:cubicBezTo>
                    <a:cubicBezTo>
                      <a:pt x="1725" y="63"/>
                      <a:pt x="1648" y="0"/>
                      <a:pt x="15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50"/>
              <p:cNvSpPr/>
              <p:nvPr/>
            </p:nvSpPr>
            <p:spPr>
              <a:xfrm>
                <a:off x="3588716" y="3172427"/>
                <a:ext cx="32452" cy="17338"/>
              </a:xfrm>
              <a:custGeom>
                <a:avLst/>
                <a:gdLst/>
                <a:ahLst/>
                <a:cxnLst/>
                <a:rect l="l" t="t" r="r" b="b"/>
                <a:pathLst>
                  <a:path w="1664" h="889" extrusionOk="0">
                    <a:moveTo>
                      <a:pt x="1061" y="1"/>
                    </a:moveTo>
                    <a:cubicBezTo>
                      <a:pt x="633" y="1"/>
                      <a:pt x="207" y="290"/>
                      <a:pt x="40" y="698"/>
                    </a:cubicBezTo>
                    <a:cubicBezTo>
                      <a:pt x="0" y="810"/>
                      <a:pt x="99" y="888"/>
                      <a:pt x="196" y="888"/>
                    </a:cubicBezTo>
                    <a:cubicBezTo>
                      <a:pt x="256" y="888"/>
                      <a:pt x="315" y="859"/>
                      <a:pt x="340" y="789"/>
                    </a:cubicBezTo>
                    <a:cubicBezTo>
                      <a:pt x="455" y="451"/>
                      <a:pt x="786" y="264"/>
                      <a:pt x="1124" y="264"/>
                    </a:cubicBezTo>
                    <a:cubicBezTo>
                      <a:pt x="1242" y="264"/>
                      <a:pt x="1360" y="287"/>
                      <a:pt x="1471" y="334"/>
                    </a:cubicBezTo>
                    <a:cubicBezTo>
                      <a:pt x="1487" y="341"/>
                      <a:pt x="1503" y="344"/>
                      <a:pt x="1518" y="344"/>
                    </a:cubicBezTo>
                    <a:cubicBezTo>
                      <a:pt x="1610" y="344"/>
                      <a:pt x="1663" y="219"/>
                      <a:pt x="1562" y="152"/>
                    </a:cubicBezTo>
                    <a:cubicBezTo>
                      <a:pt x="1406" y="47"/>
                      <a:pt x="1233" y="1"/>
                      <a:pt x="10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Google Shape;1872;p50"/>
              <p:cNvSpPr/>
              <p:nvPr/>
            </p:nvSpPr>
            <p:spPr>
              <a:xfrm>
                <a:off x="3609077" y="3242187"/>
                <a:ext cx="29527" cy="20653"/>
              </a:xfrm>
              <a:custGeom>
                <a:avLst/>
                <a:gdLst/>
                <a:ahLst/>
                <a:cxnLst/>
                <a:rect l="l" t="t" r="r" b="b"/>
                <a:pathLst>
                  <a:path w="1514" h="1059" extrusionOk="0">
                    <a:moveTo>
                      <a:pt x="549" y="0"/>
                    </a:moveTo>
                    <a:cubicBezTo>
                      <a:pt x="419" y="0"/>
                      <a:pt x="288" y="31"/>
                      <a:pt x="167" y="100"/>
                    </a:cubicBezTo>
                    <a:cubicBezTo>
                      <a:pt x="0" y="189"/>
                      <a:pt x="109" y="421"/>
                      <a:pt x="267" y="421"/>
                    </a:cubicBezTo>
                    <a:cubicBezTo>
                      <a:pt x="293" y="421"/>
                      <a:pt x="321" y="414"/>
                      <a:pt x="349" y="399"/>
                    </a:cubicBezTo>
                    <a:cubicBezTo>
                      <a:pt x="423" y="360"/>
                      <a:pt x="498" y="342"/>
                      <a:pt x="573" y="342"/>
                    </a:cubicBezTo>
                    <a:cubicBezTo>
                      <a:pt x="869" y="342"/>
                      <a:pt x="1143" y="621"/>
                      <a:pt x="1143" y="932"/>
                    </a:cubicBezTo>
                    <a:cubicBezTo>
                      <a:pt x="1143" y="1012"/>
                      <a:pt x="1211" y="1059"/>
                      <a:pt x="1275" y="1059"/>
                    </a:cubicBezTo>
                    <a:cubicBezTo>
                      <a:pt x="1328" y="1059"/>
                      <a:pt x="1378" y="1028"/>
                      <a:pt x="1390" y="958"/>
                    </a:cubicBezTo>
                    <a:cubicBezTo>
                      <a:pt x="1513" y="435"/>
                      <a:pt x="1037" y="0"/>
                      <a:pt x="5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Google Shape;1873;p50"/>
              <p:cNvSpPr/>
              <p:nvPr/>
            </p:nvSpPr>
            <p:spPr>
              <a:xfrm>
                <a:off x="3698651" y="3346584"/>
                <a:ext cx="27343" cy="3011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1544" extrusionOk="0">
                    <a:moveTo>
                      <a:pt x="967" y="1"/>
                    </a:moveTo>
                    <a:cubicBezTo>
                      <a:pt x="871" y="1"/>
                      <a:pt x="822" y="131"/>
                      <a:pt x="921" y="197"/>
                    </a:cubicBezTo>
                    <a:cubicBezTo>
                      <a:pt x="1129" y="353"/>
                      <a:pt x="1077" y="666"/>
                      <a:pt x="921" y="848"/>
                    </a:cubicBezTo>
                    <a:cubicBezTo>
                      <a:pt x="725" y="1056"/>
                      <a:pt x="439" y="1121"/>
                      <a:pt x="192" y="1212"/>
                    </a:cubicBezTo>
                    <a:cubicBezTo>
                      <a:pt x="0" y="1284"/>
                      <a:pt x="51" y="1543"/>
                      <a:pt x="223" y="1543"/>
                    </a:cubicBezTo>
                    <a:cubicBezTo>
                      <a:pt x="238" y="1543"/>
                      <a:pt x="254" y="1541"/>
                      <a:pt x="270" y="1537"/>
                    </a:cubicBezTo>
                    <a:cubicBezTo>
                      <a:pt x="660" y="1433"/>
                      <a:pt x="1129" y="1251"/>
                      <a:pt x="1285" y="848"/>
                    </a:cubicBezTo>
                    <a:cubicBezTo>
                      <a:pt x="1402" y="536"/>
                      <a:pt x="1337" y="171"/>
                      <a:pt x="1025" y="15"/>
                    </a:cubicBezTo>
                    <a:cubicBezTo>
                      <a:pt x="1004" y="5"/>
                      <a:pt x="985" y="1"/>
                      <a:pt x="9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Google Shape;1874;p50"/>
              <p:cNvSpPr/>
              <p:nvPr/>
            </p:nvSpPr>
            <p:spPr>
              <a:xfrm>
                <a:off x="3666258" y="3351694"/>
                <a:ext cx="30482" cy="17260"/>
              </a:xfrm>
              <a:custGeom>
                <a:avLst/>
                <a:gdLst/>
                <a:ahLst/>
                <a:cxnLst/>
                <a:rect l="l" t="t" r="r" b="b"/>
                <a:pathLst>
                  <a:path w="1563" h="885" extrusionOk="0">
                    <a:moveTo>
                      <a:pt x="974" y="1"/>
                    </a:moveTo>
                    <a:cubicBezTo>
                      <a:pt x="557" y="1"/>
                      <a:pt x="142" y="280"/>
                      <a:pt x="32" y="703"/>
                    </a:cubicBezTo>
                    <a:cubicBezTo>
                      <a:pt x="1" y="813"/>
                      <a:pt x="97" y="884"/>
                      <a:pt x="187" y="884"/>
                    </a:cubicBezTo>
                    <a:cubicBezTo>
                      <a:pt x="246" y="884"/>
                      <a:pt x="303" y="853"/>
                      <a:pt x="318" y="781"/>
                    </a:cubicBezTo>
                    <a:cubicBezTo>
                      <a:pt x="384" y="451"/>
                      <a:pt x="696" y="244"/>
                      <a:pt x="1011" y="244"/>
                    </a:cubicBezTo>
                    <a:cubicBezTo>
                      <a:pt x="1131" y="244"/>
                      <a:pt x="1251" y="274"/>
                      <a:pt x="1359" y="339"/>
                    </a:cubicBezTo>
                    <a:cubicBezTo>
                      <a:pt x="1381" y="352"/>
                      <a:pt x="1402" y="358"/>
                      <a:pt x="1421" y="358"/>
                    </a:cubicBezTo>
                    <a:cubicBezTo>
                      <a:pt x="1514" y="358"/>
                      <a:pt x="1562" y="221"/>
                      <a:pt x="1476" y="156"/>
                    </a:cubicBezTo>
                    <a:cubicBezTo>
                      <a:pt x="1323" y="49"/>
                      <a:pt x="1148" y="1"/>
                      <a:pt x="9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Google Shape;1875;p50"/>
              <p:cNvSpPr/>
              <p:nvPr/>
            </p:nvSpPr>
            <p:spPr>
              <a:xfrm>
                <a:off x="3698827" y="3399085"/>
                <a:ext cx="36801" cy="18800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964" extrusionOk="0">
                    <a:moveTo>
                      <a:pt x="725" y="1"/>
                    </a:moveTo>
                    <a:cubicBezTo>
                      <a:pt x="532" y="1"/>
                      <a:pt x="336" y="47"/>
                      <a:pt x="157" y="146"/>
                    </a:cubicBezTo>
                    <a:cubicBezTo>
                      <a:pt x="0" y="247"/>
                      <a:pt x="104" y="463"/>
                      <a:pt x="252" y="463"/>
                    </a:cubicBezTo>
                    <a:cubicBezTo>
                      <a:pt x="276" y="463"/>
                      <a:pt x="301" y="458"/>
                      <a:pt x="326" y="445"/>
                    </a:cubicBezTo>
                    <a:cubicBezTo>
                      <a:pt x="462" y="371"/>
                      <a:pt x="609" y="337"/>
                      <a:pt x="754" y="337"/>
                    </a:cubicBezTo>
                    <a:cubicBezTo>
                      <a:pt x="1121" y="337"/>
                      <a:pt x="1478" y="555"/>
                      <a:pt x="1627" y="900"/>
                    </a:cubicBezTo>
                    <a:cubicBezTo>
                      <a:pt x="1649" y="945"/>
                      <a:pt x="1688" y="964"/>
                      <a:pt x="1728" y="964"/>
                    </a:cubicBezTo>
                    <a:cubicBezTo>
                      <a:pt x="1806" y="964"/>
                      <a:pt x="1887" y="895"/>
                      <a:pt x="1861" y="809"/>
                    </a:cubicBezTo>
                    <a:cubicBezTo>
                      <a:pt x="1702" y="304"/>
                      <a:pt x="1220" y="1"/>
                      <a:pt x="7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Google Shape;1876;p50"/>
              <p:cNvSpPr/>
              <p:nvPr/>
            </p:nvSpPr>
            <p:spPr>
              <a:xfrm>
                <a:off x="3452257" y="3330377"/>
                <a:ext cx="34519" cy="24534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258" extrusionOk="0">
                    <a:moveTo>
                      <a:pt x="801" y="1"/>
                    </a:moveTo>
                    <a:cubicBezTo>
                      <a:pt x="603" y="1"/>
                      <a:pt x="400" y="37"/>
                      <a:pt x="221" y="79"/>
                    </a:cubicBezTo>
                    <a:cubicBezTo>
                      <a:pt x="0" y="128"/>
                      <a:pt x="80" y="420"/>
                      <a:pt x="276" y="420"/>
                    </a:cubicBezTo>
                    <a:cubicBezTo>
                      <a:pt x="288" y="420"/>
                      <a:pt x="300" y="419"/>
                      <a:pt x="312" y="417"/>
                    </a:cubicBezTo>
                    <a:cubicBezTo>
                      <a:pt x="464" y="395"/>
                      <a:pt x="649" y="357"/>
                      <a:pt x="826" y="357"/>
                    </a:cubicBezTo>
                    <a:cubicBezTo>
                      <a:pt x="966" y="357"/>
                      <a:pt x="1100" y="381"/>
                      <a:pt x="1210" y="456"/>
                    </a:cubicBezTo>
                    <a:cubicBezTo>
                      <a:pt x="1366" y="573"/>
                      <a:pt x="1496" y="872"/>
                      <a:pt x="1301" y="1015"/>
                    </a:cubicBezTo>
                    <a:cubicBezTo>
                      <a:pt x="1192" y="1091"/>
                      <a:pt x="1256" y="1258"/>
                      <a:pt x="1363" y="1258"/>
                    </a:cubicBezTo>
                    <a:cubicBezTo>
                      <a:pt x="1384" y="1258"/>
                      <a:pt x="1407" y="1251"/>
                      <a:pt x="1431" y="1236"/>
                    </a:cubicBezTo>
                    <a:cubicBezTo>
                      <a:pt x="1769" y="1054"/>
                      <a:pt x="1769" y="612"/>
                      <a:pt x="1561" y="326"/>
                    </a:cubicBezTo>
                    <a:cubicBezTo>
                      <a:pt x="1375" y="78"/>
                      <a:pt x="1093" y="1"/>
                      <a:pt x="8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Google Shape;1877;p50"/>
              <p:cNvSpPr/>
              <p:nvPr/>
            </p:nvSpPr>
            <p:spPr>
              <a:xfrm>
                <a:off x="2755179" y="3377183"/>
                <a:ext cx="36801" cy="30872"/>
              </a:xfrm>
              <a:custGeom>
                <a:avLst/>
                <a:gdLst/>
                <a:ahLst/>
                <a:cxnLst/>
                <a:rect l="l" t="t" r="r" b="b"/>
                <a:pathLst>
                  <a:path w="1887" h="1583" extrusionOk="0">
                    <a:moveTo>
                      <a:pt x="1637" y="0"/>
                    </a:moveTo>
                    <a:cubicBezTo>
                      <a:pt x="1598" y="0"/>
                      <a:pt x="1556" y="14"/>
                      <a:pt x="1518" y="46"/>
                    </a:cubicBezTo>
                    <a:cubicBezTo>
                      <a:pt x="1050" y="410"/>
                      <a:pt x="569" y="801"/>
                      <a:pt x="152" y="1230"/>
                    </a:cubicBezTo>
                    <a:cubicBezTo>
                      <a:pt x="0" y="1382"/>
                      <a:pt x="141" y="1582"/>
                      <a:pt x="309" y="1582"/>
                    </a:cubicBezTo>
                    <a:cubicBezTo>
                      <a:pt x="356" y="1582"/>
                      <a:pt x="406" y="1566"/>
                      <a:pt x="452" y="1529"/>
                    </a:cubicBezTo>
                    <a:cubicBezTo>
                      <a:pt x="920" y="1165"/>
                      <a:pt x="1349" y="710"/>
                      <a:pt x="1765" y="293"/>
                    </a:cubicBezTo>
                    <a:cubicBezTo>
                      <a:pt x="1886" y="162"/>
                      <a:pt x="1773" y="0"/>
                      <a:pt x="16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Google Shape;1878;p50"/>
              <p:cNvSpPr/>
              <p:nvPr/>
            </p:nvSpPr>
            <p:spPr>
              <a:xfrm>
                <a:off x="2763117" y="3396764"/>
                <a:ext cx="25314" cy="25256"/>
              </a:xfrm>
              <a:custGeom>
                <a:avLst/>
                <a:gdLst/>
                <a:ahLst/>
                <a:cxnLst/>
                <a:rect l="l" t="t" r="r" b="b"/>
                <a:pathLst>
                  <a:path w="1298" h="1295" extrusionOk="0">
                    <a:moveTo>
                      <a:pt x="1110" y="1"/>
                    </a:moveTo>
                    <a:cubicBezTo>
                      <a:pt x="1090" y="1"/>
                      <a:pt x="1068" y="6"/>
                      <a:pt x="1046" y="18"/>
                    </a:cubicBezTo>
                    <a:cubicBezTo>
                      <a:pt x="630" y="239"/>
                      <a:pt x="318" y="590"/>
                      <a:pt x="84" y="993"/>
                    </a:cubicBezTo>
                    <a:cubicBezTo>
                      <a:pt x="0" y="1160"/>
                      <a:pt x="141" y="1295"/>
                      <a:pt x="277" y="1295"/>
                    </a:cubicBezTo>
                    <a:cubicBezTo>
                      <a:pt x="353" y="1295"/>
                      <a:pt x="428" y="1252"/>
                      <a:pt x="461" y="1150"/>
                    </a:cubicBezTo>
                    <a:cubicBezTo>
                      <a:pt x="591" y="772"/>
                      <a:pt x="851" y="473"/>
                      <a:pt x="1176" y="239"/>
                    </a:cubicBezTo>
                    <a:cubicBezTo>
                      <a:pt x="1298" y="162"/>
                      <a:pt x="1223" y="1"/>
                      <a:pt x="11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Google Shape;1879;p50"/>
              <p:cNvSpPr/>
              <p:nvPr/>
            </p:nvSpPr>
            <p:spPr>
              <a:xfrm>
                <a:off x="3021213" y="3479552"/>
                <a:ext cx="50004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564" h="443" extrusionOk="0">
                    <a:moveTo>
                      <a:pt x="2407" y="0"/>
                    </a:moveTo>
                    <a:cubicBezTo>
                      <a:pt x="1679" y="27"/>
                      <a:pt x="938" y="14"/>
                      <a:pt x="222" y="92"/>
                    </a:cubicBezTo>
                    <a:cubicBezTo>
                      <a:pt x="14" y="118"/>
                      <a:pt x="1" y="443"/>
                      <a:pt x="222" y="443"/>
                    </a:cubicBezTo>
                    <a:cubicBezTo>
                      <a:pt x="951" y="430"/>
                      <a:pt x="1679" y="313"/>
                      <a:pt x="2407" y="248"/>
                    </a:cubicBezTo>
                    <a:cubicBezTo>
                      <a:pt x="2551" y="235"/>
                      <a:pt x="2564" y="0"/>
                      <a:pt x="24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1880;p50"/>
              <p:cNvSpPr/>
              <p:nvPr/>
            </p:nvSpPr>
            <p:spPr>
              <a:xfrm>
                <a:off x="3011325" y="3470951"/>
                <a:ext cx="34012" cy="7840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402" extrusionOk="0">
                    <a:moveTo>
                      <a:pt x="537" y="0"/>
                    </a:moveTo>
                    <a:cubicBezTo>
                      <a:pt x="440" y="0"/>
                      <a:pt x="343" y="4"/>
                      <a:pt x="248" y="12"/>
                    </a:cubicBezTo>
                    <a:cubicBezTo>
                      <a:pt x="1" y="25"/>
                      <a:pt x="1" y="376"/>
                      <a:pt x="248" y="389"/>
                    </a:cubicBezTo>
                    <a:cubicBezTo>
                      <a:pt x="343" y="398"/>
                      <a:pt x="440" y="402"/>
                      <a:pt x="537" y="402"/>
                    </a:cubicBezTo>
                    <a:cubicBezTo>
                      <a:pt x="882" y="402"/>
                      <a:pt x="1240" y="358"/>
                      <a:pt x="1575" y="337"/>
                    </a:cubicBezTo>
                    <a:cubicBezTo>
                      <a:pt x="1744" y="324"/>
                      <a:pt x="1744" y="77"/>
                      <a:pt x="1575" y="64"/>
                    </a:cubicBezTo>
                    <a:cubicBezTo>
                      <a:pt x="1240" y="44"/>
                      <a:pt x="882" y="0"/>
                      <a:pt x="5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Google Shape;1881;p50"/>
              <p:cNvSpPr/>
              <p:nvPr/>
            </p:nvSpPr>
            <p:spPr>
              <a:xfrm>
                <a:off x="3412686" y="3727097"/>
                <a:ext cx="57591" cy="17942"/>
              </a:xfrm>
              <a:custGeom>
                <a:avLst/>
                <a:gdLst/>
                <a:ahLst/>
                <a:cxnLst/>
                <a:rect l="l" t="t" r="r" b="b"/>
                <a:pathLst>
                  <a:path w="2953" h="920" extrusionOk="0">
                    <a:moveTo>
                      <a:pt x="2607" y="1"/>
                    </a:moveTo>
                    <a:cubicBezTo>
                      <a:pt x="1764" y="1"/>
                      <a:pt x="898" y="177"/>
                      <a:pt x="169" y="615"/>
                    </a:cubicBezTo>
                    <a:cubicBezTo>
                      <a:pt x="1" y="705"/>
                      <a:pt x="103" y="919"/>
                      <a:pt x="259" y="919"/>
                    </a:cubicBezTo>
                    <a:cubicBezTo>
                      <a:pt x="284" y="919"/>
                      <a:pt x="311" y="914"/>
                      <a:pt x="338" y="901"/>
                    </a:cubicBezTo>
                    <a:cubicBezTo>
                      <a:pt x="1131" y="524"/>
                      <a:pt x="1899" y="277"/>
                      <a:pt x="2783" y="251"/>
                    </a:cubicBezTo>
                    <a:cubicBezTo>
                      <a:pt x="2953" y="251"/>
                      <a:pt x="2953" y="4"/>
                      <a:pt x="2783" y="4"/>
                    </a:cubicBezTo>
                    <a:cubicBezTo>
                      <a:pt x="2725" y="2"/>
                      <a:pt x="2666" y="1"/>
                      <a:pt x="26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Google Shape;1882;p50"/>
              <p:cNvSpPr/>
              <p:nvPr/>
            </p:nvSpPr>
            <p:spPr>
              <a:xfrm>
                <a:off x="3404047" y="3720330"/>
                <a:ext cx="46689" cy="15368"/>
              </a:xfrm>
              <a:custGeom>
                <a:avLst/>
                <a:gdLst/>
                <a:ahLst/>
                <a:cxnLst/>
                <a:rect l="l" t="t" r="r" b="b"/>
                <a:pathLst>
                  <a:path w="2394" h="788" extrusionOk="0">
                    <a:moveTo>
                      <a:pt x="1931" y="0"/>
                    </a:moveTo>
                    <a:cubicBezTo>
                      <a:pt x="1308" y="0"/>
                      <a:pt x="628" y="130"/>
                      <a:pt x="143" y="494"/>
                    </a:cubicBezTo>
                    <a:cubicBezTo>
                      <a:pt x="1" y="603"/>
                      <a:pt x="80" y="787"/>
                      <a:pt x="218" y="787"/>
                    </a:cubicBezTo>
                    <a:cubicBezTo>
                      <a:pt x="244" y="787"/>
                      <a:pt x="271" y="781"/>
                      <a:pt x="300" y="767"/>
                    </a:cubicBezTo>
                    <a:cubicBezTo>
                      <a:pt x="963" y="468"/>
                      <a:pt x="1509" y="207"/>
                      <a:pt x="2264" y="207"/>
                    </a:cubicBezTo>
                    <a:cubicBezTo>
                      <a:pt x="2394" y="207"/>
                      <a:pt x="2394" y="25"/>
                      <a:pt x="2264" y="12"/>
                    </a:cubicBezTo>
                    <a:cubicBezTo>
                      <a:pt x="2156" y="4"/>
                      <a:pt x="2044" y="0"/>
                      <a:pt x="19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Google Shape;1883;p50"/>
              <p:cNvSpPr/>
              <p:nvPr/>
            </p:nvSpPr>
            <p:spPr>
              <a:xfrm>
                <a:off x="3370054" y="3608035"/>
                <a:ext cx="53807" cy="17708"/>
              </a:xfrm>
              <a:custGeom>
                <a:avLst/>
                <a:gdLst/>
                <a:ahLst/>
                <a:cxnLst/>
                <a:rect l="l" t="t" r="r" b="b"/>
                <a:pathLst>
                  <a:path w="2759" h="908" extrusionOk="0">
                    <a:moveTo>
                      <a:pt x="2564" y="1"/>
                    </a:moveTo>
                    <a:cubicBezTo>
                      <a:pt x="2550" y="1"/>
                      <a:pt x="2537" y="3"/>
                      <a:pt x="2524" y="8"/>
                    </a:cubicBezTo>
                    <a:cubicBezTo>
                      <a:pt x="1806" y="319"/>
                      <a:pt x="1210" y="520"/>
                      <a:pt x="451" y="520"/>
                    </a:cubicBezTo>
                    <a:cubicBezTo>
                      <a:pt x="384" y="520"/>
                      <a:pt x="317" y="518"/>
                      <a:pt x="247" y="515"/>
                    </a:cubicBezTo>
                    <a:cubicBezTo>
                      <a:pt x="243" y="515"/>
                      <a:pt x="239" y="515"/>
                      <a:pt x="235" y="515"/>
                    </a:cubicBezTo>
                    <a:cubicBezTo>
                      <a:pt x="1" y="515"/>
                      <a:pt x="17" y="867"/>
                      <a:pt x="247" y="892"/>
                    </a:cubicBezTo>
                    <a:cubicBezTo>
                      <a:pt x="352" y="902"/>
                      <a:pt x="460" y="907"/>
                      <a:pt x="569" y="907"/>
                    </a:cubicBezTo>
                    <a:cubicBezTo>
                      <a:pt x="1304" y="907"/>
                      <a:pt x="2124" y="678"/>
                      <a:pt x="2667" y="203"/>
                    </a:cubicBezTo>
                    <a:cubicBezTo>
                      <a:pt x="2758" y="112"/>
                      <a:pt x="2660" y="1"/>
                      <a:pt x="25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50"/>
              <p:cNvSpPr/>
              <p:nvPr/>
            </p:nvSpPr>
            <p:spPr>
              <a:xfrm>
                <a:off x="3361278" y="3605031"/>
                <a:ext cx="39746" cy="9927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509" extrusionOk="0">
                    <a:moveTo>
                      <a:pt x="1657" y="0"/>
                    </a:moveTo>
                    <a:cubicBezTo>
                      <a:pt x="1158" y="0"/>
                      <a:pt x="668" y="67"/>
                      <a:pt x="177" y="201"/>
                    </a:cubicBezTo>
                    <a:cubicBezTo>
                      <a:pt x="0" y="248"/>
                      <a:pt x="58" y="509"/>
                      <a:pt x="207" y="509"/>
                    </a:cubicBezTo>
                    <a:cubicBezTo>
                      <a:pt x="222" y="509"/>
                      <a:pt x="238" y="506"/>
                      <a:pt x="255" y="500"/>
                    </a:cubicBezTo>
                    <a:cubicBezTo>
                      <a:pt x="801" y="318"/>
                      <a:pt x="1348" y="227"/>
                      <a:pt x="1907" y="188"/>
                    </a:cubicBezTo>
                    <a:cubicBezTo>
                      <a:pt x="2037" y="188"/>
                      <a:pt x="2037" y="19"/>
                      <a:pt x="1907" y="6"/>
                    </a:cubicBezTo>
                    <a:cubicBezTo>
                      <a:pt x="1824" y="2"/>
                      <a:pt x="1740" y="0"/>
                      <a:pt x="16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50"/>
              <p:cNvSpPr/>
              <p:nvPr/>
            </p:nvSpPr>
            <p:spPr>
              <a:xfrm>
                <a:off x="3832965" y="3689809"/>
                <a:ext cx="47079" cy="24437"/>
              </a:xfrm>
              <a:custGeom>
                <a:avLst/>
                <a:gdLst/>
                <a:ahLst/>
                <a:cxnLst/>
                <a:rect l="l" t="t" r="r" b="b"/>
                <a:pathLst>
                  <a:path w="2414" h="1253" extrusionOk="0">
                    <a:moveTo>
                      <a:pt x="2189" y="1"/>
                    </a:moveTo>
                    <a:cubicBezTo>
                      <a:pt x="2168" y="1"/>
                      <a:pt x="2146" y="5"/>
                      <a:pt x="2125" y="16"/>
                    </a:cubicBezTo>
                    <a:cubicBezTo>
                      <a:pt x="1461" y="303"/>
                      <a:pt x="798" y="615"/>
                      <a:pt x="160" y="953"/>
                    </a:cubicBezTo>
                    <a:cubicBezTo>
                      <a:pt x="1" y="1033"/>
                      <a:pt x="111" y="1253"/>
                      <a:pt x="264" y="1253"/>
                    </a:cubicBezTo>
                    <a:cubicBezTo>
                      <a:pt x="285" y="1253"/>
                      <a:pt x="307" y="1249"/>
                      <a:pt x="330" y="1239"/>
                    </a:cubicBezTo>
                    <a:cubicBezTo>
                      <a:pt x="980" y="940"/>
                      <a:pt x="1630" y="615"/>
                      <a:pt x="2268" y="264"/>
                    </a:cubicBezTo>
                    <a:cubicBezTo>
                      <a:pt x="2413" y="185"/>
                      <a:pt x="2318" y="1"/>
                      <a:pt x="21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Google Shape;1886;p50"/>
              <p:cNvSpPr/>
              <p:nvPr/>
            </p:nvSpPr>
            <p:spPr>
              <a:xfrm>
                <a:off x="3835481" y="3702466"/>
                <a:ext cx="37932" cy="20673"/>
              </a:xfrm>
              <a:custGeom>
                <a:avLst/>
                <a:gdLst/>
                <a:ahLst/>
                <a:cxnLst/>
                <a:rect l="l" t="t" r="r" b="b"/>
                <a:pathLst>
                  <a:path w="1945" h="1060" extrusionOk="0">
                    <a:moveTo>
                      <a:pt x="1830" y="0"/>
                    </a:moveTo>
                    <a:cubicBezTo>
                      <a:pt x="1813" y="0"/>
                      <a:pt x="1794" y="5"/>
                      <a:pt x="1775" y="18"/>
                    </a:cubicBezTo>
                    <a:cubicBezTo>
                      <a:pt x="1540" y="174"/>
                      <a:pt x="1319" y="343"/>
                      <a:pt x="1059" y="460"/>
                    </a:cubicBezTo>
                    <a:cubicBezTo>
                      <a:pt x="773" y="590"/>
                      <a:pt x="487" y="642"/>
                      <a:pt x="188" y="720"/>
                    </a:cubicBezTo>
                    <a:cubicBezTo>
                      <a:pt x="0" y="770"/>
                      <a:pt x="29" y="1060"/>
                      <a:pt x="204" y="1060"/>
                    </a:cubicBezTo>
                    <a:cubicBezTo>
                      <a:pt x="211" y="1060"/>
                      <a:pt x="219" y="1059"/>
                      <a:pt x="227" y="1058"/>
                    </a:cubicBezTo>
                    <a:cubicBezTo>
                      <a:pt x="825" y="993"/>
                      <a:pt x="1514" y="629"/>
                      <a:pt x="1892" y="161"/>
                    </a:cubicBezTo>
                    <a:cubicBezTo>
                      <a:pt x="1944" y="98"/>
                      <a:pt x="1903" y="0"/>
                      <a:pt x="18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Google Shape;1887;p50"/>
              <p:cNvSpPr/>
              <p:nvPr/>
            </p:nvSpPr>
            <p:spPr>
              <a:xfrm>
                <a:off x="3978103" y="3768599"/>
                <a:ext cx="13008" cy="34383"/>
              </a:xfrm>
              <a:custGeom>
                <a:avLst/>
                <a:gdLst/>
                <a:ahLst/>
                <a:cxnLst/>
                <a:rect l="l" t="t" r="r" b="b"/>
                <a:pathLst>
                  <a:path w="667" h="1763" extrusionOk="0">
                    <a:moveTo>
                      <a:pt x="231" y="0"/>
                    </a:moveTo>
                    <a:cubicBezTo>
                      <a:pt x="117" y="0"/>
                      <a:pt x="1" y="122"/>
                      <a:pt x="81" y="256"/>
                    </a:cubicBezTo>
                    <a:cubicBezTo>
                      <a:pt x="315" y="685"/>
                      <a:pt x="354" y="1141"/>
                      <a:pt x="159" y="1596"/>
                    </a:cubicBezTo>
                    <a:cubicBezTo>
                      <a:pt x="125" y="1691"/>
                      <a:pt x="216" y="1763"/>
                      <a:pt x="300" y="1763"/>
                    </a:cubicBezTo>
                    <a:cubicBezTo>
                      <a:pt x="343" y="1763"/>
                      <a:pt x="384" y="1744"/>
                      <a:pt x="406" y="1700"/>
                    </a:cubicBezTo>
                    <a:cubicBezTo>
                      <a:pt x="653" y="1193"/>
                      <a:pt x="666" y="581"/>
                      <a:pt x="367" y="87"/>
                    </a:cubicBezTo>
                    <a:cubicBezTo>
                      <a:pt x="335" y="26"/>
                      <a:pt x="283" y="0"/>
                      <a:pt x="2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Google Shape;1888;p50"/>
              <p:cNvSpPr/>
              <p:nvPr/>
            </p:nvSpPr>
            <p:spPr>
              <a:xfrm>
                <a:off x="3954173" y="3764893"/>
                <a:ext cx="23481" cy="32296"/>
              </a:xfrm>
              <a:custGeom>
                <a:avLst/>
                <a:gdLst/>
                <a:ahLst/>
                <a:cxnLst/>
                <a:rect l="l" t="t" r="r" b="b"/>
                <a:pathLst>
                  <a:path w="1204" h="1656" extrusionOk="0">
                    <a:moveTo>
                      <a:pt x="211" y="1"/>
                    </a:moveTo>
                    <a:cubicBezTo>
                      <a:pt x="54" y="1"/>
                      <a:pt x="0" y="263"/>
                      <a:pt x="137" y="355"/>
                    </a:cubicBezTo>
                    <a:cubicBezTo>
                      <a:pt x="593" y="654"/>
                      <a:pt x="762" y="1031"/>
                      <a:pt x="736" y="1565"/>
                    </a:cubicBezTo>
                    <a:cubicBezTo>
                      <a:pt x="728" y="1620"/>
                      <a:pt x="777" y="1656"/>
                      <a:pt x="825" y="1656"/>
                    </a:cubicBezTo>
                    <a:cubicBezTo>
                      <a:pt x="857" y="1656"/>
                      <a:pt x="889" y="1640"/>
                      <a:pt x="905" y="1604"/>
                    </a:cubicBezTo>
                    <a:cubicBezTo>
                      <a:pt x="1204" y="1031"/>
                      <a:pt x="853" y="251"/>
                      <a:pt x="280" y="17"/>
                    </a:cubicBezTo>
                    <a:cubicBezTo>
                      <a:pt x="255" y="6"/>
                      <a:pt x="232" y="1"/>
                      <a:pt x="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Google Shape;1889;p50"/>
              <p:cNvSpPr/>
              <p:nvPr/>
            </p:nvSpPr>
            <p:spPr>
              <a:xfrm>
                <a:off x="3119427" y="3575758"/>
                <a:ext cx="44193" cy="33934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740" extrusionOk="0">
                    <a:moveTo>
                      <a:pt x="245" y="0"/>
                    </a:moveTo>
                    <a:cubicBezTo>
                      <a:pt x="101" y="0"/>
                      <a:pt x="0" y="218"/>
                      <a:pt x="116" y="323"/>
                    </a:cubicBezTo>
                    <a:cubicBezTo>
                      <a:pt x="389" y="531"/>
                      <a:pt x="702" y="713"/>
                      <a:pt x="975" y="921"/>
                    </a:cubicBezTo>
                    <a:cubicBezTo>
                      <a:pt x="1300" y="1155"/>
                      <a:pt x="1586" y="1429"/>
                      <a:pt x="1885" y="1689"/>
                    </a:cubicBezTo>
                    <a:cubicBezTo>
                      <a:pt x="1927" y="1725"/>
                      <a:pt x="1972" y="1740"/>
                      <a:pt x="2014" y="1740"/>
                    </a:cubicBezTo>
                    <a:cubicBezTo>
                      <a:pt x="2155" y="1740"/>
                      <a:pt x="2266" y="1569"/>
                      <a:pt x="2145" y="1429"/>
                    </a:cubicBezTo>
                    <a:cubicBezTo>
                      <a:pt x="1690" y="856"/>
                      <a:pt x="988" y="271"/>
                      <a:pt x="298" y="11"/>
                    </a:cubicBezTo>
                    <a:cubicBezTo>
                      <a:pt x="280" y="4"/>
                      <a:pt x="262" y="0"/>
                      <a:pt x="2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Google Shape;1890;p50"/>
              <p:cNvSpPr/>
              <p:nvPr/>
            </p:nvSpPr>
            <p:spPr>
              <a:xfrm>
                <a:off x="3097097" y="3581472"/>
                <a:ext cx="42125" cy="24651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1264" extrusionOk="0">
                    <a:moveTo>
                      <a:pt x="350" y="0"/>
                    </a:moveTo>
                    <a:cubicBezTo>
                      <a:pt x="137" y="0"/>
                      <a:pt x="0" y="285"/>
                      <a:pt x="221" y="407"/>
                    </a:cubicBezTo>
                    <a:cubicBezTo>
                      <a:pt x="481" y="563"/>
                      <a:pt x="767" y="641"/>
                      <a:pt x="1040" y="771"/>
                    </a:cubicBezTo>
                    <a:cubicBezTo>
                      <a:pt x="1300" y="914"/>
                      <a:pt x="1560" y="1070"/>
                      <a:pt x="1808" y="1240"/>
                    </a:cubicBezTo>
                    <a:cubicBezTo>
                      <a:pt x="1835" y="1256"/>
                      <a:pt x="1863" y="1264"/>
                      <a:pt x="1890" y="1264"/>
                    </a:cubicBezTo>
                    <a:cubicBezTo>
                      <a:pt x="2034" y="1264"/>
                      <a:pt x="2160" y="1061"/>
                      <a:pt x="2029" y="940"/>
                    </a:cubicBezTo>
                    <a:cubicBezTo>
                      <a:pt x="1599" y="550"/>
                      <a:pt x="975" y="108"/>
                      <a:pt x="390" y="4"/>
                    </a:cubicBezTo>
                    <a:cubicBezTo>
                      <a:pt x="376" y="2"/>
                      <a:pt x="363" y="0"/>
                      <a:pt x="3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Google Shape;1891;p50"/>
              <p:cNvSpPr/>
              <p:nvPr/>
            </p:nvSpPr>
            <p:spPr>
              <a:xfrm>
                <a:off x="3758115" y="3956895"/>
                <a:ext cx="50824" cy="17299"/>
              </a:xfrm>
              <a:custGeom>
                <a:avLst/>
                <a:gdLst/>
                <a:ahLst/>
                <a:cxnLst/>
                <a:rect l="l" t="t" r="r" b="b"/>
                <a:pathLst>
                  <a:path w="2606" h="887" extrusionOk="0">
                    <a:moveTo>
                      <a:pt x="2406" y="1"/>
                    </a:moveTo>
                    <a:cubicBezTo>
                      <a:pt x="2377" y="1"/>
                      <a:pt x="2348" y="10"/>
                      <a:pt x="2320" y="32"/>
                    </a:cubicBezTo>
                    <a:cubicBezTo>
                      <a:pt x="1848" y="412"/>
                      <a:pt x="1294" y="590"/>
                      <a:pt x="717" y="590"/>
                    </a:cubicBezTo>
                    <a:cubicBezTo>
                      <a:pt x="563" y="590"/>
                      <a:pt x="408" y="577"/>
                      <a:pt x="252" y="552"/>
                    </a:cubicBezTo>
                    <a:cubicBezTo>
                      <a:pt x="243" y="551"/>
                      <a:pt x="235" y="551"/>
                      <a:pt x="227" y="551"/>
                    </a:cubicBezTo>
                    <a:cubicBezTo>
                      <a:pt x="63" y="551"/>
                      <a:pt x="1" y="788"/>
                      <a:pt x="174" y="826"/>
                    </a:cubicBezTo>
                    <a:cubicBezTo>
                      <a:pt x="364" y="866"/>
                      <a:pt x="553" y="886"/>
                      <a:pt x="739" y="886"/>
                    </a:cubicBezTo>
                    <a:cubicBezTo>
                      <a:pt x="1384" y="886"/>
                      <a:pt x="1998" y="648"/>
                      <a:pt x="2502" y="214"/>
                    </a:cubicBezTo>
                    <a:cubicBezTo>
                      <a:pt x="2605" y="132"/>
                      <a:pt x="2513" y="1"/>
                      <a:pt x="2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Google Shape;1892;p50"/>
              <p:cNvSpPr/>
              <p:nvPr/>
            </p:nvSpPr>
            <p:spPr>
              <a:xfrm>
                <a:off x="3734107" y="3948626"/>
                <a:ext cx="50863" cy="13866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711" extrusionOk="0">
                    <a:moveTo>
                      <a:pt x="2429" y="1"/>
                    </a:moveTo>
                    <a:cubicBezTo>
                      <a:pt x="2410" y="1"/>
                      <a:pt x="2390" y="5"/>
                      <a:pt x="2368" y="14"/>
                    </a:cubicBezTo>
                    <a:cubicBezTo>
                      <a:pt x="1708" y="258"/>
                      <a:pt x="1060" y="353"/>
                      <a:pt x="359" y="353"/>
                    </a:cubicBezTo>
                    <a:cubicBezTo>
                      <a:pt x="314" y="353"/>
                      <a:pt x="268" y="353"/>
                      <a:pt x="221" y="352"/>
                    </a:cubicBezTo>
                    <a:cubicBezTo>
                      <a:pt x="217" y="352"/>
                      <a:pt x="213" y="352"/>
                      <a:pt x="209" y="352"/>
                    </a:cubicBezTo>
                    <a:cubicBezTo>
                      <a:pt x="1" y="352"/>
                      <a:pt x="17" y="677"/>
                      <a:pt x="221" y="690"/>
                    </a:cubicBezTo>
                    <a:cubicBezTo>
                      <a:pt x="354" y="704"/>
                      <a:pt x="486" y="710"/>
                      <a:pt x="617" y="710"/>
                    </a:cubicBezTo>
                    <a:cubicBezTo>
                      <a:pt x="1247" y="710"/>
                      <a:pt x="1864" y="561"/>
                      <a:pt x="2446" y="313"/>
                    </a:cubicBezTo>
                    <a:cubicBezTo>
                      <a:pt x="2607" y="244"/>
                      <a:pt x="2574" y="1"/>
                      <a:pt x="24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Google Shape;1893;p50"/>
              <p:cNvSpPr/>
              <p:nvPr/>
            </p:nvSpPr>
            <p:spPr>
              <a:xfrm>
                <a:off x="3020238" y="3703753"/>
                <a:ext cx="46982" cy="20224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1037" extrusionOk="0">
                    <a:moveTo>
                      <a:pt x="2177" y="1"/>
                    </a:moveTo>
                    <a:cubicBezTo>
                      <a:pt x="2138" y="1"/>
                      <a:pt x="2100" y="17"/>
                      <a:pt x="2067" y="56"/>
                    </a:cubicBezTo>
                    <a:cubicBezTo>
                      <a:pt x="1804" y="394"/>
                      <a:pt x="1441" y="559"/>
                      <a:pt x="1065" y="559"/>
                    </a:cubicBezTo>
                    <a:cubicBezTo>
                      <a:pt x="847" y="559"/>
                      <a:pt x="625" y="504"/>
                      <a:pt x="415" y="394"/>
                    </a:cubicBezTo>
                    <a:cubicBezTo>
                      <a:pt x="383" y="378"/>
                      <a:pt x="351" y="371"/>
                      <a:pt x="319" y="371"/>
                    </a:cubicBezTo>
                    <a:cubicBezTo>
                      <a:pt x="145" y="371"/>
                      <a:pt x="1" y="587"/>
                      <a:pt x="155" y="719"/>
                    </a:cubicBezTo>
                    <a:cubicBezTo>
                      <a:pt x="406" y="936"/>
                      <a:pt x="723" y="1037"/>
                      <a:pt x="1042" y="1037"/>
                    </a:cubicBezTo>
                    <a:cubicBezTo>
                      <a:pt x="1568" y="1037"/>
                      <a:pt x="2098" y="763"/>
                      <a:pt x="2340" y="277"/>
                    </a:cubicBezTo>
                    <a:cubicBezTo>
                      <a:pt x="2409" y="150"/>
                      <a:pt x="2294" y="1"/>
                      <a:pt x="21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Google Shape;1894;p50"/>
              <p:cNvSpPr/>
              <p:nvPr/>
            </p:nvSpPr>
            <p:spPr>
              <a:xfrm>
                <a:off x="2998200" y="3689438"/>
                <a:ext cx="58312" cy="20985"/>
              </a:xfrm>
              <a:custGeom>
                <a:avLst/>
                <a:gdLst/>
                <a:ahLst/>
                <a:cxnLst/>
                <a:rect l="l" t="t" r="r" b="b"/>
                <a:pathLst>
                  <a:path w="2990" h="1076" extrusionOk="0">
                    <a:moveTo>
                      <a:pt x="302" y="0"/>
                    </a:moveTo>
                    <a:cubicBezTo>
                      <a:pt x="115" y="0"/>
                      <a:pt x="0" y="282"/>
                      <a:pt x="127" y="452"/>
                    </a:cubicBezTo>
                    <a:cubicBezTo>
                      <a:pt x="467" y="882"/>
                      <a:pt x="1073" y="1076"/>
                      <a:pt x="1619" y="1076"/>
                    </a:cubicBezTo>
                    <a:cubicBezTo>
                      <a:pt x="1700" y="1076"/>
                      <a:pt x="1780" y="1071"/>
                      <a:pt x="1857" y="1063"/>
                    </a:cubicBezTo>
                    <a:cubicBezTo>
                      <a:pt x="2170" y="1024"/>
                      <a:pt x="2989" y="868"/>
                      <a:pt x="2833" y="387"/>
                    </a:cubicBezTo>
                    <a:cubicBezTo>
                      <a:pt x="2800" y="309"/>
                      <a:pt x="2729" y="251"/>
                      <a:pt x="2645" y="251"/>
                    </a:cubicBezTo>
                    <a:cubicBezTo>
                      <a:pt x="2630" y="251"/>
                      <a:pt x="2615" y="253"/>
                      <a:pt x="2599" y="256"/>
                    </a:cubicBezTo>
                    <a:cubicBezTo>
                      <a:pt x="2586" y="256"/>
                      <a:pt x="2573" y="269"/>
                      <a:pt x="2560" y="269"/>
                    </a:cubicBezTo>
                    <a:cubicBezTo>
                      <a:pt x="2456" y="296"/>
                      <a:pt x="2417" y="387"/>
                      <a:pt x="2430" y="478"/>
                    </a:cubicBezTo>
                    <a:cubicBezTo>
                      <a:pt x="2424" y="477"/>
                      <a:pt x="2417" y="476"/>
                      <a:pt x="2410" y="476"/>
                    </a:cubicBezTo>
                    <a:cubicBezTo>
                      <a:pt x="2308" y="476"/>
                      <a:pt x="2101" y="557"/>
                      <a:pt x="2053" y="569"/>
                    </a:cubicBezTo>
                    <a:cubicBezTo>
                      <a:pt x="1961" y="579"/>
                      <a:pt x="1869" y="586"/>
                      <a:pt x="1779" y="586"/>
                    </a:cubicBezTo>
                    <a:cubicBezTo>
                      <a:pt x="1650" y="586"/>
                      <a:pt x="1524" y="573"/>
                      <a:pt x="1402" y="543"/>
                    </a:cubicBezTo>
                    <a:cubicBezTo>
                      <a:pt x="1025" y="465"/>
                      <a:pt x="752" y="269"/>
                      <a:pt x="439" y="48"/>
                    </a:cubicBezTo>
                    <a:cubicBezTo>
                      <a:pt x="391" y="15"/>
                      <a:pt x="345" y="0"/>
                      <a:pt x="3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Google Shape;1895;p50"/>
              <p:cNvSpPr/>
              <p:nvPr/>
            </p:nvSpPr>
            <p:spPr>
              <a:xfrm>
                <a:off x="3389342" y="3854780"/>
                <a:ext cx="44992" cy="17552"/>
              </a:xfrm>
              <a:custGeom>
                <a:avLst/>
                <a:gdLst/>
                <a:ahLst/>
                <a:cxnLst/>
                <a:rect l="l" t="t" r="r" b="b"/>
                <a:pathLst>
                  <a:path w="2307" h="900" extrusionOk="0">
                    <a:moveTo>
                      <a:pt x="2069" y="1"/>
                    </a:moveTo>
                    <a:cubicBezTo>
                      <a:pt x="2043" y="1"/>
                      <a:pt x="2016" y="8"/>
                      <a:pt x="1990" y="26"/>
                    </a:cubicBezTo>
                    <a:cubicBezTo>
                      <a:pt x="1507" y="368"/>
                      <a:pt x="991" y="539"/>
                      <a:pt x="415" y="539"/>
                    </a:cubicBezTo>
                    <a:cubicBezTo>
                      <a:pt x="355" y="539"/>
                      <a:pt x="295" y="537"/>
                      <a:pt x="234" y="533"/>
                    </a:cubicBezTo>
                    <a:cubicBezTo>
                      <a:pt x="230" y="533"/>
                      <a:pt x="225" y="533"/>
                      <a:pt x="221" y="533"/>
                    </a:cubicBezTo>
                    <a:cubicBezTo>
                      <a:pt x="0" y="533"/>
                      <a:pt x="17" y="859"/>
                      <a:pt x="234" y="884"/>
                    </a:cubicBezTo>
                    <a:cubicBezTo>
                      <a:pt x="325" y="894"/>
                      <a:pt x="416" y="899"/>
                      <a:pt x="507" y="899"/>
                    </a:cubicBezTo>
                    <a:cubicBezTo>
                      <a:pt x="1123" y="899"/>
                      <a:pt x="1710" y="672"/>
                      <a:pt x="2198" y="286"/>
                    </a:cubicBezTo>
                    <a:cubicBezTo>
                      <a:pt x="2307" y="188"/>
                      <a:pt x="2198" y="1"/>
                      <a:pt x="20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Google Shape;1896;p50"/>
              <p:cNvSpPr/>
              <p:nvPr/>
            </p:nvSpPr>
            <p:spPr>
              <a:xfrm>
                <a:off x="3364808" y="3845516"/>
                <a:ext cx="43569" cy="12599"/>
              </a:xfrm>
              <a:custGeom>
                <a:avLst/>
                <a:gdLst/>
                <a:ahLst/>
                <a:cxnLst/>
                <a:rect l="l" t="t" r="r" b="b"/>
                <a:pathLst>
                  <a:path w="2234" h="646" extrusionOk="0">
                    <a:moveTo>
                      <a:pt x="1989" y="0"/>
                    </a:moveTo>
                    <a:cubicBezTo>
                      <a:pt x="1964" y="0"/>
                      <a:pt x="1936" y="6"/>
                      <a:pt x="1908" y="19"/>
                    </a:cubicBezTo>
                    <a:cubicBezTo>
                      <a:pt x="1566" y="173"/>
                      <a:pt x="1230" y="243"/>
                      <a:pt x="884" y="243"/>
                    </a:cubicBezTo>
                    <a:cubicBezTo>
                      <a:pt x="704" y="243"/>
                      <a:pt x="521" y="224"/>
                      <a:pt x="334" y="189"/>
                    </a:cubicBezTo>
                    <a:cubicBezTo>
                      <a:pt x="317" y="185"/>
                      <a:pt x="301" y="183"/>
                      <a:pt x="286" y="183"/>
                    </a:cubicBezTo>
                    <a:cubicBezTo>
                      <a:pt x="75" y="183"/>
                      <a:pt x="0" y="493"/>
                      <a:pt x="230" y="566"/>
                    </a:cubicBezTo>
                    <a:cubicBezTo>
                      <a:pt x="425" y="620"/>
                      <a:pt x="629" y="646"/>
                      <a:pt x="832" y="646"/>
                    </a:cubicBezTo>
                    <a:cubicBezTo>
                      <a:pt x="1267" y="646"/>
                      <a:pt x="1705" y="527"/>
                      <a:pt x="2077" y="306"/>
                    </a:cubicBezTo>
                    <a:cubicBezTo>
                      <a:pt x="2233" y="205"/>
                      <a:pt x="2141" y="0"/>
                      <a:pt x="19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Google Shape;1897;p50"/>
              <p:cNvSpPr/>
              <p:nvPr/>
            </p:nvSpPr>
            <p:spPr>
              <a:xfrm>
                <a:off x="3102792" y="3847252"/>
                <a:ext cx="31848" cy="19093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979" extrusionOk="0">
                    <a:moveTo>
                      <a:pt x="1403" y="0"/>
                    </a:moveTo>
                    <a:cubicBezTo>
                      <a:pt x="1336" y="0"/>
                      <a:pt x="1269" y="39"/>
                      <a:pt x="1255" y="113"/>
                    </a:cubicBezTo>
                    <a:cubicBezTo>
                      <a:pt x="1198" y="333"/>
                      <a:pt x="950" y="539"/>
                      <a:pt x="709" y="539"/>
                    </a:cubicBezTo>
                    <a:cubicBezTo>
                      <a:pt x="623" y="539"/>
                      <a:pt x="537" y="513"/>
                      <a:pt x="462" y="451"/>
                    </a:cubicBezTo>
                    <a:cubicBezTo>
                      <a:pt x="416" y="414"/>
                      <a:pt x="367" y="398"/>
                      <a:pt x="319" y="398"/>
                    </a:cubicBezTo>
                    <a:cubicBezTo>
                      <a:pt x="147" y="398"/>
                      <a:pt x="0" y="600"/>
                      <a:pt x="163" y="763"/>
                    </a:cubicBezTo>
                    <a:cubicBezTo>
                      <a:pt x="312" y="912"/>
                      <a:pt x="508" y="978"/>
                      <a:pt x="706" y="978"/>
                    </a:cubicBezTo>
                    <a:cubicBezTo>
                      <a:pt x="1164" y="978"/>
                      <a:pt x="1632" y="622"/>
                      <a:pt x="1542" y="113"/>
                    </a:cubicBezTo>
                    <a:cubicBezTo>
                      <a:pt x="1529" y="36"/>
                      <a:pt x="1466" y="0"/>
                      <a:pt x="14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50"/>
              <p:cNvSpPr/>
              <p:nvPr/>
            </p:nvSpPr>
            <p:spPr>
              <a:xfrm>
                <a:off x="3065386" y="3831845"/>
                <a:ext cx="47196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2420" h="1005" extrusionOk="0">
                    <a:moveTo>
                      <a:pt x="1437" y="0"/>
                    </a:moveTo>
                    <a:cubicBezTo>
                      <a:pt x="894" y="0"/>
                      <a:pt x="328" y="260"/>
                      <a:pt x="77" y="720"/>
                    </a:cubicBezTo>
                    <a:cubicBezTo>
                      <a:pt x="0" y="855"/>
                      <a:pt x="123" y="1004"/>
                      <a:pt x="250" y="1004"/>
                    </a:cubicBezTo>
                    <a:cubicBezTo>
                      <a:pt x="294" y="1004"/>
                      <a:pt x="339" y="986"/>
                      <a:pt x="377" y="942"/>
                    </a:cubicBezTo>
                    <a:cubicBezTo>
                      <a:pt x="717" y="568"/>
                      <a:pt x="1079" y="382"/>
                      <a:pt x="1492" y="382"/>
                    </a:cubicBezTo>
                    <a:cubicBezTo>
                      <a:pt x="1711" y="382"/>
                      <a:pt x="1945" y="435"/>
                      <a:pt x="2198" y="538"/>
                    </a:cubicBezTo>
                    <a:cubicBezTo>
                      <a:pt x="2213" y="544"/>
                      <a:pt x="2227" y="547"/>
                      <a:pt x="2241" y="547"/>
                    </a:cubicBezTo>
                    <a:cubicBezTo>
                      <a:pt x="2349" y="547"/>
                      <a:pt x="2420" y="385"/>
                      <a:pt x="2328" y="304"/>
                    </a:cubicBezTo>
                    <a:cubicBezTo>
                      <a:pt x="2091" y="97"/>
                      <a:pt x="1768" y="0"/>
                      <a:pt x="14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Google Shape;1899;p50"/>
              <p:cNvSpPr/>
              <p:nvPr/>
            </p:nvSpPr>
            <p:spPr>
              <a:xfrm>
                <a:off x="2861019" y="3759549"/>
                <a:ext cx="55914" cy="18527"/>
              </a:xfrm>
              <a:custGeom>
                <a:avLst/>
                <a:gdLst/>
                <a:ahLst/>
                <a:cxnLst/>
                <a:rect l="l" t="t" r="r" b="b"/>
                <a:pathLst>
                  <a:path w="2867" h="950" extrusionOk="0">
                    <a:moveTo>
                      <a:pt x="2382" y="1"/>
                    </a:moveTo>
                    <a:cubicBezTo>
                      <a:pt x="2280" y="1"/>
                      <a:pt x="2175" y="93"/>
                      <a:pt x="2218" y="213"/>
                    </a:cubicBezTo>
                    <a:cubicBezTo>
                      <a:pt x="2313" y="484"/>
                      <a:pt x="1925" y="559"/>
                      <a:pt x="1478" y="559"/>
                    </a:cubicBezTo>
                    <a:cubicBezTo>
                      <a:pt x="1002" y="559"/>
                      <a:pt x="459" y="474"/>
                      <a:pt x="358" y="447"/>
                    </a:cubicBezTo>
                    <a:cubicBezTo>
                      <a:pt x="337" y="442"/>
                      <a:pt x="317" y="440"/>
                      <a:pt x="298" y="440"/>
                    </a:cubicBezTo>
                    <a:cubicBezTo>
                      <a:pt x="71" y="440"/>
                      <a:pt x="1" y="778"/>
                      <a:pt x="241" y="850"/>
                    </a:cubicBezTo>
                    <a:cubicBezTo>
                      <a:pt x="394" y="900"/>
                      <a:pt x="777" y="949"/>
                      <a:pt x="1191" y="949"/>
                    </a:cubicBezTo>
                    <a:cubicBezTo>
                      <a:pt x="1974" y="949"/>
                      <a:pt x="2866" y="772"/>
                      <a:pt x="2517" y="83"/>
                    </a:cubicBezTo>
                    <a:cubicBezTo>
                      <a:pt x="2486" y="25"/>
                      <a:pt x="2434" y="1"/>
                      <a:pt x="2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Google Shape;1900;p50"/>
              <p:cNvSpPr/>
              <p:nvPr/>
            </p:nvSpPr>
            <p:spPr>
              <a:xfrm>
                <a:off x="3715151" y="4019284"/>
                <a:ext cx="50180" cy="24144"/>
              </a:xfrm>
              <a:custGeom>
                <a:avLst/>
                <a:gdLst/>
                <a:ahLst/>
                <a:cxnLst/>
                <a:rect l="l" t="t" r="r" b="b"/>
                <a:pathLst>
                  <a:path w="2573" h="1238" extrusionOk="0">
                    <a:moveTo>
                      <a:pt x="879" y="0"/>
                    </a:moveTo>
                    <a:cubicBezTo>
                      <a:pt x="637" y="0"/>
                      <a:pt x="397" y="27"/>
                      <a:pt x="179" y="72"/>
                    </a:cubicBezTo>
                    <a:cubicBezTo>
                      <a:pt x="0" y="123"/>
                      <a:pt x="34" y="411"/>
                      <a:pt x="206" y="411"/>
                    </a:cubicBezTo>
                    <a:cubicBezTo>
                      <a:pt x="210" y="411"/>
                      <a:pt x="214" y="411"/>
                      <a:pt x="218" y="410"/>
                    </a:cubicBezTo>
                    <a:cubicBezTo>
                      <a:pt x="399" y="389"/>
                      <a:pt x="580" y="376"/>
                      <a:pt x="761" y="376"/>
                    </a:cubicBezTo>
                    <a:cubicBezTo>
                      <a:pt x="918" y="376"/>
                      <a:pt x="1075" y="386"/>
                      <a:pt x="1232" y="410"/>
                    </a:cubicBezTo>
                    <a:cubicBezTo>
                      <a:pt x="1297" y="423"/>
                      <a:pt x="2468" y="670"/>
                      <a:pt x="2065" y="970"/>
                    </a:cubicBezTo>
                    <a:cubicBezTo>
                      <a:pt x="1955" y="1057"/>
                      <a:pt x="2021" y="1237"/>
                      <a:pt x="2138" y="1237"/>
                    </a:cubicBezTo>
                    <a:cubicBezTo>
                      <a:pt x="2160" y="1237"/>
                      <a:pt x="2183" y="1231"/>
                      <a:pt x="2208" y="1217"/>
                    </a:cubicBezTo>
                    <a:cubicBezTo>
                      <a:pt x="2572" y="996"/>
                      <a:pt x="2468" y="527"/>
                      <a:pt x="2143" y="319"/>
                    </a:cubicBezTo>
                    <a:cubicBezTo>
                      <a:pt x="1788" y="91"/>
                      <a:pt x="1328" y="0"/>
                      <a:pt x="8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Google Shape;1901;p50"/>
              <p:cNvSpPr/>
              <p:nvPr/>
            </p:nvSpPr>
            <p:spPr>
              <a:xfrm>
                <a:off x="3662767" y="3494608"/>
                <a:ext cx="28766" cy="26153"/>
              </a:xfrm>
              <a:custGeom>
                <a:avLst/>
                <a:gdLst/>
                <a:ahLst/>
                <a:cxnLst/>
                <a:rect l="l" t="t" r="r" b="b"/>
                <a:pathLst>
                  <a:path w="1475" h="1341" extrusionOk="0">
                    <a:moveTo>
                      <a:pt x="1101" y="0"/>
                    </a:moveTo>
                    <a:cubicBezTo>
                      <a:pt x="1009" y="0"/>
                      <a:pt x="905" y="87"/>
                      <a:pt x="939" y="191"/>
                    </a:cubicBezTo>
                    <a:cubicBezTo>
                      <a:pt x="1037" y="570"/>
                      <a:pt x="699" y="937"/>
                      <a:pt x="334" y="937"/>
                    </a:cubicBezTo>
                    <a:cubicBezTo>
                      <a:pt x="310" y="937"/>
                      <a:pt x="287" y="936"/>
                      <a:pt x="263" y="933"/>
                    </a:cubicBezTo>
                    <a:cubicBezTo>
                      <a:pt x="252" y="931"/>
                      <a:pt x="242" y="930"/>
                      <a:pt x="232" y="930"/>
                    </a:cubicBezTo>
                    <a:cubicBezTo>
                      <a:pt x="37" y="930"/>
                      <a:pt x="1" y="1273"/>
                      <a:pt x="211" y="1323"/>
                    </a:cubicBezTo>
                    <a:cubicBezTo>
                      <a:pt x="271" y="1335"/>
                      <a:pt x="329" y="1341"/>
                      <a:pt x="387" y="1341"/>
                    </a:cubicBezTo>
                    <a:cubicBezTo>
                      <a:pt x="1006" y="1341"/>
                      <a:pt x="1474" y="669"/>
                      <a:pt x="1213" y="74"/>
                    </a:cubicBezTo>
                    <a:cubicBezTo>
                      <a:pt x="1191" y="22"/>
                      <a:pt x="1148" y="0"/>
                      <a:pt x="11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50"/>
              <p:cNvSpPr/>
              <p:nvPr/>
            </p:nvSpPr>
            <p:spPr>
              <a:xfrm>
                <a:off x="3608706" y="3489245"/>
                <a:ext cx="42301" cy="31926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1637" extrusionOk="0">
                    <a:moveTo>
                      <a:pt x="1499" y="0"/>
                    </a:moveTo>
                    <a:cubicBezTo>
                      <a:pt x="741" y="0"/>
                      <a:pt x="0" y="645"/>
                      <a:pt x="43" y="1442"/>
                    </a:cubicBezTo>
                    <a:cubicBezTo>
                      <a:pt x="50" y="1572"/>
                      <a:pt x="147" y="1637"/>
                      <a:pt x="245" y="1637"/>
                    </a:cubicBezTo>
                    <a:cubicBezTo>
                      <a:pt x="342" y="1637"/>
                      <a:pt x="440" y="1572"/>
                      <a:pt x="446" y="1442"/>
                    </a:cubicBezTo>
                    <a:cubicBezTo>
                      <a:pt x="468" y="858"/>
                      <a:pt x="974" y="392"/>
                      <a:pt x="1532" y="392"/>
                    </a:cubicBezTo>
                    <a:cubicBezTo>
                      <a:pt x="1646" y="392"/>
                      <a:pt x="1762" y="411"/>
                      <a:pt x="1877" y="453"/>
                    </a:cubicBezTo>
                    <a:cubicBezTo>
                      <a:pt x="1898" y="461"/>
                      <a:pt x="1918" y="464"/>
                      <a:pt x="1937" y="464"/>
                    </a:cubicBezTo>
                    <a:cubicBezTo>
                      <a:pt x="2113" y="464"/>
                      <a:pt x="2168" y="159"/>
                      <a:pt x="1968" y="89"/>
                    </a:cubicBezTo>
                    <a:cubicBezTo>
                      <a:pt x="1816" y="28"/>
                      <a:pt x="1657" y="0"/>
                      <a:pt x="14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50"/>
              <p:cNvSpPr/>
              <p:nvPr/>
            </p:nvSpPr>
            <p:spPr>
              <a:xfrm>
                <a:off x="2953383" y="3275049"/>
                <a:ext cx="43510" cy="22779"/>
              </a:xfrm>
              <a:custGeom>
                <a:avLst/>
                <a:gdLst/>
                <a:ahLst/>
                <a:cxnLst/>
                <a:rect l="l" t="t" r="r" b="b"/>
                <a:pathLst>
                  <a:path w="2231" h="1168" extrusionOk="0">
                    <a:moveTo>
                      <a:pt x="1803" y="0"/>
                    </a:moveTo>
                    <a:cubicBezTo>
                      <a:pt x="1789" y="0"/>
                      <a:pt x="1776" y="1"/>
                      <a:pt x="1762" y="2"/>
                    </a:cubicBezTo>
                    <a:cubicBezTo>
                      <a:pt x="1580" y="28"/>
                      <a:pt x="1541" y="236"/>
                      <a:pt x="1645" y="327"/>
                    </a:cubicBezTo>
                    <a:cubicBezTo>
                      <a:pt x="1292" y="578"/>
                      <a:pt x="929" y="699"/>
                      <a:pt x="503" y="699"/>
                    </a:cubicBezTo>
                    <a:cubicBezTo>
                      <a:pt x="443" y="699"/>
                      <a:pt x="381" y="696"/>
                      <a:pt x="318" y="691"/>
                    </a:cubicBezTo>
                    <a:cubicBezTo>
                      <a:pt x="311" y="691"/>
                      <a:pt x="303" y="690"/>
                      <a:pt x="296" y="690"/>
                    </a:cubicBezTo>
                    <a:cubicBezTo>
                      <a:pt x="54" y="690"/>
                      <a:pt x="0" y="1109"/>
                      <a:pt x="253" y="1147"/>
                    </a:cubicBezTo>
                    <a:cubicBezTo>
                      <a:pt x="357" y="1160"/>
                      <a:pt x="463" y="1167"/>
                      <a:pt x="568" y="1167"/>
                    </a:cubicBezTo>
                    <a:cubicBezTo>
                      <a:pt x="1160" y="1167"/>
                      <a:pt x="1755" y="949"/>
                      <a:pt x="2152" y="496"/>
                    </a:cubicBezTo>
                    <a:cubicBezTo>
                      <a:pt x="2217" y="418"/>
                      <a:pt x="2230" y="327"/>
                      <a:pt x="2191" y="236"/>
                    </a:cubicBezTo>
                    <a:cubicBezTo>
                      <a:pt x="2107" y="79"/>
                      <a:pt x="1977" y="0"/>
                      <a:pt x="18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04" name="Google Shape;1904;p50"/>
          <p:cNvGrpSpPr/>
          <p:nvPr/>
        </p:nvGrpSpPr>
        <p:grpSpPr>
          <a:xfrm>
            <a:off x="7423873" y="2912607"/>
            <a:ext cx="1148957" cy="1301973"/>
            <a:chOff x="7423873" y="2912607"/>
            <a:chExt cx="1148957" cy="1301973"/>
          </a:xfrm>
        </p:grpSpPr>
        <p:sp>
          <p:nvSpPr>
            <p:cNvPr id="1905" name="Google Shape;1905;p50"/>
            <p:cNvSpPr/>
            <p:nvPr/>
          </p:nvSpPr>
          <p:spPr>
            <a:xfrm>
              <a:off x="7619590" y="3008177"/>
              <a:ext cx="953239" cy="1032261"/>
            </a:xfrm>
            <a:custGeom>
              <a:avLst/>
              <a:gdLst/>
              <a:ahLst/>
              <a:cxnLst/>
              <a:rect l="l" t="t" r="r" b="b"/>
              <a:pathLst>
                <a:path w="17279" h="18708" extrusionOk="0">
                  <a:moveTo>
                    <a:pt x="5860" y="1"/>
                  </a:moveTo>
                  <a:cubicBezTo>
                    <a:pt x="5630" y="1"/>
                    <a:pt x="5376" y="29"/>
                    <a:pt x="5093" y="92"/>
                  </a:cubicBezTo>
                  <a:cubicBezTo>
                    <a:pt x="0" y="1225"/>
                    <a:pt x="3054" y="8584"/>
                    <a:pt x="4522" y="9943"/>
                  </a:cubicBezTo>
                  <a:cubicBezTo>
                    <a:pt x="5989" y="11293"/>
                    <a:pt x="2355" y="15105"/>
                    <a:pt x="6334" y="18090"/>
                  </a:cubicBezTo>
                  <a:cubicBezTo>
                    <a:pt x="6902" y="18516"/>
                    <a:pt x="7544" y="18707"/>
                    <a:pt x="8177" y="18707"/>
                  </a:cubicBezTo>
                  <a:cubicBezTo>
                    <a:pt x="9563" y="18707"/>
                    <a:pt x="10903" y="17786"/>
                    <a:pt x="11309" y="16385"/>
                  </a:cubicBezTo>
                  <a:cubicBezTo>
                    <a:pt x="12333" y="12879"/>
                    <a:pt x="14028" y="10278"/>
                    <a:pt x="15653" y="8465"/>
                  </a:cubicBezTo>
                  <a:cubicBezTo>
                    <a:pt x="17278" y="6653"/>
                    <a:pt x="17081" y="5077"/>
                    <a:pt x="15160" y="3599"/>
                  </a:cubicBezTo>
                  <a:cubicBezTo>
                    <a:pt x="14342" y="2974"/>
                    <a:pt x="13626" y="2840"/>
                    <a:pt x="12915" y="2840"/>
                  </a:cubicBezTo>
                  <a:cubicBezTo>
                    <a:pt x="12385" y="2840"/>
                    <a:pt x="11857" y="2915"/>
                    <a:pt x="11293" y="2915"/>
                  </a:cubicBezTo>
                  <a:cubicBezTo>
                    <a:pt x="10840" y="2915"/>
                    <a:pt x="10363" y="2867"/>
                    <a:pt x="9841" y="2693"/>
                  </a:cubicBezTo>
                  <a:cubicBezTo>
                    <a:pt x="8016" y="2085"/>
                    <a:pt x="7817" y="1"/>
                    <a:pt x="58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50"/>
            <p:cNvSpPr/>
            <p:nvPr/>
          </p:nvSpPr>
          <p:spPr>
            <a:xfrm flipH="1">
              <a:off x="7423873" y="2912607"/>
              <a:ext cx="835583" cy="1301973"/>
            </a:xfrm>
            <a:custGeom>
              <a:avLst/>
              <a:gdLst/>
              <a:ahLst/>
              <a:cxnLst/>
              <a:rect l="l" t="t" r="r" b="b"/>
              <a:pathLst>
                <a:path w="6473" h="10085" extrusionOk="0">
                  <a:moveTo>
                    <a:pt x="3094" y="4936"/>
                  </a:moveTo>
                  <a:lnTo>
                    <a:pt x="3094" y="4936"/>
                  </a:lnTo>
                  <a:cubicBezTo>
                    <a:pt x="3370" y="5083"/>
                    <a:pt x="3636" y="5221"/>
                    <a:pt x="3922" y="5369"/>
                  </a:cubicBezTo>
                  <a:cubicBezTo>
                    <a:pt x="3833" y="5420"/>
                    <a:pt x="3745" y="5445"/>
                    <a:pt x="3659" y="5445"/>
                  </a:cubicBezTo>
                  <a:cubicBezTo>
                    <a:pt x="3427" y="5445"/>
                    <a:pt x="3216" y="5266"/>
                    <a:pt x="3094" y="4936"/>
                  </a:cubicBezTo>
                  <a:close/>
                  <a:moveTo>
                    <a:pt x="4486" y="96"/>
                  </a:moveTo>
                  <a:cubicBezTo>
                    <a:pt x="4864" y="96"/>
                    <a:pt x="5215" y="250"/>
                    <a:pt x="5527" y="562"/>
                  </a:cubicBezTo>
                  <a:cubicBezTo>
                    <a:pt x="5803" y="838"/>
                    <a:pt x="6039" y="1143"/>
                    <a:pt x="6187" y="1518"/>
                  </a:cubicBezTo>
                  <a:cubicBezTo>
                    <a:pt x="6325" y="1833"/>
                    <a:pt x="6365" y="2168"/>
                    <a:pt x="6374" y="2503"/>
                  </a:cubicBezTo>
                  <a:cubicBezTo>
                    <a:pt x="6374" y="2700"/>
                    <a:pt x="6365" y="2887"/>
                    <a:pt x="6355" y="3084"/>
                  </a:cubicBezTo>
                  <a:cubicBezTo>
                    <a:pt x="6345" y="3310"/>
                    <a:pt x="6286" y="3537"/>
                    <a:pt x="6197" y="3744"/>
                  </a:cubicBezTo>
                  <a:cubicBezTo>
                    <a:pt x="6079" y="4039"/>
                    <a:pt x="5970" y="4335"/>
                    <a:pt x="5852" y="4630"/>
                  </a:cubicBezTo>
                  <a:cubicBezTo>
                    <a:pt x="5833" y="4689"/>
                    <a:pt x="5803" y="4749"/>
                    <a:pt x="5764" y="4778"/>
                  </a:cubicBezTo>
                  <a:cubicBezTo>
                    <a:pt x="5596" y="4896"/>
                    <a:pt x="5517" y="5074"/>
                    <a:pt x="5370" y="5202"/>
                  </a:cubicBezTo>
                  <a:cubicBezTo>
                    <a:pt x="5340" y="5231"/>
                    <a:pt x="5310" y="5271"/>
                    <a:pt x="5281" y="5310"/>
                  </a:cubicBezTo>
                  <a:cubicBezTo>
                    <a:pt x="4956" y="5290"/>
                    <a:pt x="4650" y="5192"/>
                    <a:pt x="4355" y="5083"/>
                  </a:cubicBezTo>
                  <a:cubicBezTo>
                    <a:pt x="4059" y="4975"/>
                    <a:pt x="3774" y="4857"/>
                    <a:pt x="3488" y="4729"/>
                  </a:cubicBezTo>
                  <a:cubicBezTo>
                    <a:pt x="2897" y="4473"/>
                    <a:pt x="2336" y="4167"/>
                    <a:pt x="1833" y="3754"/>
                  </a:cubicBezTo>
                  <a:cubicBezTo>
                    <a:pt x="1735" y="3675"/>
                    <a:pt x="1626" y="3606"/>
                    <a:pt x="1528" y="3517"/>
                  </a:cubicBezTo>
                  <a:cubicBezTo>
                    <a:pt x="1508" y="3498"/>
                    <a:pt x="1518" y="3448"/>
                    <a:pt x="1518" y="3419"/>
                  </a:cubicBezTo>
                  <a:lnTo>
                    <a:pt x="1518" y="3419"/>
                  </a:lnTo>
                  <a:cubicBezTo>
                    <a:pt x="1479" y="3429"/>
                    <a:pt x="1429" y="3448"/>
                    <a:pt x="1350" y="3478"/>
                  </a:cubicBezTo>
                  <a:cubicBezTo>
                    <a:pt x="1419" y="3547"/>
                    <a:pt x="1469" y="3606"/>
                    <a:pt x="1528" y="3655"/>
                  </a:cubicBezTo>
                  <a:cubicBezTo>
                    <a:pt x="1882" y="3892"/>
                    <a:pt x="2208" y="4177"/>
                    <a:pt x="2582" y="4384"/>
                  </a:cubicBezTo>
                  <a:cubicBezTo>
                    <a:pt x="3143" y="4689"/>
                    <a:pt x="3734" y="4955"/>
                    <a:pt x="4335" y="5172"/>
                  </a:cubicBezTo>
                  <a:cubicBezTo>
                    <a:pt x="4621" y="5261"/>
                    <a:pt x="4907" y="5330"/>
                    <a:pt x="5202" y="5399"/>
                  </a:cubicBezTo>
                  <a:cubicBezTo>
                    <a:pt x="5242" y="5408"/>
                    <a:pt x="5282" y="5412"/>
                    <a:pt x="5324" y="5412"/>
                  </a:cubicBezTo>
                  <a:cubicBezTo>
                    <a:pt x="5417" y="5412"/>
                    <a:pt x="5517" y="5390"/>
                    <a:pt x="5626" y="5349"/>
                  </a:cubicBezTo>
                  <a:cubicBezTo>
                    <a:pt x="5567" y="5310"/>
                    <a:pt x="5527" y="5280"/>
                    <a:pt x="5488" y="5251"/>
                  </a:cubicBezTo>
                  <a:cubicBezTo>
                    <a:pt x="5547" y="5182"/>
                    <a:pt x="5606" y="5103"/>
                    <a:pt x="5675" y="5034"/>
                  </a:cubicBezTo>
                  <a:lnTo>
                    <a:pt x="5675" y="5034"/>
                  </a:lnTo>
                  <a:cubicBezTo>
                    <a:pt x="5813" y="5202"/>
                    <a:pt x="5754" y="5428"/>
                    <a:pt x="5576" y="5517"/>
                  </a:cubicBezTo>
                  <a:cubicBezTo>
                    <a:pt x="5457" y="5574"/>
                    <a:pt x="5333" y="5598"/>
                    <a:pt x="5206" y="5598"/>
                  </a:cubicBezTo>
                  <a:cubicBezTo>
                    <a:pt x="5133" y="5598"/>
                    <a:pt x="5060" y="5590"/>
                    <a:pt x="4985" y="5576"/>
                  </a:cubicBezTo>
                  <a:cubicBezTo>
                    <a:pt x="4385" y="5458"/>
                    <a:pt x="3813" y="5251"/>
                    <a:pt x="3281" y="4946"/>
                  </a:cubicBezTo>
                  <a:cubicBezTo>
                    <a:pt x="3193" y="4896"/>
                    <a:pt x="3065" y="4877"/>
                    <a:pt x="3015" y="4758"/>
                  </a:cubicBezTo>
                  <a:cubicBezTo>
                    <a:pt x="3015" y="4749"/>
                    <a:pt x="2996" y="4739"/>
                    <a:pt x="2986" y="4739"/>
                  </a:cubicBezTo>
                  <a:cubicBezTo>
                    <a:pt x="2720" y="4739"/>
                    <a:pt x="2542" y="4532"/>
                    <a:pt x="2316" y="4453"/>
                  </a:cubicBezTo>
                  <a:cubicBezTo>
                    <a:pt x="2296" y="4453"/>
                    <a:pt x="2286" y="4453"/>
                    <a:pt x="2276" y="4443"/>
                  </a:cubicBezTo>
                  <a:lnTo>
                    <a:pt x="2276" y="4443"/>
                  </a:lnTo>
                  <a:cubicBezTo>
                    <a:pt x="2316" y="4561"/>
                    <a:pt x="2434" y="4571"/>
                    <a:pt x="2513" y="4630"/>
                  </a:cubicBezTo>
                  <a:cubicBezTo>
                    <a:pt x="2592" y="4680"/>
                    <a:pt x="2670" y="4709"/>
                    <a:pt x="2759" y="4768"/>
                  </a:cubicBezTo>
                  <a:cubicBezTo>
                    <a:pt x="2682" y="4797"/>
                    <a:pt x="2605" y="4811"/>
                    <a:pt x="2530" y="4811"/>
                  </a:cubicBezTo>
                  <a:cubicBezTo>
                    <a:pt x="2253" y="4811"/>
                    <a:pt x="2011" y="4620"/>
                    <a:pt x="1942" y="4325"/>
                  </a:cubicBezTo>
                  <a:lnTo>
                    <a:pt x="1942" y="4325"/>
                  </a:lnTo>
                  <a:cubicBezTo>
                    <a:pt x="2010" y="4345"/>
                    <a:pt x="2089" y="4374"/>
                    <a:pt x="2158" y="4394"/>
                  </a:cubicBezTo>
                  <a:cubicBezTo>
                    <a:pt x="1922" y="4246"/>
                    <a:pt x="1794" y="3970"/>
                    <a:pt x="1508" y="3892"/>
                  </a:cubicBezTo>
                  <a:lnTo>
                    <a:pt x="1508" y="3892"/>
                  </a:lnTo>
                  <a:cubicBezTo>
                    <a:pt x="1597" y="3970"/>
                    <a:pt x="1685" y="4059"/>
                    <a:pt x="1774" y="4138"/>
                  </a:cubicBezTo>
                  <a:cubicBezTo>
                    <a:pt x="1742" y="4209"/>
                    <a:pt x="1717" y="4255"/>
                    <a:pt x="1657" y="4255"/>
                  </a:cubicBezTo>
                  <a:cubicBezTo>
                    <a:pt x="1643" y="4255"/>
                    <a:pt x="1626" y="4252"/>
                    <a:pt x="1607" y="4246"/>
                  </a:cubicBezTo>
                  <a:cubicBezTo>
                    <a:pt x="1479" y="4207"/>
                    <a:pt x="1360" y="4167"/>
                    <a:pt x="1282" y="4049"/>
                  </a:cubicBezTo>
                  <a:cubicBezTo>
                    <a:pt x="1153" y="3901"/>
                    <a:pt x="1153" y="3744"/>
                    <a:pt x="1282" y="3576"/>
                  </a:cubicBezTo>
                  <a:cubicBezTo>
                    <a:pt x="1282" y="3547"/>
                    <a:pt x="1272" y="3517"/>
                    <a:pt x="1262" y="3488"/>
                  </a:cubicBezTo>
                  <a:cubicBezTo>
                    <a:pt x="1232" y="3419"/>
                    <a:pt x="1222" y="3360"/>
                    <a:pt x="1301" y="3330"/>
                  </a:cubicBezTo>
                  <a:cubicBezTo>
                    <a:pt x="1331" y="3321"/>
                    <a:pt x="1364" y="3311"/>
                    <a:pt x="1393" y="3311"/>
                  </a:cubicBezTo>
                  <a:cubicBezTo>
                    <a:pt x="1430" y="3311"/>
                    <a:pt x="1462" y="3328"/>
                    <a:pt x="1479" y="3389"/>
                  </a:cubicBezTo>
                  <a:cubicBezTo>
                    <a:pt x="1479" y="3399"/>
                    <a:pt x="1508" y="3409"/>
                    <a:pt x="1518" y="3419"/>
                  </a:cubicBezTo>
                  <a:cubicBezTo>
                    <a:pt x="1538" y="3409"/>
                    <a:pt x="1567" y="3409"/>
                    <a:pt x="1577" y="3399"/>
                  </a:cubicBezTo>
                  <a:cubicBezTo>
                    <a:pt x="1587" y="3330"/>
                    <a:pt x="1607" y="3251"/>
                    <a:pt x="1616" y="3182"/>
                  </a:cubicBezTo>
                  <a:cubicBezTo>
                    <a:pt x="1685" y="2719"/>
                    <a:pt x="1863" y="2306"/>
                    <a:pt x="2089" y="1892"/>
                  </a:cubicBezTo>
                  <a:cubicBezTo>
                    <a:pt x="2247" y="1606"/>
                    <a:pt x="2434" y="1330"/>
                    <a:pt x="2651" y="1084"/>
                  </a:cubicBezTo>
                  <a:cubicBezTo>
                    <a:pt x="2996" y="700"/>
                    <a:pt x="3399" y="395"/>
                    <a:pt x="3882" y="217"/>
                  </a:cubicBezTo>
                  <a:cubicBezTo>
                    <a:pt x="4090" y="137"/>
                    <a:pt x="4291" y="96"/>
                    <a:pt x="4486" y="96"/>
                  </a:cubicBezTo>
                  <a:close/>
                  <a:moveTo>
                    <a:pt x="4128" y="5428"/>
                  </a:moveTo>
                  <a:lnTo>
                    <a:pt x="4128" y="5428"/>
                  </a:lnTo>
                  <a:cubicBezTo>
                    <a:pt x="4394" y="5507"/>
                    <a:pt x="4641" y="5586"/>
                    <a:pt x="4877" y="5665"/>
                  </a:cubicBezTo>
                  <a:cubicBezTo>
                    <a:pt x="4817" y="5759"/>
                    <a:pt x="4654" y="5838"/>
                    <a:pt x="4515" y="5838"/>
                  </a:cubicBezTo>
                  <a:cubicBezTo>
                    <a:pt x="4494" y="5838"/>
                    <a:pt x="4473" y="5836"/>
                    <a:pt x="4453" y="5832"/>
                  </a:cubicBezTo>
                  <a:cubicBezTo>
                    <a:pt x="4286" y="5803"/>
                    <a:pt x="4187" y="5675"/>
                    <a:pt x="4128" y="5428"/>
                  </a:cubicBezTo>
                  <a:close/>
                  <a:moveTo>
                    <a:pt x="5527" y="5655"/>
                  </a:moveTo>
                  <a:cubicBezTo>
                    <a:pt x="5455" y="5794"/>
                    <a:pt x="5388" y="5863"/>
                    <a:pt x="5314" y="5863"/>
                  </a:cubicBezTo>
                  <a:cubicBezTo>
                    <a:pt x="5246" y="5863"/>
                    <a:pt x="5173" y="5807"/>
                    <a:pt x="5084" y="5694"/>
                  </a:cubicBezTo>
                  <a:cubicBezTo>
                    <a:pt x="5232" y="5684"/>
                    <a:pt x="5370" y="5675"/>
                    <a:pt x="5527" y="5655"/>
                  </a:cubicBezTo>
                  <a:close/>
                  <a:moveTo>
                    <a:pt x="4483" y="1"/>
                  </a:moveTo>
                  <a:cubicBezTo>
                    <a:pt x="4434" y="1"/>
                    <a:pt x="4385" y="20"/>
                    <a:pt x="4325" y="30"/>
                  </a:cubicBezTo>
                  <a:cubicBezTo>
                    <a:pt x="3990" y="69"/>
                    <a:pt x="3685" y="178"/>
                    <a:pt x="3380" y="355"/>
                  </a:cubicBezTo>
                  <a:cubicBezTo>
                    <a:pt x="2611" y="818"/>
                    <a:pt x="2119" y="1498"/>
                    <a:pt x="1774" y="2296"/>
                  </a:cubicBezTo>
                  <a:cubicBezTo>
                    <a:pt x="1656" y="2581"/>
                    <a:pt x="1577" y="2887"/>
                    <a:pt x="1469" y="3202"/>
                  </a:cubicBezTo>
                  <a:cubicBezTo>
                    <a:pt x="1311" y="3212"/>
                    <a:pt x="1173" y="3241"/>
                    <a:pt x="1124" y="3438"/>
                  </a:cubicBezTo>
                  <a:cubicBezTo>
                    <a:pt x="1006" y="3882"/>
                    <a:pt x="996" y="4345"/>
                    <a:pt x="1085" y="4788"/>
                  </a:cubicBezTo>
                  <a:cubicBezTo>
                    <a:pt x="1144" y="5093"/>
                    <a:pt x="1222" y="5389"/>
                    <a:pt x="1380" y="5655"/>
                  </a:cubicBezTo>
                  <a:cubicBezTo>
                    <a:pt x="1538" y="5911"/>
                    <a:pt x="1666" y="6177"/>
                    <a:pt x="1922" y="6364"/>
                  </a:cubicBezTo>
                  <a:cubicBezTo>
                    <a:pt x="2089" y="6492"/>
                    <a:pt x="2129" y="6669"/>
                    <a:pt x="2070" y="6866"/>
                  </a:cubicBezTo>
                  <a:cubicBezTo>
                    <a:pt x="1942" y="7270"/>
                    <a:pt x="1813" y="7664"/>
                    <a:pt x="1685" y="8068"/>
                  </a:cubicBezTo>
                  <a:cubicBezTo>
                    <a:pt x="1656" y="8147"/>
                    <a:pt x="1616" y="8186"/>
                    <a:pt x="1538" y="8226"/>
                  </a:cubicBezTo>
                  <a:cubicBezTo>
                    <a:pt x="1448" y="8271"/>
                    <a:pt x="1358" y="8286"/>
                    <a:pt x="1268" y="8286"/>
                  </a:cubicBezTo>
                  <a:cubicBezTo>
                    <a:pt x="1220" y="8286"/>
                    <a:pt x="1172" y="8282"/>
                    <a:pt x="1124" y="8275"/>
                  </a:cubicBezTo>
                  <a:cubicBezTo>
                    <a:pt x="1034" y="8260"/>
                    <a:pt x="946" y="8253"/>
                    <a:pt x="860" y="8253"/>
                  </a:cubicBezTo>
                  <a:cubicBezTo>
                    <a:pt x="661" y="8253"/>
                    <a:pt x="469" y="8289"/>
                    <a:pt x="277" y="8344"/>
                  </a:cubicBezTo>
                  <a:cubicBezTo>
                    <a:pt x="60" y="8413"/>
                    <a:pt x="1" y="8659"/>
                    <a:pt x="159" y="8807"/>
                  </a:cubicBezTo>
                  <a:cubicBezTo>
                    <a:pt x="287" y="8935"/>
                    <a:pt x="415" y="9063"/>
                    <a:pt x="553" y="9172"/>
                  </a:cubicBezTo>
                  <a:cubicBezTo>
                    <a:pt x="907" y="9447"/>
                    <a:pt x="1272" y="9723"/>
                    <a:pt x="1705" y="9861"/>
                  </a:cubicBezTo>
                  <a:cubicBezTo>
                    <a:pt x="1853" y="9910"/>
                    <a:pt x="2020" y="9940"/>
                    <a:pt x="2168" y="9999"/>
                  </a:cubicBezTo>
                  <a:cubicBezTo>
                    <a:pt x="2338" y="10057"/>
                    <a:pt x="2506" y="10085"/>
                    <a:pt x="2673" y="10085"/>
                  </a:cubicBezTo>
                  <a:cubicBezTo>
                    <a:pt x="2873" y="10085"/>
                    <a:pt x="3072" y="10045"/>
                    <a:pt x="3271" y="9969"/>
                  </a:cubicBezTo>
                  <a:cubicBezTo>
                    <a:pt x="3449" y="9900"/>
                    <a:pt x="3508" y="9694"/>
                    <a:pt x="3380" y="9546"/>
                  </a:cubicBezTo>
                  <a:cubicBezTo>
                    <a:pt x="3222" y="9369"/>
                    <a:pt x="3065" y="9181"/>
                    <a:pt x="2897" y="9004"/>
                  </a:cubicBezTo>
                  <a:cubicBezTo>
                    <a:pt x="2828" y="8935"/>
                    <a:pt x="2749" y="8886"/>
                    <a:pt x="2680" y="8817"/>
                  </a:cubicBezTo>
                  <a:cubicBezTo>
                    <a:pt x="2513" y="8630"/>
                    <a:pt x="2414" y="8423"/>
                    <a:pt x="2542" y="8167"/>
                  </a:cubicBezTo>
                  <a:cubicBezTo>
                    <a:pt x="2661" y="7930"/>
                    <a:pt x="2769" y="7684"/>
                    <a:pt x="2867" y="7438"/>
                  </a:cubicBezTo>
                  <a:cubicBezTo>
                    <a:pt x="2936" y="7231"/>
                    <a:pt x="3074" y="7083"/>
                    <a:pt x="3212" y="6926"/>
                  </a:cubicBezTo>
                  <a:cubicBezTo>
                    <a:pt x="3232" y="6906"/>
                    <a:pt x="3242" y="6886"/>
                    <a:pt x="3262" y="6876"/>
                  </a:cubicBezTo>
                  <a:cubicBezTo>
                    <a:pt x="3252" y="6857"/>
                    <a:pt x="3242" y="6847"/>
                    <a:pt x="3242" y="6837"/>
                  </a:cubicBezTo>
                  <a:cubicBezTo>
                    <a:pt x="3193" y="6866"/>
                    <a:pt x="3133" y="6876"/>
                    <a:pt x="3094" y="6906"/>
                  </a:cubicBezTo>
                  <a:cubicBezTo>
                    <a:pt x="2917" y="7034"/>
                    <a:pt x="2848" y="7241"/>
                    <a:pt x="2759" y="7428"/>
                  </a:cubicBezTo>
                  <a:cubicBezTo>
                    <a:pt x="2621" y="7723"/>
                    <a:pt x="2523" y="8049"/>
                    <a:pt x="2385" y="8344"/>
                  </a:cubicBezTo>
                  <a:cubicBezTo>
                    <a:pt x="2316" y="8502"/>
                    <a:pt x="2336" y="8659"/>
                    <a:pt x="2276" y="8817"/>
                  </a:cubicBezTo>
                  <a:cubicBezTo>
                    <a:pt x="2276" y="8827"/>
                    <a:pt x="2296" y="8856"/>
                    <a:pt x="2316" y="8906"/>
                  </a:cubicBezTo>
                  <a:cubicBezTo>
                    <a:pt x="2365" y="8787"/>
                    <a:pt x="2395" y="8728"/>
                    <a:pt x="2414" y="8669"/>
                  </a:cubicBezTo>
                  <a:cubicBezTo>
                    <a:pt x="2523" y="8768"/>
                    <a:pt x="2611" y="8856"/>
                    <a:pt x="2700" y="8945"/>
                  </a:cubicBezTo>
                  <a:cubicBezTo>
                    <a:pt x="2749" y="8994"/>
                    <a:pt x="2799" y="9053"/>
                    <a:pt x="2848" y="9103"/>
                  </a:cubicBezTo>
                  <a:cubicBezTo>
                    <a:pt x="2976" y="9250"/>
                    <a:pt x="3114" y="9408"/>
                    <a:pt x="3242" y="9556"/>
                  </a:cubicBezTo>
                  <a:cubicBezTo>
                    <a:pt x="3252" y="9575"/>
                    <a:pt x="3242" y="9595"/>
                    <a:pt x="3252" y="9644"/>
                  </a:cubicBezTo>
                  <a:cubicBezTo>
                    <a:pt x="3086" y="9661"/>
                    <a:pt x="2921" y="9698"/>
                    <a:pt x="2762" y="9698"/>
                  </a:cubicBezTo>
                  <a:cubicBezTo>
                    <a:pt x="2731" y="9698"/>
                    <a:pt x="2701" y="9697"/>
                    <a:pt x="2670" y="9694"/>
                  </a:cubicBezTo>
                  <a:cubicBezTo>
                    <a:pt x="2336" y="9654"/>
                    <a:pt x="2010" y="9566"/>
                    <a:pt x="1695" y="9428"/>
                  </a:cubicBezTo>
                  <a:cubicBezTo>
                    <a:pt x="1331" y="9280"/>
                    <a:pt x="1016" y="9083"/>
                    <a:pt x="710" y="8837"/>
                  </a:cubicBezTo>
                  <a:cubicBezTo>
                    <a:pt x="690" y="8817"/>
                    <a:pt x="641" y="8817"/>
                    <a:pt x="612" y="8807"/>
                  </a:cubicBezTo>
                  <a:cubicBezTo>
                    <a:pt x="602" y="8827"/>
                    <a:pt x="602" y="8837"/>
                    <a:pt x="592" y="8856"/>
                  </a:cubicBezTo>
                  <a:cubicBezTo>
                    <a:pt x="1264" y="9356"/>
                    <a:pt x="1964" y="9754"/>
                    <a:pt x="2822" y="9754"/>
                  </a:cubicBezTo>
                  <a:cubicBezTo>
                    <a:pt x="2994" y="9754"/>
                    <a:pt x="3173" y="9738"/>
                    <a:pt x="3360" y="9703"/>
                  </a:cubicBezTo>
                  <a:lnTo>
                    <a:pt x="3360" y="9703"/>
                  </a:lnTo>
                  <a:cubicBezTo>
                    <a:pt x="3301" y="9792"/>
                    <a:pt x="3281" y="9851"/>
                    <a:pt x="3252" y="9861"/>
                  </a:cubicBezTo>
                  <a:cubicBezTo>
                    <a:pt x="3114" y="9910"/>
                    <a:pt x="2966" y="9979"/>
                    <a:pt x="2828" y="9979"/>
                  </a:cubicBezTo>
                  <a:cubicBezTo>
                    <a:pt x="2785" y="9982"/>
                    <a:pt x="2743" y="9983"/>
                    <a:pt x="2701" y="9983"/>
                  </a:cubicBezTo>
                  <a:cubicBezTo>
                    <a:pt x="2189" y="9983"/>
                    <a:pt x="1718" y="9820"/>
                    <a:pt x="1272" y="9556"/>
                  </a:cubicBezTo>
                  <a:cubicBezTo>
                    <a:pt x="927" y="9349"/>
                    <a:pt x="592" y="9122"/>
                    <a:pt x="316" y="8827"/>
                  </a:cubicBezTo>
                  <a:cubicBezTo>
                    <a:pt x="247" y="8748"/>
                    <a:pt x="178" y="8679"/>
                    <a:pt x="208" y="8551"/>
                  </a:cubicBezTo>
                  <a:lnTo>
                    <a:pt x="208" y="8551"/>
                  </a:lnTo>
                  <a:cubicBezTo>
                    <a:pt x="267" y="8590"/>
                    <a:pt x="306" y="8620"/>
                    <a:pt x="385" y="8669"/>
                  </a:cubicBezTo>
                  <a:cubicBezTo>
                    <a:pt x="346" y="8580"/>
                    <a:pt x="326" y="8521"/>
                    <a:pt x="306" y="8462"/>
                  </a:cubicBezTo>
                  <a:cubicBezTo>
                    <a:pt x="534" y="8370"/>
                    <a:pt x="762" y="8358"/>
                    <a:pt x="991" y="8358"/>
                  </a:cubicBezTo>
                  <a:cubicBezTo>
                    <a:pt x="1068" y="8358"/>
                    <a:pt x="1145" y="8360"/>
                    <a:pt x="1223" y="8360"/>
                  </a:cubicBezTo>
                  <a:cubicBezTo>
                    <a:pt x="1334" y="8360"/>
                    <a:pt x="1445" y="8357"/>
                    <a:pt x="1557" y="8344"/>
                  </a:cubicBezTo>
                  <a:lnTo>
                    <a:pt x="1557" y="8344"/>
                  </a:lnTo>
                  <a:cubicBezTo>
                    <a:pt x="1528" y="8462"/>
                    <a:pt x="1498" y="8561"/>
                    <a:pt x="1469" y="8669"/>
                  </a:cubicBezTo>
                  <a:cubicBezTo>
                    <a:pt x="1528" y="8640"/>
                    <a:pt x="1567" y="8600"/>
                    <a:pt x="1587" y="8541"/>
                  </a:cubicBezTo>
                  <a:cubicBezTo>
                    <a:pt x="1843" y="7920"/>
                    <a:pt x="2060" y="7280"/>
                    <a:pt x="2217" y="6591"/>
                  </a:cubicBezTo>
                  <a:cubicBezTo>
                    <a:pt x="2434" y="6748"/>
                    <a:pt x="2661" y="6817"/>
                    <a:pt x="2897" y="6866"/>
                  </a:cubicBezTo>
                  <a:cubicBezTo>
                    <a:pt x="2749" y="6768"/>
                    <a:pt x="2592" y="6689"/>
                    <a:pt x="2444" y="6610"/>
                  </a:cubicBezTo>
                  <a:cubicBezTo>
                    <a:pt x="2237" y="6502"/>
                    <a:pt x="2020" y="6394"/>
                    <a:pt x="1932" y="6157"/>
                  </a:cubicBezTo>
                  <a:cubicBezTo>
                    <a:pt x="1922" y="6128"/>
                    <a:pt x="1902" y="6108"/>
                    <a:pt x="1882" y="6098"/>
                  </a:cubicBezTo>
                  <a:cubicBezTo>
                    <a:pt x="1705" y="6009"/>
                    <a:pt x="1616" y="5852"/>
                    <a:pt x="1528" y="5694"/>
                  </a:cubicBezTo>
                  <a:cubicBezTo>
                    <a:pt x="1282" y="5261"/>
                    <a:pt x="1144" y="4798"/>
                    <a:pt x="1114" y="4305"/>
                  </a:cubicBezTo>
                  <a:cubicBezTo>
                    <a:pt x="1114" y="4226"/>
                    <a:pt x="1104" y="4138"/>
                    <a:pt x="1163" y="4059"/>
                  </a:cubicBezTo>
                  <a:cubicBezTo>
                    <a:pt x="1272" y="4177"/>
                    <a:pt x="1360" y="4295"/>
                    <a:pt x="1518" y="4305"/>
                  </a:cubicBezTo>
                  <a:cubicBezTo>
                    <a:pt x="1715" y="4315"/>
                    <a:pt x="1863" y="4394"/>
                    <a:pt x="1942" y="4581"/>
                  </a:cubicBezTo>
                  <a:cubicBezTo>
                    <a:pt x="1942" y="4591"/>
                    <a:pt x="1951" y="4601"/>
                    <a:pt x="1961" y="4611"/>
                  </a:cubicBezTo>
                  <a:cubicBezTo>
                    <a:pt x="2117" y="4782"/>
                    <a:pt x="2292" y="4913"/>
                    <a:pt x="2517" y="4913"/>
                  </a:cubicBezTo>
                  <a:cubicBezTo>
                    <a:pt x="2563" y="4913"/>
                    <a:pt x="2611" y="4908"/>
                    <a:pt x="2661" y="4896"/>
                  </a:cubicBezTo>
                  <a:cubicBezTo>
                    <a:pt x="2739" y="4886"/>
                    <a:pt x="2828" y="4886"/>
                    <a:pt x="2917" y="4886"/>
                  </a:cubicBezTo>
                  <a:cubicBezTo>
                    <a:pt x="2986" y="5123"/>
                    <a:pt x="3124" y="5310"/>
                    <a:pt x="3311" y="5438"/>
                  </a:cubicBezTo>
                  <a:cubicBezTo>
                    <a:pt x="3423" y="5505"/>
                    <a:pt x="3544" y="5521"/>
                    <a:pt x="3666" y="5521"/>
                  </a:cubicBezTo>
                  <a:cubicBezTo>
                    <a:pt x="3778" y="5521"/>
                    <a:pt x="3892" y="5507"/>
                    <a:pt x="4000" y="5507"/>
                  </a:cubicBezTo>
                  <a:cubicBezTo>
                    <a:pt x="4099" y="5694"/>
                    <a:pt x="4187" y="5862"/>
                    <a:pt x="4404" y="5911"/>
                  </a:cubicBezTo>
                  <a:cubicBezTo>
                    <a:pt x="4448" y="5923"/>
                    <a:pt x="4489" y="5928"/>
                    <a:pt x="4528" y="5928"/>
                  </a:cubicBezTo>
                  <a:cubicBezTo>
                    <a:pt x="4685" y="5928"/>
                    <a:pt x="4814" y="5846"/>
                    <a:pt x="4956" y="5783"/>
                  </a:cubicBezTo>
                  <a:cubicBezTo>
                    <a:pt x="5064" y="5852"/>
                    <a:pt x="5163" y="5921"/>
                    <a:pt x="5281" y="5990"/>
                  </a:cubicBezTo>
                  <a:cubicBezTo>
                    <a:pt x="4976" y="6226"/>
                    <a:pt x="4700" y="6453"/>
                    <a:pt x="4365" y="6600"/>
                  </a:cubicBezTo>
                  <a:cubicBezTo>
                    <a:pt x="4030" y="6758"/>
                    <a:pt x="3685" y="6817"/>
                    <a:pt x="3321" y="6866"/>
                  </a:cubicBezTo>
                  <a:cubicBezTo>
                    <a:pt x="3399" y="6888"/>
                    <a:pt x="3472" y="6904"/>
                    <a:pt x="3543" y="6904"/>
                  </a:cubicBezTo>
                  <a:cubicBezTo>
                    <a:pt x="3571" y="6904"/>
                    <a:pt x="3598" y="6902"/>
                    <a:pt x="3626" y="6896"/>
                  </a:cubicBezTo>
                  <a:cubicBezTo>
                    <a:pt x="4059" y="6837"/>
                    <a:pt x="4453" y="6699"/>
                    <a:pt x="4818" y="6453"/>
                  </a:cubicBezTo>
                  <a:cubicBezTo>
                    <a:pt x="5202" y="6197"/>
                    <a:pt x="5547" y="5921"/>
                    <a:pt x="5754" y="5507"/>
                  </a:cubicBezTo>
                  <a:cubicBezTo>
                    <a:pt x="5833" y="5359"/>
                    <a:pt x="5911" y="5212"/>
                    <a:pt x="5823" y="5034"/>
                  </a:cubicBezTo>
                  <a:cubicBezTo>
                    <a:pt x="5803" y="4985"/>
                    <a:pt x="5793" y="4906"/>
                    <a:pt x="5823" y="4867"/>
                  </a:cubicBezTo>
                  <a:cubicBezTo>
                    <a:pt x="5990" y="4640"/>
                    <a:pt x="6069" y="4364"/>
                    <a:pt x="6167" y="4108"/>
                  </a:cubicBezTo>
                  <a:cubicBezTo>
                    <a:pt x="6256" y="3872"/>
                    <a:pt x="6315" y="3626"/>
                    <a:pt x="6384" y="3379"/>
                  </a:cubicBezTo>
                  <a:cubicBezTo>
                    <a:pt x="6473" y="3074"/>
                    <a:pt x="6453" y="2749"/>
                    <a:pt x="6463" y="2434"/>
                  </a:cubicBezTo>
                  <a:cubicBezTo>
                    <a:pt x="6463" y="2079"/>
                    <a:pt x="6414" y="1734"/>
                    <a:pt x="6266" y="1409"/>
                  </a:cubicBezTo>
                  <a:cubicBezTo>
                    <a:pt x="6138" y="1123"/>
                    <a:pt x="5961" y="877"/>
                    <a:pt x="5754" y="651"/>
                  </a:cubicBezTo>
                  <a:cubicBezTo>
                    <a:pt x="5547" y="414"/>
                    <a:pt x="5310" y="207"/>
                    <a:pt x="5005" y="109"/>
                  </a:cubicBezTo>
                  <a:cubicBezTo>
                    <a:pt x="4907" y="79"/>
                    <a:pt x="4808" y="50"/>
                    <a:pt x="4710" y="20"/>
                  </a:cubicBezTo>
                  <a:cubicBezTo>
                    <a:pt x="4631" y="1"/>
                    <a:pt x="4552" y="1"/>
                    <a:pt x="44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10" name="Google Shape;1910;p50"/>
          <p:cNvSpPr/>
          <p:nvPr/>
        </p:nvSpPr>
        <p:spPr>
          <a:xfrm>
            <a:off x="5535017" y="4734319"/>
            <a:ext cx="62827" cy="50675"/>
          </a:xfrm>
          <a:custGeom>
            <a:avLst/>
            <a:gdLst/>
            <a:ahLst/>
            <a:cxnLst/>
            <a:rect l="l" t="t" r="r" b="b"/>
            <a:pathLst>
              <a:path w="838" h="676" extrusionOk="0">
                <a:moveTo>
                  <a:pt x="444" y="1"/>
                </a:moveTo>
                <a:cubicBezTo>
                  <a:pt x="364" y="1"/>
                  <a:pt x="277" y="34"/>
                  <a:pt x="198" y="51"/>
                </a:cubicBezTo>
                <a:cubicBezTo>
                  <a:pt x="1" y="101"/>
                  <a:pt x="1" y="298"/>
                  <a:pt x="30" y="396"/>
                </a:cubicBezTo>
                <a:cubicBezTo>
                  <a:pt x="67" y="506"/>
                  <a:pt x="120" y="675"/>
                  <a:pt x="349" y="675"/>
                </a:cubicBezTo>
                <a:cubicBezTo>
                  <a:pt x="366" y="675"/>
                  <a:pt x="385" y="674"/>
                  <a:pt x="405" y="672"/>
                </a:cubicBezTo>
                <a:cubicBezTo>
                  <a:pt x="464" y="623"/>
                  <a:pt x="592" y="554"/>
                  <a:pt x="680" y="455"/>
                </a:cubicBezTo>
                <a:cubicBezTo>
                  <a:pt x="838" y="278"/>
                  <a:pt x="720" y="22"/>
                  <a:pt x="473" y="2"/>
                </a:cubicBezTo>
                <a:cubicBezTo>
                  <a:pt x="464" y="1"/>
                  <a:pt x="454" y="1"/>
                  <a:pt x="44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&amp;B (Food and Beverage) Brand Social Media Strategy by Slidesgo">
  <a:themeElements>
    <a:clrScheme name="Simple Light">
      <a:dk1>
        <a:srgbClr val="254557"/>
      </a:dk1>
      <a:lt1>
        <a:srgbClr val="F0ECE1"/>
      </a:lt1>
      <a:dk2>
        <a:srgbClr val="E05422"/>
      </a:dk2>
      <a:lt2>
        <a:srgbClr val="DEAB1F"/>
      </a:lt2>
      <a:accent1>
        <a:srgbClr val="80C02B"/>
      </a:accent1>
      <a:accent2>
        <a:srgbClr val="58B9A8"/>
      </a:accent2>
      <a:accent3>
        <a:srgbClr val="D5A6BD"/>
      </a:accent3>
      <a:accent4>
        <a:srgbClr val="FFFFFF"/>
      </a:accent4>
      <a:accent5>
        <a:srgbClr val="FFFFFF"/>
      </a:accent5>
      <a:accent6>
        <a:srgbClr val="FFFFFF"/>
      </a:accent6>
      <a:hlink>
        <a:srgbClr val="25455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367</Words>
  <Application>Microsoft Macintosh PowerPoint</Application>
  <PresentationFormat>On-screen Show (16:9)</PresentationFormat>
  <Paragraphs>80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Open Sans Medium</vt:lpstr>
      <vt:lpstr>Barlow Medium</vt:lpstr>
      <vt:lpstr>Barlow</vt:lpstr>
      <vt:lpstr>Nunito Light</vt:lpstr>
      <vt:lpstr>Arial</vt:lpstr>
      <vt:lpstr>F&amp;B (Food and Beverage) Brand Social Media Strategy by Slidesgo</vt:lpstr>
      <vt:lpstr>LSTM And  DistilBERT for Sentiment Analysis</vt:lpstr>
      <vt:lpstr>6.9 Million</vt:lpstr>
      <vt:lpstr>Data Overview </vt:lpstr>
      <vt:lpstr>Data Distribution</vt:lpstr>
      <vt:lpstr>Model Architecture And Training </vt:lpstr>
      <vt:lpstr>Overall Challenges: </vt:lpstr>
      <vt:lpstr>Performance Evaluation</vt:lpstr>
      <vt:lpstr>Result OF LSTM</vt:lpstr>
      <vt:lpstr>Result OF Bert</vt:lpstr>
      <vt:lpstr>Result OF Bert</vt:lpstr>
      <vt:lpstr>Conclusion 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LSTM And  DistilBERT for Sentiment Analysis</dc:title>
  <cp:lastModifiedBy>Rutu Dharmendrabhai Patel</cp:lastModifiedBy>
  <cp:revision>14</cp:revision>
  <dcterms:modified xsi:type="dcterms:W3CDTF">2024-08-13T20:54:22Z</dcterms:modified>
</cp:coreProperties>
</file>